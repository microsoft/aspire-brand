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5" r:id="rId5"/>
  </p:sldMasterIdLst>
  <p:notesMasterIdLst>
    <p:notesMasterId r:id="rId38"/>
  </p:notesMasterIdLst>
  <p:sldIdLst>
    <p:sldId id="518" r:id="rId6"/>
    <p:sldId id="519" r:id="rId7"/>
    <p:sldId id="520" r:id="rId8"/>
    <p:sldId id="517" r:id="rId9"/>
    <p:sldId id="514" r:id="rId10"/>
    <p:sldId id="534" r:id="rId11"/>
    <p:sldId id="521" r:id="rId12"/>
    <p:sldId id="523" r:id="rId13"/>
    <p:sldId id="524" r:id="rId14"/>
    <p:sldId id="522" r:id="rId15"/>
    <p:sldId id="554" r:id="rId16"/>
    <p:sldId id="525" r:id="rId17"/>
    <p:sldId id="503" r:id="rId18"/>
    <p:sldId id="535" r:id="rId19"/>
    <p:sldId id="547" r:id="rId20"/>
    <p:sldId id="548" r:id="rId21"/>
    <p:sldId id="538" r:id="rId22"/>
    <p:sldId id="549" r:id="rId23"/>
    <p:sldId id="550" r:id="rId24"/>
    <p:sldId id="541" r:id="rId25"/>
    <p:sldId id="543" r:id="rId26"/>
    <p:sldId id="544" r:id="rId27"/>
    <p:sldId id="542" r:id="rId28"/>
    <p:sldId id="555" r:id="rId29"/>
    <p:sldId id="545" r:id="rId30"/>
    <p:sldId id="546" r:id="rId31"/>
    <p:sldId id="551" r:id="rId32"/>
    <p:sldId id="552" r:id="rId33"/>
    <p:sldId id="553" r:id="rId34"/>
    <p:sldId id="489" r:id="rId35"/>
    <p:sldId id="450" r:id="rId36"/>
    <p:sldId id="486" r:id="rId3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ght mode" id="{700BC69C-C7A0-4DC7-A1E1-B895BF90DE6F}">
          <p14:sldIdLst>
            <p14:sldId id="518"/>
            <p14:sldId id="519"/>
            <p14:sldId id="520"/>
            <p14:sldId id="517"/>
            <p14:sldId id="514"/>
            <p14:sldId id="534"/>
            <p14:sldId id="521"/>
            <p14:sldId id="523"/>
            <p14:sldId id="524"/>
            <p14:sldId id="522"/>
            <p14:sldId id="554"/>
            <p14:sldId id="525"/>
            <p14:sldId id="503"/>
          </p14:sldIdLst>
        </p14:section>
        <p14:section name="Dark mode" id="{2A70A2CE-CDB7-455E-8B8A-450925C3C96F}">
          <p14:sldIdLst>
            <p14:sldId id="535"/>
            <p14:sldId id="547"/>
            <p14:sldId id="548"/>
            <p14:sldId id="538"/>
            <p14:sldId id="549"/>
            <p14:sldId id="550"/>
            <p14:sldId id="541"/>
            <p14:sldId id="543"/>
            <p14:sldId id="544"/>
            <p14:sldId id="542"/>
            <p14:sldId id="555"/>
            <p14:sldId id="545"/>
            <p14:sldId id="546"/>
          </p14:sldIdLst>
        </p14:section>
        <p14:section name="Hidden" id="{B288B4CC-B86E-478B-A987-382C691E0525}">
          <p14:sldIdLst>
            <p14:sldId id="551"/>
            <p14:sldId id="552"/>
            <p14:sldId id="553"/>
            <p14:sldId id="489"/>
            <p14:sldId id="450"/>
            <p14:sldId id="4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16B4"/>
    <a:srgbClr val="1F1E31"/>
    <a:srgbClr val="3119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92AE3-AF0B-4F6C-94A6-364212A4A7B4}" v="2" dt="2026-05-13T23:00:21.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38"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3AFCF4-DEC7-4320-8028-29980417BB2B}"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16790-1FEE-47DC-B05B-B0FDE587982A}" type="slidenum">
              <a:rPr lang="en-US" smtClean="0"/>
              <a:t>‹#›</a:t>
            </a:fld>
            <a:endParaRPr lang="en-US"/>
          </a:p>
        </p:txBody>
      </p:sp>
    </p:spTree>
    <p:extLst>
      <p:ext uri="{BB962C8B-B14F-4D97-AF65-F5344CB8AC3E}">
        <p14:creationId xmlns:p14="http://schemas.microsoft.com/office/powerpoint/2010/main" val="2724886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Aspire helps you </a:t>
            </a:r>
            <a:r>
              <a:rPr lang="en-US" b="1"/>
              <a:t>cut through the chaos of complex distributed systems </a:t>
            </a:r>
            <a:r>
              <a:rPr lang="en-US"/>
              <a:t>by providing a code-first experience for local development, debugging, and seamless deployment. With no rewrites, </a:t>
            </a:r>
            <a:r>
              <a:rPr lang="en-US" err="1"/>
              <a:t>Aspireify</a:t>
            </a:r>
            <a:r>
              <a:rPr lang="en-US"/>
              <a:t> any existing system. </a:t>
            </a:r>
          </a:p>
          <a:p>
            <a:endParaRPr lang="en-US"/>
          </a:p>
          <a:p>
            <a:r>
              <a:rPr lang="en-US"/>
              <a:t>Aspire </a:t>
            </a:r>
            <a:r>
              <a:rPr lang="en-US" b="1"/>
              <a:t>fuels your coding agents </a:t>
            </a:r>
            <a:r>
              <a:rPr lang="en-US"/>
              <a:t>with knowledge about every detail of  your system, from writing code, to debugging issues through detailed Open Telemetry traces and logs so you can build and debug faster. </a:t>
            </a:r>
          </a:p>
          <a:p>
            <a:endParaRPr lang="en-US"/>
          </a:p>
          <a:p>
            <a:r>
              <a:rPr lang="en-US" b="1"/>
              <a:t>Hundreds of integration packages </a:t>
            </a:r>
            <a:r>
              <a:rPr lang="en-US"/>
              <a:t>are designed to simplify connections to popular services, platforms and stacks. Each one handles compute resource setup and provides standardized patterns for health checks, telemetry, and configuration.</a:t>
            </a:r>
          </a:p>
          <a:p>
            <a:endParaRPr lang="en-US"/>
          </a:p>
          <a:p>
            <a:r>
              <a:rPr lang="en-US"/>
              <a:t>Visualize your entire stack in a </a:t>
            </a:r>
            <a:r>
              <a:rPr lang="en-US" b="1"/>
              <a:t>Dashboard -- your command center.</a:t>
            </a:r>
            <a:r>
              <a:rPr lang="en-US"/>
              <a:t> Powered by </a:t>
            </a:r>
            <a:r>
              <a:rPr lang="en-US" err="1"/>
              <a:t>OpenTelemetry</a:t>
            </a:r>
            <a:r>
              <a:rPr lang="en-US"/>
              <a:t> it automatically collects traces, metrics, and structured logs from every resource in your </a:t>
            </a:r>
            <a:r>
              <a:rPr lang="en-US" err="1"/>
              <a:t>AppHost</a:t>
            </a:r>
            <a:r>
              <a:rPr lang="en-US"/>
              <a:t> and surfaces them through a rich, interactive UI. </a:t>
            </a:r>
          </a:p>
          <a:p>
            <a:endParaRPr lang="en-US"/>
          </a:p>
        </p:txBody>
      </p:sp>
      <p:sp>
        <p:nvSpPr>
          <p:cNvPr id="4" name="Slide Number Placeholder 3"/>
          <p:cNvSpPr>
            <a:spLocks noGrp="1"/>
          </p:cNvSpPr>
          <p:nvPr>
            <p:ph type="sldNum" sz="quarter" idx="5"/>
          </p:nvPr>
        </p:nvSpPr>
        <p:spPr/>
        <p:txBody>
          <a:bodyPr/>
          <a:lstStyle/>
          <a:p>
            <a:fld id="{58316790-1FEE-47DC-B05B-B0FDE587982A}" type="slidenum">
              <a:rPr lang="en-US" smtClean="0"/>
              <a:t>5</a:t>
            </a:fld>
            <a:endParaRPr lang="en-US"/>
          </a:p>
        </p:txBody>
      </p:sp>
    </p:spTree>
    <p:extLst>
      <p:ext uri="{BB962C8B-B14F-4D97-AF65-F5344CB8AC3E}">
        <p14:creationId xmlns:p14="http://schemas.microsoft.com/office/powerpoint/2010/main" val="4004869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6F98B-ED33-9664-AE43-6D4A82455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ACF53-8166-9313-6980-04F1038964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5C3C53-BF4F-3DEB-D507-E502EB8205C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The CLI provides an interactive, agent-ready control plane so you can create, run and deploy distributed apps seamlessly. Use the Aspire CLI to streamline development workflows and coordinate distributed services.</a:t>
            </a:r>
          </a:p>
          <a:p>
            <a:endParaRPr lang="en-US"/>
          </a:p>
          <a:p>
            <a:r>
              <a:rPr lang="en-US"/>
              <a:t>Thie AppHost is the map for your distributed app. It is the code-first place where you declare your application’s services and their relationships. Describe the architecture in code and Aspire handles local orchestration so you can focus on building features.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Aspire integrations are a curated suite of over one hundred packages that make it easy to connect your cloud-native applications with popular services and provide essential cloud-native capabilities through automatic setup and standardized configuration.</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Aspire Dashboard is your command center. Powered by OpenTelemetry it automatically collects traces, metrics, and structured logs from every resource in your AppHost and surfaces them through a rich, interactive UI and an MCP server for agents.</a:t>
            </a:r>
          </a:p>
          <a:p>
            <a:endParaRPr lang="en-US"/>
          </a:p>
          <a:p>
            <a:endParaRPr lang="en-US"/>
          </a:p>
          <a:p>
            <a:endParaRPr lang="en-US"/>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908B92A4-0B65-65F3-33D7-CB1F9F971593}"/>
              </a:ext>
            </a:extLst>
          </p:cNvPr>
          <p:cNvSpPr>
            <a:spLocks noGrp="1"/>
          </p:cNvSpPr>
          <p:nvPr>
            <p:ph type="sldNum" sz="quarter" idx="5"/>
          </p:nvPr>
        </p:nvSpPr>
        <p:spPr/>
        <p:txBody>
          <a:bodyPr/>
          <a:lstStyle/>
          <a:p>
            <a:fld id="{58316790-1FEE-47DC-B05B-B0FDE587982A}" type="slidenum">
              <a:rPr lang="en-US" smtClean="0"/>
              <a:t>6</a:t>
            </a:fld>
            <a:endParaRPr lang="en-US"/>
          </a:p>
        </p:txBody>
      </p:sp>
    </p:spTree>
    <p:extLst>
      <p:ext uri="{BB962C8B-B14F-4D97-AF65-F5344CB8AC3E}">
        <p14:creationId xmlns:p14="http://schemas.microsoft.com/office/powerpoint/2010/main" val="1123565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 The diagram animates from “aspire run” to “aspire deploy” on click</a:t>
            </a:r>
          </a:p>
          <a:p>
            <a:endParaRPr lang="en-US"/>
          </a:p>
        </p:txBody>
      </p:sp>
      <p:sp>
        <p:nvSpPr>
          <p:cNvPr id="4" name="Slide Number Placeholder 3"/>
          <p:cNvSpPr>
            <a:spLocks noGrp="1"/>
          </p:cNvSpPr>
          <p:nvPr>
            <p:ph type="sldNum" sz="quarter" idx="5"/>
          </p:nvPr>
        </p:nvSpPr>
        <p:spPr/>
        <p:txBody>
          <a:bodyPr/>
          <a:lstStyle/>
          <a:p>
            <a:fld id="{58316790-1FEE-47DC-B05B-B0FDE587982A}" type="slidenum">
              <a:rPr lang="en-US" smtClean="0"/>
              <a:t>7</a:t>
            </a:fld>
            <a:endParaRPr lang="en-US"/>
          </a:p>
        </p:txBody>
      </p:sp>
    </p:spTree>
    <p:extLst>
      <p:ext uri="{BB962C8B-B14F-4D97-AF65-F5344CB8AC3E}">
        <p14:creationId xmlns:p14="http://schemas.microsoft.com/office/powerpoint/2010/main" val="2593197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4E7C4-9330-B7AC-DA4A-913AFFB3E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A464B-8CDD-3D15-9A2A-50566A5DF4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DA7E95-A245-D4A9-1188-54E6F3BA45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562798-CA4F-8861-8519-D9E007730BB1}"/>
              </a:ext>
            </a:extLst>
          </p:cNvPr>
          <p:cNvSpPr>
            <a:spLocks noGrp="1"/>
          </p:cNvSpPr>
          <p:nvPr>
            <p:ph type="sldNum" sz="quarter" idx="5"/>
          </p:nvPr>
        </p:nvSpPr>
        <p:spPr/>
        <p:txBody>
          <a:bodyPr/>
          <a:lstStyle/>
          <a:p>
            <a:fld id="{58316790-1FEE-47DC-B05B-B0FDE587982A}" type="slidenum">
              <a:rPr lang="en-US" smtClean="0"/>
              <a:t>11</a:t>
            </a:fld>
            <a:endParaRPr lang="en-US"/>
          </a:p>
        </p:txBody>
      </p:sp>
    </p:spTree>
    <p:extLst>
      <p:ext uri="{BB962C8B-B14F-4D97-AF65-F5344CB8AC3E}">
        <p14:creationId xmlns:p14="http://schemas.microsoft.com/office/powerpoint/2010/main" val="2723392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047DB-5DFD-704D-29F8-0AF57B251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4D448-A431-5560-F6D8-BB342CE146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17B3DB-3721-C14D-9C97-43D8510C3F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Aspire helps you </a:t>
            </a:r>
            <a:r>
              <a:rPr lang="en-US" b="1"/>
              <a:t>cut through the chaos of complex distributed systems </a:t>
            </a:r>
            <a:r>
              <a:rPr lang="en-US"/>
              <a:t>by providing a code-first experience for local development, debugging, and seamless deployment. With no rewrites, </a:t>
            </a:r>
            <a:r>
              <a:rPr lang="en-US" err="1"/>
              <a:t>Aspireify</a:t>
            </a:r>
            <a:r>
              <a:rPr lang="en-US"/>
              <a:t> any existing system. </a:t>
            </a:r>
          </a:p>
          <a:p>
            <a:endParaRPr lang="en-US"/>
          </a:p>
          <a:p>
            <a:r>
              <a:rPr lang="en-US"/>
              <a:t>Aspire </a:t>
            </a:r>
            <a:r>
              <a:rPr lang="en-US" b="1"/>
              <a:t>fuels your coding agents </a:t>
            </a:r>
            <a:r>
              <a:rPr lang="en-US"/>
              <a:t>with knowledge about every detail of  your system, from writing code, to debugging issues through detailed Open Telemetry traces and logs so you can build and debug faster. </a:t>
            </a:r>
          </a:p>
          <a:p>
            <a:endParaRPr lang="en-US"/>
          </a:p>
          <a:p>
            <a:r>
              <a:rPr lang="en-US" b="1"/>
              <a:t>140+ integration packages </a:t>
            </a:r>
            <a:r>
              <a:rPr lang="en-US"/>
              <a:t>are designed to simplify connections to popular services, platforms and stacks. Each one handles compute resource setup and provides standardized patterns for health checks, telemetry, and configuration.</a:t>
            </a:r>
          </a:p>
          <a:p>
            <a:endParaRPr lang="en-US"/>
          </a:p>
          <a:p>
            <a:r>
              <a:rPr lang="en-US"/>
              <a:t>Visualize your entire stack in a </a:t>
            </a:r>
            <a:r>
              <a:rPr lang="en-US" b="1"/>
              <a:t>Dashboard -- your command center.</a:t>
            </a:r>
            <a:r>
              <a:rPr lang="en-US"/>
              <a:t> Powered by OpenTelemetry it automatically collects traces, metrics, and structured logs from every resource in your AppHost and surfaces them through a rich, interactive UI. </a:t>
            </a:r>
          </a:p>
          <a:p>
            <a:endParaRPr lang="en-US"/>
          </a:p>
        </p:txBody>
      </p:sp>
      <p:sp>
        <p:nvSpPr>
          <p:cNvPr id="4" name="Slide Number Placeholder 3">
            <a:extLst>
              <a:ext uri="{FF2B5EF4-FFF2-40B4-BE49-F238E27FC236}">
                <a16:creationId xmlns:a16="http://schemas.microsoft.com/office/drawing/2014/main" id="{196895C7-B265-CC30-32C4-AF813AF052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16790-1FEE-47DC-B05B-B0FDE587982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7332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6F98B-ED33-9664-AE43-6D4A82455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ACF53-8166-9313-6980-04F1038964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5C3C53-BF4F-3DEB-D507-E502EB8205C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CLI provides an interactive, agent-ready control plane so you can create, run and deploy distributed apps seamlessly. Use the Aspire CLI to streamline development workflows and coordinate distributed services.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AppHost is the map for your distributed app. It is the code-first place where you declare your application’s services and their relationships. Describe the architecture in code and Aspire handles local orchestration so you can focus on building features.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Aspire integrations are a curated suite of hundreds of packages that make it easy to connect your cloud-native applications with popular services and provide essential cloud-native capabilities through automatic setup and standardized configuration.</a:t>
            </a:r>
          </a:p>
          <a:p>
            <a:endParaRPr lang="en-US"/>
          </a:p>
          <a:p>
            <a:r>
              <a:rPr lang="en-US"/>
              <a:t>The Aspire dashboard is your command center. Powered by OpenTelemetry it automatically collects traces, metrics, and structured logs from every resource in your AppHost and surfaces them through a rich, interactive UI and an MCP server for agents.</a:t>
            </a:r>
          </a:p>
        </p:txBody>
      </p:sp>
      <p:sp>
        <p:nvSpPr>
          <p:cNvPr id="4" name="Slide Number Placeholder 3">
            <a:extLst>
              <a:ext uri="{FF2B5EF4-FFF2-40B4-BE49-F238E27FC236}">
                <a16:creationId xmlns:a16="http://schemas.microsoft.com/office/drawing/2014/main" id="{908B92A4-0B65-65F3-33D7-CB1F9F9715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16790-1FEE-47DC-B05B-B0FDE587982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3565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472B8-0EF5-5EFA-D497-426F519B0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DDCD9-5F2E-ADF8-F50D-FF967E3BE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F5312-3649-7047-4835-B13DC7EC5A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 The diagram animates from “aspire run” to “aspire deploy” on click</a:t>
            </a:r>
          </a:p>
          <a:p>
            <a:endParaRPr lang="en-US"/>
          </a:p>
        </p:txBody>
      </p:sp>
      <p:sp>
        <p:nvSpPr>
          <p:cNvPr id="4" name="Slide Number Placeholder 3">
            <a:extLst>
              <a:ext uri="{FF2B5EF4-FFF2-40B4-BE49-F238E27FC236}">
                <a16:creationId xmlns:a16="http://schemas.microsoft.com/office/drawing/2014/main" id="{A4D8E374-BC4A-3C6E-37D0-82B560B296DD}"/>
              </a:ext>
            </a:extLst>
          </p:cNvPr>
          <p:cNvSpPr>
            <a:spLocks noGrp="1"/>
          </p:cNvSpPr>
          <p:nvPr>
            <p:ph type="sldNum" sz="quarter" idx="5"/>
          </p:nvPr>
        </p:nvSpPr>
        <p:spPr/>
        <p:txBody>
          <a:bodyPr/>
          <a:lstStyle/>
          <a:p>
            <a:fld id="{58316790-1FEE-47DC-B05B-B0FDE587982A}" type="slidenum">
              <a:rPr lang="en-US" smtClean="0"/>
              <a:t>20</a:t>
            </a:fld>
            <a:endParaRPr lang="en-US"/>
          </a:p>
        </p:txBody>
      </p:sp>
    </p:spTree>
    <p:extLst>
      <p:ext uri="{BB962C8B-B14F-4D97-AF65-F5344CB8AC3E}">
        <p14:creationId xmlns:p14="http://schemas.microsoft.com/office/powerpoint/2010/main" val="1946034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DDDCE-B3CF-F6BE-4688-A8801DF0C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D5FFD-7CD4-29D5-BD07-BBF468D9A0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A7D457-623A-8416-3139-BD6F229713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D1030F-323D-8907-5D6F-6A5E017DB0F0}"/>
              </a:ext>
            </a:extLst>
          </p:cNvPr>
          <p:cNvSpPr>
            <a:spLocks noGrp="1"/>
          </p:cNvSpPr>
          <p:nvPr>
            <p:ph type="sldNum" sz="quarter" idx="5"/>
          </p:nvPr>
        </p:nvSpPr>
        <p:spPr/>
        <p:txBody>
          <a:bodyPr/>
          <a:lstStyle/>
          <a:p>
            <a:fld id="{58316790-1FEE-47DC-B05B-B0FDE587982A}" type="slidenum">
              <a:rPr lang="en-US" smtClean="0"/>
              <a:t>24</a:t>
            </a:fld>
            <a:endParaRPr lang="en-US"/>
          </a:p>
        </p:txBody>
      </p:sp>
    </p:spTree>
    <p:extLst>
      <p:ext uri="{BB962C8B-B14F-4D97-AF65-F5344CB8AC3E}">
        <p14:creationId xmlns:p14="http://schemas.microsoft.com/office/powerpoint/2010/main" val="4179291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D9BDE-559B-B1CD-483A-D961ADBC5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940CB-A71C-B59A-599A-A1A8869019D1}"/>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6E7AF62-EE58-4417-1D3F-8EA1AD48F31B}"/>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1570011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DCF30-CBB2-4C72-242C-A0B9269F1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A8855-1F4A-2910-D7BE-38F390F86402}"/>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191ABF6-3A24-79CA-540C-31AB1F0AB38E}"/>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4221817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844383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DF25-B97B-7040-312A-B46BF329C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1B219-1A18-75A1-6FAC-91ABC4AA9625}"/>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txBody>
          <a:bodyPr/>
          <a:lstStyle/>
          <a:p>
            <a:endParaRPr lang="en-US"/>
          </a:p>
        </p:txBody>
      </p:sp>
      <p:sp>
        <p:nvSpPr>
          <p:cNvPr id="3" name="Notes Placeholder 2">
            <a:extLst>
              <a:ext uri="{FF2B5EF4-FFF2-40B4-BE49-F238E27FC236}">
                <a16:creationId xmlns:a16="http://schemas.microsoft.com/office/drawing/2014/main" id="{684333E5-975F-C588-06FF-1E3067D9C7D2}"/>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9894475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8" name="Picture 7" descr="A stack of purple and white triangles&#10;&#10;AI-generated content may be incorrect.">
            <a:extLst>
              <a:ext uri="{FF2B5EF4-FFF2-40B4-BE49-F238E27FC236}">
                <a16:creationId xmlns:a16="http://schemas.microsoft.com/office/drawing/2014/main" id="{FE5F6706-4A24-FCF8-DCFB-B704C369B53A}"/>
              </a:ext>
            </a:extLst>
          </p:cNvPr>
          <p:cNvPicPr>
            <a:picLocks noChangeAspect="1"/>
          </p:cNvPicPr>
          <p:nvPr/>
        </p:nvPicPr>
        <p:blipFill>
          <a:blip r:embed="rId2"/>
          <a:stretch>
            <a:fillRect/>
          </a:stretch>
        </p:blipFill>
        <p:spPr>
          <a:xfrm>
            <a:off x="793" y="0"/>
            <a:ext cx="12191207" cy="6858447"/>
          </a:xfrm>
          <a:prstGeom prst="rect">
            <a:avLst/>
          </a:prstGeom>
        </p:spPr>
      </p:pic>
      <p:sp>
        <p:nvSpPr>
          <p:cNvPr id="2" name="Title 1">
            <a:extLst>
              <a:ext uri="{FF2B5EF4-FFF2-40B4-BE49-F238E27FC236}">
                <a16:creationId xmlns:a16="http://schemas.microsoft.com/office/drawing/2014/main" id="{92FE73C4-7B65-3835-6818-A0E73FB701BE}"/>
              </a:ext>
            </a:extLst>
          </p:cNvPr>
          <p:cNvSpPr>
            <a:spLocks noGrp="1"/>
          </p:cNvSpPr>
          <p:nvPr>
            <p:ph type="ctrTitle" hasCustomPrompt="1"/>
          </p:nvPr>
        </p:nvSpPr>
        <p:spPr>
          <a:xfrm>
            <a:off x="667965" y="487428"/>
            <a:ext cx="5523689" cy="4093537"/>
          </a:xfrm>
        </p:spPr>
        <p:txBody>
          <a:bodyPr anchor="t"/>
          <a:lstStyle>
            <a:lvl1pPr algn="l">
              <a:defRPr sz="6000">
                <a:solidFill>
                  <a:schemeClr val="tx1"/>
                </a:solidFill>
              </a:defRPr>
            </a:lvl1pPr>
          </a:lstStyle>
          <a:p>
            <a:r>
              <a:rPr lang="en-US"/>
              <a:t>Title</a:t>
            </a:r>
          </a:p>
        </p:txBody>
      </p:sp>
      <p:sp>
        <p:nvSpPr>
          <p:cNvPr id="3" name="Subtitle 2">
            <a:extLst>
              <a:ext uri="{FF2B5EF4-FFF2-40B4-BE49-F238E27FC236}">
                <a16:creationId xmlns:a16="http://schemas.microsoft.com/office/drawing/2014/main" id="{3BD23B36-5378-43DA-49B4-3A5A63391C39}"/>
              </a:ext>
            </a:extLst>
          </p:cNvPr>
          <p:cNvSpPr>
            <a:spLocks noGrp="1"/>
          </p:cNvSpPr>
          <p:nvPr>
            <p:ph type="subTitle" idx="1" hasCustomPrompt="1"/>
          </p:nvPr>
        </p:nvSpPr>
        <p:spPr>
          <a:xfrm>
            <a:off x="667965" y="4808268"/>
            <a:ext cx="5523689" cy="459259"/>
          </a:xfrm>
        </p:spPr>
        <p:txBody>
          <a:bodyPr>
            <a:sp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Speaker</a:t>
            </a:r>
          </a:p>
        </p:txBody>
      </p:sp>
      <p:pic>
        <p:nvPicPr>
          <p:cNvPr id="9" name="Graphic 8">
            <a:extLst>
              <a:ext uri="{FF2B5EF4-FFF2-40B4-BE49-F238E27FC236}">
                <a16:creationId xmlns:a16="http://schemas.microsoft.com/office/drawing/2014/main" id="{4616170F-B5D0-4A11-9857-883436A621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37789" y="487083"/>
            <a:ext cx="710254" cy="710346"/>
          </a:xfrm>
          <a:prstGeom prst="rect">
            <a:avLst/>
          </a:prstGeom>
        </p:spPr>
      </p:pic>
      <p:pic>
        <p:nvPicPr>
          <p:cNvPr id="10" name="Graphic 9">
            <a:extLst>
              <a:ext uri="{FF2B5EF4-FFF2-40B4-BE49-F238E27FC236}">
                <a16:creationId xmlns:a16="http://schemas.microsoft.com/office/drawing/2014/main" id="{0F3DCA70-68BF-B25F-3C63-3C044CD391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02918" y="770409"/>
            <a:ext cx="1169510" cy="427020"/>
          </a:xfrm>
          <a:prstGeom prst="rect">
            <a:avLst/>
          </a:prstGeom>
        </p:spPr>
      </p:pic>
    </p:spTree>
    <p:extLst>
      <p:ext uri="{BB962C8B-B14F-4D97-AF65-F5344CB8AC3E}">
        <p14:creationId xmlns:p14="http://schemas.microsoft.com/office/powerpoint/2010/main" val="1973315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CC7B-3C9D-DD34-F84C-CFEE5F31E509}"/>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E2A7C1F-907A-A01E-A2A8-2E13AEDCE5A5}"/>
              </a:ext>
            </a:extLst>
          </p:cNvPr>
          <p:cNvSpPr>
            <a:spLocks noGrp="1"/>
          </p:cNvSpPr>
          <p:nvPr>
            <p:ph idx="1"/>
          </p:nvPr>
        </p:nvSpPr>
        <p:spPr>
          <a:xfrm>
            <a:off x="570209" y="1825625"/>
            <a:ext cx="1104665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659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rgbClr val="F9F8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16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1">
    <p:bg>
      <p:bgPr>
        <a:solidFill>
          <a:srgbClr val="F9F8FF"/>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45EE767-04FB-8F51-EEAF-BD14B6933979}"/>
              </a:ext>
            </a:extLst>
          </p:cNvPr>
          <p:cNvSpPr/>
          <p:nvPr/>
        </p:nvSpPr>
        <p:spPr>
          <a:xfrm>
            <a:off x="571498" y="571500"/>
            <a:ext cx="2666986" cy="279400"/>
          </a:xfrm>
          <a:prstGeom prst="rect">
            <a:avLst/>
          </a:prstGeom>
          <a:noFill/>
          <a:ln/>
        </p:spPr>
        <p:txBody>
          <a:bodyPr/>
          <a:lstStyle/>
          <a:p>
            <a:endParaRPr lang="en-US" sz="900" b="0" i="0" spc="0">
              <a:latin typeface="Poppins" pitchFamily="2" charset="77"/>
            </a:endParaRPr>
          </a:p>
        </p:txBody>
      </p:sp>
      <p:sp>
        <p:nvSpPr>
          <p:cNvPr id="4" name="Shape 1">
            <a:extLst>
              <a:ext uri="{FF2B5EF4-FFF2-40B4-BE49-F238E27FC236}">
                <a16:creationId xmlns:a16="http://schemas.microsoft.com/office/drawing/2014/main" id="{ADF1DEE8-9F0C-BB31-1360-9C3004DECCCD}"/>
              </a:ext>
            </a:extLst>
          </p:cNvPr>
          <p:cNvSpPr/>
          <p:nvPr/>
        </p:nvSpPr>
        <p:spPr>
          <a:xfrm>
            <a:off x="571498" y="571500"/>
            <a:ext cx="2666986" cy="279400"/>
          </a:xfrm>
          <a:prstGeom prst="rect">
            <a:avLst/>
          </a:prstGeom>
          <a:noFill/>
          <a:ln/>
        </p:spPr>
        <p:txBody>
          <a:bodyPr/>
          <a:lstStyle/>
          <a:p>
            <a:endParaRPr lang="en-US" sz="900" b="0" i="0" spc="0">
              <a:latin typeface="Poppins" pitchFamily="2" charset="77"/>
            </a:endParaRPr>
          </a:p>
        </p:txBody>
      </p:sp>
      <p:sp>
        <p:nvSpPr>
          <p:cNvPr id="6" name="Text Placeholder 19">
            <a:extLst>
              <a:ext uri="{FF2B5EF4-FFF2-40B4-BE49-F238E27FC236}">
                <a16:creationId xmlns:a16="http://schemas.microsoft.com/office/drawing/2014/main" id="{0B9D9174-12FF-9C28-25F8-E25F1E9EE013}"/>
              </a:ext>
            </a:extLst>
          </p:cNvPr>
          <p:cNvSpPr>
            <a:spLocks noGrp="1"/>
          </p:cNvSpPr>
          <p:nvPr>
            <p:ph type="body" sz="quarter" idx="15" hasCustomPrompt="1"/>
          </p:nvPr>
        </p:nvSpPr>
        <p:spPr>
          <a:xfrm>
            <a:off x="541684" y="546942"/>
            <a:ext cx="11055081" cy="368562"/>
          </a:xfrm>
          <a:prstGeom prst="rect">
            <a:avLst/>
          </a:prstGeom>
        </p:spPr>
        <p:txBody>
          <a:bodyPr>
            <a:spAutoFit/>
          </a:bodyPr>
          <a:lstStyle>
            <a:lvl1pPr marL="0" indent="0" algn="l" defTabSz="457155" rtl="0" eaLnBrk="1" latinLnBrk="0" hangingPunct="1">
              <a:lnSpc>
                <a:spcPts val="2200"/>
              </a:lnSpc>
              <a:buNone/>
              <a:defRPr lang="en-US" sz="1800" b="0" i="0" kern="0" spc="0" dirty="0" smtClean="0">
                <a:solidFill>
                  <a:srgbClr val="0F0F0F">
                    <a:alpha val="100000"/>
                  </a:srgbClr>
                </a:solidFill>
                <a:latin typeface="+mj-lt"/>
                <a:ea typeface="Poppins" pitchFamily="2" charset="77"/>
                <a:cs typeface="Poppins" pitchFamily="2" charset="77"/>
              </a:defRPr>
            </a:lvl1pPr>
          </a:lstStyle>
          <a:p>
            <a:pPr lvl="0"/>
            <a:r>
              <a:rPr lang="en-US"/>
              <a:t>Demo title</a:t>
            </a:r>
          </a:p>
        </p:txBody>
      </p:sp>
      <p:sp>
        <p:nvSpPr>
          <p:cNvPr id="12" name="Media Placeholder 11">
            <a:extLst>
              <a:ext uri="{FF2B5EF4-FFF2-40B4-BE49-F238E27FC236}">
                <a16:creationId xmlns:a16="http://schemas.microsoft.com/office/drawing/2014/main" id="{352801BD-1573-00A3-B1EC-19E2831948F6}"/>
              </a:ext>
            </a:extLst>
          </p:cNvPr>
          <p:cNvSpPr>
            <a:spLocks noGrp="1"/>
          </p:cNvSpPr>
          <p:nvPr>
            <p:ph type="media" sz="quarter" idx="40"/>
          </p:nvPr>
        </p:nvSpPr>
        <p:spPr>
          <a:xfrm>
            <a:off x="595235" y="1128713"/>
            <a:ext cx="11001530" cy="5182346"/>
          </a:xfrm>
          <a:prstGeom prst="roundRect">
            <a:avLst>
              <a:gd name="adj" fmla="val 3473"/>
            </a:avLst>
          </a:prstGeom>
          <a:noFill/>
        </p:spPr>
        <p:txBody>
          <a:bodyPr/>
          <a:lstStyle>
            <a:lvl1pPr>
              <a:defRPr b="0" i="0">
                <a:latin typeface="Poppins" pitchFamily="2" charset="77"/>
              </a:defRPr>
            </a:lvl1pPr>
          </a:lstStyle>
          <a:p>
            <a:r>
              <a:rPr lang="en-US"/>
              <a:t>Click icon to add media</a:t>
            </a:r>
          </a:p>
        </p:txBody>
      </p:sp>
    </p:spTree>
    <p:extLst>
      <p:ext uri="{BB962C8B-B14F-4D97-AF65-F5344CB8AC3E}">
        <p14:creationId xmlns:p14="http://schemas.microsoft.com/office/powerpoint/2010/main" val="2282158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mo 2">
    <p:bg>
      <p:bgPr>
        <a:solidFill>
          <a:srgbClr val="F9F8FF"/>
        </a:solidFill>
        <a:effectLst/>
      </p:bgPr>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5" y="550334"/>
            <a:ext cx="2855779" cy="315727"/>
          </a:xfrm>
          <a:prstGeom prst="rect">
            <a:avLst/>
          </a:prstGeom>
        </p:spPr>
        <p:txBody>
          <a:bodyPr>
            <a:spAutoFit/>
          </a:bodyPr>
          <a:lstStyle>
            <a:lvl1pPr marL="0" indent="0" algn="l" defTabSz="457155" rtl="0" eaLnBrk="1" latinLnBrk="0" hangingPunct="1">
              <a:lnSpc>
                <a:spcPts val="1800"/>
              </a:lnSpc>
              <a:buNone/>
              <a:defRPr lang="en-US" sz="1400" b="0" i="0" kern="0" spc="-28" dirty="0">
                <a:solidFill>
                  <a:schemeClr val="tx2"/>
                </a:solidFill>
                <a:latin typeface="+mn-lt"/>
                <a:ea typeface="Poppins" pitchFamily="2" charset="77"/>
                <a:cs typeface="Poppins" pitchFamily="2" charset="77"/>
              </a:defRPr>
            </a:lvl1pPr>
          </a:lstStyle>
          <a:p>
            <a:pPr lvl="0"/>
            <a:r>
              <a:rPr lang="en-US"/>
              <a:t>Product name</a:t>
            </a: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940225"/>
            <a:ext cx="2855779"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mj-lt"/>
                <a:ea typeface="Poppins" pitchFamily="2" charset="77"/>
                <a:cs typeface="Poppins" pitchFamily="2" charset="77"/>
              </a:defRPr>
            </a:lvl1pPr>
          </a:lstStyle>
          <a:p>
            <a:pPr lvl="0"/>
            <a:r>
              <a:rPr lang="en-US"/>
              <a:t>Demo title</a:t>
            </a:r>
          </a:p>
        </p:txBody>
      </p:sp>
      <p:sp>
        <p:nvSpPr>
          <p:cNvPr id="2" name="Media Placeholder 11">
            <a:extLst>
              <a:ext uri="{FF2B5EF4-FFF2-40B4-BE49-F238E27FC236}">
                <a16:creationId xmlns:a16="http://schemas.microsoft.com/office/drawing/2014/main" id="{2C9BDD7E-69FE-F198-F5B1-A2A72F3F39DB}"/>
              </a:ext>
            </a:extLst>
          </p:cNvPr>
          <p:cNvSpPr>
            <a:spLocks noGrp="1"/>
          </p:cNvSpPr>
          <p:nvPr>
            <p:ph type="media" sz="quarter" idx="40"/>
          </p:nvPr>
        </p:nvSpPr>
        <p:spPr>
          <a:xfrm>
            <a:off x="3878321" y="550334"/>
            <a:ext cx="7718444" cy="5720442"/>
          </a:xfrm>
          <a:prstGeom prst="roundRect">
            <a:avLst>
              <a:gd name="adj" fmla="val 3473"/>
            </a:avLst>
          </a:prstGeom>
          <a:blipFill dpi="0" rotWithShape="1">
            <a:blip r:embed="rId2"/>
            <a:srcRect/>
            <a:stretch>
              <a:fillRect/>
            </a:stretch>
          </a:blipFill>
        </p:spPr>
        <p:txBody>
          <a:bodyPr/>
          <a:lstStyle>
            <a:lvl1pPr>
              <a:defRPr b="0" i="0">
                <a:latin typeface="Poppins" pitchFamily="2" charset="77"/>
              </a:defRPr>
            </a:lvl1pPr>
          </a:lstStyle>
          <a:p>
            <a:r>
              <a:rPr lang="en-US"/>
              <a:t>Click icon to add media</a:t>
            </a:r>
          </a:p>
        </p:txBody>
      </p:sp>
    </p:spTree>
    <p:extLst>
      <p:ext uri="{BB962C8B-B14F-4D97-AF65-F5344CB8AC3E}">
        <p14:creationId xmlns:p14="http://schemas.microsoft.com/office/powerpoint/2010/main" val="4215213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mo - colorful">
    <p:bg>
      <p:bgPr>
        <a:solidFill>
          <a:srgbClr val="F2F2F2"/>
        </a:solidFill>
        <a:effectLst/>
      </p:bgPr>
    </p:bg>
    <p:spTree>
      <p:nvGrpSpPr>
        <p:cNvPr id="1" name=""/>
        <p:cNvGrpSpPr/>
        <p:nvPr/>
      </p:nvGrpSpPr>
      <p:grpSpPr>
        <a:xfrm>
          <a:off x="0" y="0"/>
          <a:ext cx="0" cy="0"/>
          <a:chOff x="0" y="0"/>
          <a:chExt cx="0" cy="0"/>
        </a:xfrm>
      </p:grpSpPr>
      <p:pic>
        <p:nvPicPr>
          <p:cNvPr id="7" name="Picture 6" descr="A group of purple and white cubes&#10;&#10;AI-generated content may be incorrect.">
            <a:extLst>
              <a:ext uri="{FF2B5EF4-FFF2-40B4-BE49-F238E27FC236}">
                <a16:creationId xmlns:a16="http://schemas.microsoft.com/office/drawing/2014/main" id="{8FF125A4-E09A-D3A5-881A-BEEF31D0A42D}"/>
              </a:ext>
            </a:extLst>
          </p:cNvPr>
          <p:cNvPicPr>
            <a:picLocks noChangeAspect="1"/>
          </p:cNvPicPr>
          <p:nvPr/>
        </p:nvPicPr>
        <p:blipFill>
          <a:blip r:embed="rId2"/>
          <a:stretch>
            <a:fillRect/>
          </a:stretch>
        </p:blipFill>
        <p:spPr>
          <a:xfrm>
            <a:off x="1588" y="0"/>
            <a:ext cx="12190413" cy="6858000"/>
          </a:xfrm>
          <a:prstGeom prst="rect">
            <a:avLst/>
          </a:prstGeom>
        </p:spPr>
      </p:pic>
      <p:sp>
        <p:nvSpPr>
          <p:cNvPr id="2" name="Rectangle: Rounded Corners 4">
            <a:extLst>
              <a:ext uri="{FF2B5EF4-FFF2-40B4-BE49-F238E27FC236}">
                <a16:creationId xmlns:a16="http://schemas.microsoft.com/office/drawing/2014/main" id="{347099ED-422B-195B-39D3-C493846C7463}"/>
              </a:ext>
            </a:extLst>
          </p:cNvPr>
          <p:cNvSpPr/>
          <p:nvPr/>
        </p:nvSpPr>
        <p:spPr>
          <a:xfrm>
            <a:off x="960396" y="498843"/>
            <a:ext cx="10271144" cy="6020736"/>
          </a:xfrm>
          <a:prstGeom prst="roundRect">
            <a:avLst>
              <a:gd name="adj" fmla="val 4099"/>
            </a:avLst>
          </a:prstGeom>
          <a:gradFill>
            <a:gsLst>
              <a:gs pos="0">
                <a:schemeClr val="accent2">
                  <a:lumMod val="60000"/>
                  <a:lumOff val="40000"/>
                  <a:alpha val="56103"/>
                </a:schemeClr>
              </a:gs>
              <a:gs pos="99000">
                <a:schemeClr val="bg2">
                  <a:lumMod val="60000"/>
                  <a:lumOff val="40000"/>
                  <a:alpha val="50407"/>
                </a:schemeClr>
              </a:gs>
            </a:gsLst>
            <a:lin ang="3000000" scaled="0"/>
          </a:gradFill>
          <a:ln>
            <a:noFill/>
          </a:ln>
          <a:effectLst>
            <a:outerShdw blurRad="165100" dist="38100" dir="2700000" sx="101000" sy="101000" algn="tl" rotWithShape="0">
              <a:prstClr val="black">
                <a:alpha val="3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latin typeface="Poppins" pitchFamily="2" charset="77"/>
            </a:endParaRPr>
          </a:p>
        </p:txBody>
      </p:sp>
      <p:pic>
        <p:nvPicPr>
          <p:cNvPr id="4" name="Image 2">
            <a:extLst>
              <a:ext uri="{FF2B5EF4-FFF2-40B4-BE49-F238E27FC236}">
                <a16:creationId xmlns:a16="http://schemas.microsoft.com/office/drawing/2014/main" id="{2673596A-66CF-D63B-AAD0-2A8EA43EA2E6}"/>
              </a:ext>
            </a:extLst>
          </p:cNvPr>
          <p:cNvPicPr>
            <a:picLocks noChangeAspect="1"/>
          </p:cNvPicPr>
          <p:nvPr/>
        </p:nvPicPr>
        <p:blipFill>
          <a:blip r:embed="rId3"/>
          <a:srcRect/>
          <a:stretch/>
        </p:blipFill>
        <p:spPr>
          <a:xfrm>
            <a:off x="1297327" y="783726"/>
            <a:ext cx="9793507" cy="5643351"/>
          </a:xfrm>
          <a:prstGeom prst="rect">
            <a:avLst/>
          </a:prstGeom>
        </p:spPr>
      </p:pic>
      <p:sp>
        <p:nvSpPr>
          <p:cNvPr id="5" name="Rectangle: Rounded Corners 6">
            <a:extLst>
              <a:ext uri="{FF2B5EF4-FFF2-40B4-BE49-F238E27FC236}">
                <a16:creationId xmlns:a16="http://schemas.microsoft.com/office/drawing/2014/main" id="{F8E682AB-4C51-9351-5329-2820E25A366B}"/>
              </a:ext>
            </a:extLst>
          </p:cNvPr>
          <p:cNvSpPr/>
          <p:nvPr/>
        </p:nvSpPr>
        <p:spPr>
          <a:xfrm>
            <a:off x="960428" y="489575"/>
            <a:ext cx="10271144" cy="6020736"/>
          </a:xfrm>
          <a:prstGeom prst="roundRect">
            <a:avLst>
              <a:gd name="adj" fmla="val 4099"/>
            </a:avLst>
          </a:prstGeom>
          <a:noFill/>
          <a:ln w="25400">
            <a:gradFill>
              <a:gsLst>
                <a:gs pos="0">
                  <a:schemeClr val="accent1">
                    <a:lumMod val="5000"/>
                    <a:lumOff val="95000"/>
                    <a:alpha val="39000"/>
                  </a:schemeClr>
                </a:gs>
                <a:gs pos="100000">
                  <a:schemeClr val="accent1">
                    <a:lumMod val="30000"/>
                    <a:lumOff val="70000"/>
                  </a:schemeClr>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latin typeface="Poppins" pitchFamily="2" charset="77"/>
            </a:endParaRPr>
          </a:p>
        </p:txBody>
      </p:sp>
      <p:sp>
        <p:nvSpPr>
          <p:cNvPr id="6" name="Media Placeholder 11">
            <a:extLst>
              <a:ext uri="{FF2B5EF4-FFF2-40B4-BE49-F238E27FC236}">
                <a16:creationId xmlns:a16="http://schemas.microsoft.com/office/drawing/2014/main" id="{1557052E-6C30-1A00-5CF1-71E30F79C8CA}"/>
              </a:ext>
            </a:extLst>
          </p:cNvPr>
          <p:cNvSpPr>
            <a:spLocks noGrp="1"/>
          </p:cNvSpPr>
          <p:nvPr>
            <p:ph type="media" sz="quarter" idx="40"/>
          </p:nvPr>
        </p:nvSpPr>
        <p:spPr>
          <a:xfrm>
            <a:off x="1350404" y="846083"/>
            <a:ext cx="9463334" cy="5312979"/>
          </a:xfrm>
          <a:prstGeom prst="roundRect">
            <a:avLst>
              <a:gd name="adj" fmla="val 1678"/>
            </a:avLst>
          </a:prstGeom>
          <a:noFill/>
        </p:spPr>
        <p:txBody>
          <a:bodyPr/>
          <a:lstStyle>
            <a:lvl1pPr marL="0" indent="0">
              <a:buNone/>
              <a:defRPr b="0" i="0">
                <a:latin typeface="Poppins" pitchFamily="2" charset="77"/>
              </a:defRPr>
            </a:lvl1pPr>
          </a:lstStyle>
          <a:p>
            <a:r>
              <a:rPr lang="en-US"/>
              <a:t>Click icon to add media</a:t>
            </a:r>
          </a:p>
        </p:txBody>
      </p:sp>
    </p:spTree>
    <p:extLst>
      <p:ext uri="{BB962C8B-B14F-4D97-AF65-F5344CB8AC3E}">
        <p14:creationId xmlns:p14="http://schemas.microsoft.com/office/powerpoint/2010/main" val="270277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BC98B-BB9E-F61C-6E10-2B96E37F873B}"/>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12DD572F-A58D-A72A-8AA1-2102067F1E24}"/>
              </a:ext>
            </a:extLst>
          </p:cNvPr>
          <p:cNvSpPr>
            <a:spLocks noGrp="1"/>
          </p:cNvSpPr>
          <p:nvPr>
            <p:ph type="body" sz="quarter" idx="10" hasCustomPrompt="1"/>
          </p:nvPr>
        </p:nvSpPr>
        <p:spPr>
          <a:xfrm>
            <a:off x="570209" y="1766094"/>
            <a:ext cx="11046657" cy="4726781"/>
          </a:xfrm>
        </p:spPr>
        <p:txBody>
          <a:bodyPr/>
          <a:lstStyle>
            <a:lvl1pPr>
              <a:buNone/>
              <a:defRPr>
                <a:latin typeface="Consolas" panose="020B0609020204030204" pitchFamily="49" charset="0"/>
                <a:cs typeface="Cascadia Code" panose="020B0609020000020004" pitchFamily="49" charset="0"/>
              </a:defRPr>
            </a:lvl1pPr>
          </a:lstStyle>
          <a:p>
            <a:pPr lvl="0"/>
            <a:r>
              <a:rPr lang="en-US"/>
              <a:t>Demo code here</a:t>
            </a:r>
          </a:p>
        </p:txBody>
      </p:sp>
    </p:spTree>
    <p:extLst>
      <p:ext uri="{BB962C8B-B14F-4D97-AF65-F5344CB8AC3E}">
        <p14:creationId xmlns:p14="http://schemas.microsoft.com/office/powerpoint/2010/main" val="1497375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eature list">
    <p:bg>
      <p:bgPr>
        <a:solidFill>
          <a:srgbClr val="F9F8FF"/>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C48ED571-A8AC-EED4-F2A9-9C2361D8AD61}"/>
              </a:ext>
            </a:extLst>
          </p:cNvPr>
          <p:cNvSpPr/>
          <p:nvPr/>
        </p:nvSpPr>
        <p:spPr>
          <a:xfrm>
            <a:off x="570209" y="2679701"/>
            <a:ext cx="5333972" cy="736600"/>
          </a:xfrm>
          <a:prstGeom prst="roundRect">
            <a:avLst>
              <a:gd name="adj" fmla="val 1895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Poppins" pitchFamily="2" charset="77"/>
            </a:endParaRPr>
          </a:p>
        </p:txBody>
      </p:sp>
      <p:sp>
        <p:nvSpPr>
          <p:cNvPr id="4" name="Rounded Rectangle 3">
            <a:extLst>
              <a:ext uri="{FF2B5EF4-FFF2-40B4-BE49-F238E27FC236}">
                <a16:creationId xmlns:a16="http://schemas.microsoft.com/office/drawing/2014/main" id="{182C4E15-A127-94BF-30AA-731C7AFC004F}"/>
              </a:ext>
            </a:extLst>
          </p:cNvPr>
          <p:cNvSpPr/>
          <p:nvPr/>
        </p:nvSpPr>
        <p:spPr>
          <a:xfrm>
            <a:off x="570209" y="3544094"/>
            <a:ext cx="5333972" cy="736600"/>
          </a:xfrm>
          <a:prstGeom prst="roundRect">
            <a:avLst>
              <a:gd name="adj" fmla="val 1895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5" name="Rounded Rectangle 4">
            <a:extLst>
              <a:ext uri="{FF2B5EF4-FFF2-40B4-BE49-F238E27FC236}">
                <a16:creationId xmlns:a16="http://schemas.microsoft.com/office/drawing/2014/main" id="{87C6542C-4162-F7AC-EE60-48448EE2A733}"/>
              </a:ext>
            </a:extLst>
          </p:cNvPr>
          <p:cNvSpPr/>
          <p:nvPr/>
        </p:nvSpPr>
        <p:spPr>
          <a:xfrm>
            <a:off x="570209" y="4408489"/>
            <a:ext cx="5333972" cy="736600"/>
          </a:xfrm>
          <a:prstGeom prst="roundRect">
            <a:avLst>
              <a:gd name="adj" fmla="val 1895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6" name="Rounded Rectangle 5">
            <a:extLst>
              <a:ext uri="{FF2B5EF4-FFF2-40B4-BE49-F238E27FC236}">
                <a16:creationId xmlns:a16="http://schemas.microsoft.com/office/drawing/2014/main" id="{F280668C-FC2C-D27B-6FB5-ECDBD9580455}"/>
              </a:ext>
            </a:extLst>
          </p:cNvPr>
          <p:cNvSpPr/>
          <p:nvPr/>
        </p:nvSpPr>
        <p:spPr>
          <a:xfrm>
            <a:off x="6287820" y="2679701"/>
            <a:ext cx="5316330" cy="736600"/>
          </a:xfrm>
          <a:prstGeom prst="roundRect">
            <a:avLst>
              <a:gd name="adj" fmla="val 1895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Poppins" pitchFamily="2" charset="77"/>
            </a:endParaRPr>
          </a:p>
        </p:txBody>
      </p:sp>
      <p:sp>
        <p:nvSpPr>
          <p:cNvPr id="7" name="Rounded Rectangle 6">
            <a:extLst>
              <a:ext uri="{FF2B5EF4-FFF2-40B4-BE49-F238E27FC236}">
                <a16:creationId xmlns:a16="http://schemas.microsoft.com/office/drawing/2014/main" id="{4F453BF1-87F1-27DE-9D90-05A37337BB1A}"/>
              </a:ext>
            </a:extLst>
          </p:cNvPr>
          <p:cNvSpPr/>
          <p:nvPr/>
        </p:nvSpPr>
        <p:spPr>
          <a:xfrm>
            <a:off x="6270179" y="3544094"/>
            <a:ext cx="5333972" cy="736600"/>
          </a:xfrm>
          <a:prstGeom prst="roundRect">
            <a:avLst>
              <a:gd name="adj" fmla="val 1895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8" name="Rounded Rectangle 7">
            <a:extLst>
              <a:ext uri="{FF2B5EF4-FFF2-40B4-BE49-F238E27FC236}">
                <a16:creationId xmlns:a16="http://schemas.microsoft.com/office/drawing/2014/main" id="{6EBF8327-C872-0E93-E2D2-27A336896A24}"/>
              </a:ext>
            </a:extLst>
          </p:cNvPr>
          <p:cNvSpPr/>
          <p:nvPr/>
        </p:nvSpPr>
        <p:spPr>
          <a:xfrm>
            <a:off x="6270179" y="4408489"/>
            <a:ext cx="5333972" cy="736600"/>
          </a:xfrm>
          <a:prstGeom prst="roundRect">
            <a:avLst>
              <a:gd name="adj" fmla="val 1895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10" name="Text Placeholder 8">
            <a:extLst>
              <a:ext uri="{FF2B5EF4-FFF2-40B4-BE49-F238E27FC236}">
                <a16:creationId xmlns:a16="http://schemas.microsoft.com/office/drawing/2014/main" id="{46CF9050-1185-50CA-8889-5E6D9F993C1A}"/>
              </a:ext>
            </a:extLst>
          </p:cNvPr>
          <p:cNvSpPr>
            <a:spLocks noGrp="1"/>
          </p:cNvSpPr>
          <p:nvPr>
            <p:ph type="body" sz="quarter" idx="21" hasCustomPrompt="1"/>
          </p:nvPr>
        </p:nvSpPr>
        <p:spPr>
          <a:xfrm>
            <a:off x="770937" y="2900626"/>
            <a:ext cx="4932514" cy="294750"/>
          </a:xfrm>
          <a:prstGeom prst="rect">
            <a:avLst/>
          </a:prstGeom>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2" name="Text Placeholder 8">
            <a:extLst>
              <a:ext uri="{FF2B5EF4-FFF2-40B4-BE49-F238E27FC236}">
                <a16:creationId xmlns:a16="http://schemas.microsoft.com/office/drawing/2014/main" id="{00C22135-2533-7ABF-F6AB-357B7DF7F208}"/>
              </a:ext>
            </a:extLst>
          </p:cNvPr>
          <p:cNvSpPr>
            <a:spLocks noGrp="1"/>
          </p:cNvSpPr>
          <p:nvPr>
            <p:ph type="body" sz="quarter" idx="22" hasCustomPrompt="1"/>
          </p:nvPr>
        </p:nvSpPr>
        <p:spPr>
          <a:xfrm>
            <a:off x="770937" y="3760781"/>
            <a:ext cx="4932514" cy="294750"/>
          </a:xfrm>
          <a:prstGeom prst="rect">
            <a:avLst/>
          </a:prstGeom>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3" name="Text Placeholder 8">
            <a:extLst>
              <a:ext uri="{FF2B5EF4-FFF2-40B4-BE49-F238E27FC236}">
                <a16:creationId xmlns:a16="http://schemas.microsoft.com/office/drawing/2014/main" id="{31F06BD1-1213-36A3-AAAF-D170FD7CC002}"/>
              </a:ext>
            </a:extLst>
          </p:cNvPr>
          <p:cNvSpPr>
            <a:spLocks noGrp="1"/>
          </p:cNvSpPr>
          <p:nvPr>
            <p:ph type="body" sz="quarter" idx="23" hasCustomPrompt="1"/>
          </p:nvPr>
        </p:nvSpPr>
        <p:spPr>
          <a:xfrm>
            <a:off x="770937" y="4628686"/>
            <a:ext cx="4932514" cy="294750"/>
          </a:xfrm>
          <a:prstGeom prst="rect">
            <a:avLst/>
          </a:prstGeom>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4" name="Text Placeholder 8">
            <a:extLst>
              <a:ext uri="{FF2B5EF4-FFF2-40B4-BE49-F238E27FC236}">
                <a16:creationId xmlns:a16="http://schemas.microsoft.com/office/drawing/2014/main" id="{A6B7160B-D15F-D172-B25C-0E9EE63BBCEA}"/>
              </a:ext>
            </a:extLst>
          </p:cNvPr>
          <p:cNvSpPr>
            <a:spLocks noGrp="1"/>
          </p:cNvSpPr>
          <p:nvPr>
            <p:ph type="body" sz="quarter" idx="24" hasCustomPrompt="1"/>
          </p:nvPr>
        </p:nvSpPr>
        <p:spPr>
          <a:xfrm>
            <a:off x="6473571" y="2908375"/>
            <a:ext cx="4932514" cy="294750"/>
          </a:xfrm>
          <a:prstGeom prst="rect">
            <a:avLst/>
          </a:prstGeom>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5" name="Text Placeholder 8">
            <a:extLst>
              <a:ext uri="{FF2B5EF4-FFF2-40B4-BE49-F238E27FC236}">
                <a16:creationId xmlns:a16="http://schemas.microsoft.com/office/drawing/2014/main" id="{634F3F99-C798-FAD5-78E1-99DA5F2A388E}"/>
              </a:ext>
            </a:extLst>
          </p:cNvPr>
          <p:cNvSpPr>
            <a:spLocks noGrp="1"/>
          </p:cNvSpPr>
          <p:nvPr>
            <p:ph type="body" sz="quarter" idx="25" hasCustomPrompt="1"/>
          </p:nvPr>
        </p:nvSpPr>
        <p:spPr>
          <a:xfrm>
            <a:off x="6473571" y="3760781"/>
            <a:ext cx="4932514" cy="294750"/>
          </a:xfrm>
          <a:prstGeom prst="rect">
            <a:avLst/>
          </a:prstGeom>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6" name="Text Placeholder 8">
            <a:extLst>
              <a:ext uri="{FF2B5EF4-FFF2-40B4-BE49-F238E27FC236}">
                <a16:creationId xmlns:a16="http://schemas.microsoft.com/office/drawing/2014/main" id="{251E807B-C260-B492-A3DC-AE0C3E62951D}"/>
              </a:ext>
            </a:extLst>
          </p:cNvPr>
          <p:cNvSpPr>
            <a:spLocks noGrp="1"/>
          </p:cNvSpPr>
          <p:nvPr>
            <p:ph type="body" sz="quarter" idx="26" hasCustomPrompt="1"/>
          </p:nvPr>
        </p:nvSpPr>
        <p:spPr>
          <a:xfrm>
            <a:off x="6473571" y="4628686"/>
            <a:ext cx="4932514" cy="294750"/>
          </a:xfrm>
          <a:prstGeom prst="rect">
            <a:avLst/>
          </a:prstGeom>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2" name="Text Placeholder 19">
            <a:extLst>
              <a:ext uri="{FF2B5EF4-FFF2-40B4-BE49-F238E27FC236}">
                <a16:creationId xmlns:a16="http://schemas.microsoft.com/office/drawing/2014/main" id="{4E3FD322-2A62-03BF-0DD2-7D7BC7103E97}"/>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11" name="Text Placeholder 19">
            <a:extLst>
              <a:ext uri="{FF2B5EF4-FFF2-40B4-BE49-F238E27FC236}">
                <a16:creationId xmlns:a16="http://schemas.microsoft.com/office/drawing/2014/main" id="{661BB894-C548-9893-AB8D-9B2330E76DA4}"/>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2173040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bg>
      <p:bgPr>
        <a:solidFill>
          <a:srgbClr val="F9F8FF"/>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B8A08768-A8D1-56B8-9E72-F5247632A5A0}"/>
              </a:ext>
            </a:extLst>
          </p:cNvPr>
          <p:cNvSpPr>
            <a:spLocks noGrp="1"/>
          </p:cNvSpPr>
          <p:nvPr>
            <p:ph type="body" sz="quarter" idx="10" hasCustomPrompt="1"/>
          </p:nvPr>
        </p:nvSpPr>
        <p:spPr>
          <a:xfrm>
            <a:off x="4999676" y="531468"/>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2" name="Text Placeholder 19">
            <a:extLst>
              <a:ext uri="{FF2B5EF4-FFF2-40B4-BE49-F238E27FC236}">
                <a16:creationId xmlns:a16="http://schemas.microsoft.com/office/drawing/2014/main" id="{9D36D911-7F66-D321-2E3E-25348A43CD12}"/>
              </a:ext>
            </a:extLst>
          </p:cNvPr>
          <p:cNvSpPr>
            <a:spLocks noGrp="1"/>
          </p:cNvSpPr>
          <p:nvPr>
            <p:ph type="body" sz="quarter" idx="11" hasCustomPrompt="1"/>
          </p:nvPr>
        </p:nvSpPr>
        <p:spPr>
          <a:xfrm>
            <a:off x="4290927" y="533400"/>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00</a:t>
            </a:r>
          </a:p>
          <a:p>
            <a:pPr lvl="0"/>
            <a:endParaRPr lang="en-US"/>
          </a:p>
        </p:txBody>
      </p:sp>
      <p:sp>
        <p:nvSpPr>
          <p:cNvPr id="23" name="Text Placeholder 19">
            <a:extLst>
              <a:ext uri="{FF2B5EF4-FFF2-40B4-BE49-F238E27FC236}">
                <a16:creationId xmlns:a16="http://schemas.microsoft.com/office/drawing/2014/main" id="{2BB80305-533F-525A-2094-2BA8CC178E8A}"/>
              </a:ext>
            </a:extLst>
          </p:cNvPr>
          <p:cNvSpPr>
            <a:spLocks noGrp="1"/>
          </p:cNvSpPr>
          <p:nvPr>
            <p:ph type="body" sz="quarter" idx="13" hasCustomPrompt="1"/>
          </p:nvPr>
        </p:nvSpPr>
        <p:spPr>
          <a:xfrm>
            <a:off x="541684" y="551622"/>
            <a:ext cx="3504744" cy="317500"/>
          </a:xfrm>
          <a:prstGeom prst="rect">
            <a:avLst/>
          </a:prstGeom>
        </p:spPr>
        <p:txBody>
          <a:bodyPr>
            <a:noAutofit/>
          </a:bodyPr>
          <a:lstStyle>
            <a:lvl1pPr marL="0" indent="0" algn="l" defTabSz="457155" rtl="0" eaLnBrk="1" latinLnBrk="0" hangingPunct="1">
              <a:lnSpc>
                <a:spcPts val="2200"/>
              </a:lnSpc>
              <a:buNone/>
              <a:defRPr lang="en-US" sz="1800" b="0" i="0" kern="0" spc="0" dirty="0" smtClean="0">
                <a:solidFill>
                  <a:schemeClr val="tx2"/>
                </a:solidFill>
                <a:latin typeface="+mn-lt"/>
                <a:ea typeface="Poppins" pitchFamily="2" charset="77"/>
                <a:cs typeface="Poppins" pitchFamily="2" charset="77"/>
              </a:defRPr>
            </a:lvl1pPr>
          </a:lstStyle>
          <a:p>
            <a:pPr lvl="0"/>
            <a:r>
              <a:rPr lang="en-US"/>
              <a:t>Agenda</a:t>
            </a:r>
          </a:p>
        </p:txBody>
      </p:sp>
      <p:sp>
        <p:nvSpPr>
          <p:cNvPr id="25" name="Text Placeholder 19">
            <a:extLst>
              <a:ext uri="{FF2B5EF4-FFF2-40B4-BE49-F238E27FC236}">
                <a16:creationId xmlns:a16="http://schemas.microsoft.com/office/drawing/2014/main" id="{9D750292-3DAA-64F4-E346-058EF93A4730}"/>
              </a:ext>
            </a:extLst>
          </p:cNvPr>
          <p:cNvSpPr>
            <a:spLocks noGrp="1"/>
          </p:cNvSpPr>
          <p:nvPr>
            <p:ph type="body" sz="quarter" idx="15" hasCustomPrompt="1"/>
          </p:nvPr>
        </p:nvSpPr>
        <p:spPr>
          <a:xfrm>
            <a:off x="541684" y="937550"/>
            <a:ext cx="3504744" cy="368562"/>
          </a:xfrm>
          <a:prstGeom prst="rect">
            <a:avLst/>
          </a:prstGeom>
        </p:spPr>
        <p:txBody>
          <a:bodyPr>
            <a:spAutoFit/>
          </a:bodyPr>
          <a:lstStyle>
            <a:lvl1pPr marL="0" indent="0" algn="l" defTabSz="457155" rtl="0" eaLnBrk="1" latinLnBrk="0" hangingPunct="1">
              <a:lnSpc>
                <a:spcPts val="2200"/>
              </a:lnSpc>
              <a:buNone/>
              <a:defRPr lang="en-US" sz="18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p:txBody>
      </p:sp>
      <p:sp>
        <p:nvSpPr>
          <p:cNvPr id="28" name="Text Placeholder 19">
            <a:extLst>
              <a:ext uri="{FF2B5EF4-FFF2-40B4-BE49-F238E27FC236}">
                <a16:creationId xmlns:a16="http://schemas.microsoft.com/office/drawing/2014/main" id="{909B5BC6-004B-406B-86ED-C0F664D767BA}"/>
              </a:ext>
            </a:extLst>
          </p:cNvPr>
          <p:cNvSpPr>
            <a:spLocks noGrp="1"/>
          </p:cNvSpPr>
          <p:nvPr>
            <p:ph type="body" sz="quarter" idx="16" hasCustomPrompt="1"/>
          </p:nvPr>
        </p:nvSpPr>
        <p:spPr>
          <a:xfrm>
            <a:off x="4999676" y="982880"/>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9" name="Text Placeholder 19">
            <a:extLst>
              <a:ext uri="{FF2B5EF4-FFF2-40B4-BE49-F238E27FC236}">
                <a16:creationId xmlns:a16="http://schemas.microsoft.com/office/drawing/2014/main" id="{22607F7F-1EAC-B2FA-AC82-78456EA42FF5}"/>
              </a:ext>
            </a:extLst>
          </p:cNvPr>
          <p:cNvSpPr>
            <a:spLocks noGrp="1"/>
          </p:cNvSpPr>
          <p:nvPr>
            <p:ph type="body" sz="quarter" idx="17" hasCustomPrompt="1"/>
          </p:nvPr>
        </p:nvSpPr>
        <p:spPr>
          <a:xfrm>
            <a:off x="4290927" y="984813"/>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0" name="Text Placeholder 19">
            <a:extLst>
              <a:ext uri="{FF2B5EF4-FFF2-40B4-BE49-F238E27FC236}">
                <a16:creationId xmlns:a16="http://schemas.microsoft.com/office/drawing/2014/main" id="{EDFEF231-B3A4-17F4-23CF-B712A4401DBA}"/>
              </a:ext>
            </a:extLst>
          </p:cNvPr>
          <p:cNvSpPr>
            <a:spLocks noGrp="1"/>
          </p:cNvSpPr>
          <p:nvPr>
            <p:ph type="body" sz="quarter" idx="18" hasCustomPrompt="1"/>
          </p:nvPr>
        </p:nvSpPr>
        <p:spPr>
          <a:xfrm>
            <a:off x="4999676" y="1437847"/>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1" name="Text Placeholder 19">
            <a:extLst>
              <a:ext uri="{FF2B5EF4-FFF2-40B4-BE49-F238E27FC236}">
                <a16:creationId xmlns:a16="http://schemas.microsoft.com/office/drawing/2014/main" id="{3FC7885F-D58E-D154-62B9-8314D6E34C2B}"/>
              </a:ext>
            </a:extLst>
          </p:cNvPr>
          <p:cNvSpPr>
            <a:spLocks noGrp="1"/>
          </p:cNvSpPr>
          <p:nvPr>
            <p:ph type="body" sz="quarter" idx="19" hasCustomPrompt="1"/>
          </p:nvPr>
        </p:nvSpPr>
        <p:spPr>
          <a:xfrm>
            <a:off x="4290927" y="1439779"/>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2" name="Text Placeholder 19">
            <a:extLst>
              <a:ext uri="{FF2B5EF4-FFF2-40B4-BE49-F238E27FC236}">
                <a16:creationId xmlns:a16="http://schemas.microsoft.com/office/drawing/2014/main" id="{3206D664-9025-7588-3785-9B5127BB52DC}"/>
              </a:ext>
            </a:extLst>
          </p:cNvPr>
          <p:cNvSpPr>
            <a:spLocks noGrp="1"/>
          </p:cNvSpPr>
          <p:nvPr>
            <p:ph type="body" sz="quarter" idx="20" hasCustomPrompt="1"/>
          </p:nvPr>
        </p:nvSpPr>
        <p:spPr>
          <a:xfrm>
            <a:off x="4999676" y="1892813"/>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3" name="Text Placeholder 19">
            <a:extLst>
              <a:ext uri="{FF2B5EF4-FFF2-40B4-BE49-F238E27FC236}">
                <a16:creationId xmlns:a16="http://schemas.microsoft.com/office/drawing/2014/main" id="{B1D64F4E-B2B1-F66D-F67B-35D740CF5508}"/>
              </a:ext>
            </a:extLst>
          </p:cNvPr>
          <p:cNvSpPr>
            <a:spLocks noGrp="1"/>
          </p:cNvSpPr>
          <p:nvPr>
            <p:ph type="body" sz="quarter" idx="21" hasCustomPrompt="1"/>
          </p:nvPr>
        </p:nvSpPr>
        <p:spPr>
          <a:xfrm>
            <a:off x="4290927" y="1894746"/>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4" name="Text Placeholder 19">
            <a:extLst>
              <a:ext uri="{FF2B5EF4-FFF2-40B4-BE49-F238E27FC236}">
                <a16:creationId xmlns:a16="http://schemas.microsoft.com/office/drawing/2014/main" id="{DD90E18B-EA52-CF02-E309-052B97441951}"/>
              </a:ext>
            </a:extLst>
          </p:cNvPr>
          <p:cNvSpPr>
            <a:spLocks noGrp="1"/>
          </p:cNvSpPr>
          <p:nvPr>
            <p:ph type="body" sz="quarter" idx="22" hasCustomPrompt="1"/>
          </p:nvPr>
        </p:nvSpPr>
        <p:spPr>
          <a:xfrm>
            <a:off x="4999676" y="2347780"/>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5" name="Text Placeholder 19">
            <a:extLst>
              <a:ext uri="{FF2B5EF4-FFF2-40B4-BE49-F238E27FC236}">
                <a16:creationId xmlns:a16="http://schemas.microsoft.com/office/drawing/2014/main" id="{35B5BBF1-8BFB-DADC-91A0-66BE29830F6B}"/>
              </a:ext>
            </a:extLst>
          </p:cNvPr>
          <p:cNvSpPr>
            <a:spLocks noGrp="1"/>
          </p:cNvSpPr>
          <p:nvPr>
            <p:ph type="body" sz="quarter" idx="23" hasCustomPrompt="1"/>
          </p:nvPr>
        </p:nvSpPr>
        <p:spPr>
          <a:xfrm>
            <a:off x="4290927" y="2349712"/>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6" name="Text Placeholder 19">
            <a:extLst>
              <a:ext uri="{FF2B5EF4-FFF2-40B4-BE49-F238E27FC236}">
                <a16:creationId xmlns:a16="http://schemas.microsoft.com/office/drawing/2014/main" id="{D45D058E-B1E6-9724-7878-C61F5E256716}"/>
              </a:ext>
            </a:extLst>
          </p:cNvPr>
          <p:cNvSpPr>
            <a:spLocks noGrp="1"/>
          </p:cNvSpPr>
          <p:nvPr>
            <p:ph type="body" sz="quarter" idx="24" hasCustomPrompt="1"/>
          </p:nvPr>
        </p:nvSpPr>
        <p:spPr>
          <a:xfrm>
            <a:off x="4999676" y="2802746"/>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7" name="Text Placeholder 19">
            <a:extLst>
              <a:ext uri="{FF2B5EF4-FFF2-40B4-BE49-F238E27FC236}">
                <a16:creationId xmlns:a16="http://schemas.microsoft.com/office/drawing/2014/main" id="{6767140E-1887-CBD2-537F-0F89AA863F4A}"/>
              </a:ext>
            </a:extLst>
          </p:cNvPr>
          <p:cNvSpPr>
            <a:spLocks noGrp="1"/>
          </p:cNvSpPr>
          <p:nvPr>
            <p:ph type="body" sz="quarter" idx="25" hasCustomPrompt="1"/>
          </p:nvPr>
        </p:nvSpPr>
        <p:spPr>
          <a:xfrm>
            <a:off x="4290927" y="2804679"/>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8" name="Text Placeholder 19">
            <a:extLst>
              <a:ext uri="{FF2B5EF4-FFF2-40B4-BE49-F238E27FC236}">
                <a16:creationId xmlns:a16="http://schemas.microsoft.com/office/drawing/2014/main" id="{D2DAF6A0-18B6-8865-E352-FBD3DA7F6754}"/>
              </a:ext>
            </a:extLst>
          </p:cNvPr>
          <p:cNvSpPr>
            <a:spLocks noGrp="1"/>
          </p:cNvSpPr>
          <p:nvPr>
            <p:ph type="body" sz="quarter" idx="26" hasCustomPrompt="1"/>
          </p:nvPr>
        </p:nvSpPr>
        <p:spPr>
          <a:xfrm>
            <a:off x="4999676" y="3257713"/>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9" name="Text Placeholder 19">
            <a:extLst>
              <a:ext uri="{FF2B5EF4-FFF2-40B4-BE49-F238E27FC236}">
                <a16:creationId xmlns:a16="http://schemas.microsoft.com/office/drawing/2014/main" id="{6C68D9E7-6D29-A137-DBFE-B0921598A108}"/>
              </a:ext>
            </a:extLst>
          </p:cNvPr>
          <p:cNvSpPr>
            <a:spLocks noGrp="1"/>
          </p:cNvSpPr>
          <p:nvPr>
            <p:ph type="body" sz="quarter" idx="27" hasCustomPrompt="1"/>
          </p:nvPr>
        </p:nvSpPr>
        <p:spPr>
          <a:xfrm>
            <a:off x="4290927" y="3259645"/>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40" name="Text Placeholder 19">
            <a:extLst>
              <a:ext uri="{FF2B5EF4-FFF2-40B4-BE49-F238E27FC236}">
                <a16:creationId xmlns:a16="http://schemas.microsoft.com/office/drawing/2014/main" id="{3B00CE70-CCD3-CF1B-8E6B-B04013BD71CD}"/>
              </a:ext>
            </a:extLst>
          </p:cNvPr>
          <p:cNvSpPr>
            <a:spLocks noGrp="1"/>
          </p:cNvSpPr>
          <p:nvPr>
            <p:ph type="body" sz="quarter" idx="28" hasCustomPrompt="1"/>
          </p:nvPr>
        </p:nvSpPr>
        <p:spPr>
          <a:xfrm>
            <a:off x="4999676" y="3712678"/>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41" name="Text Placeholder 19">
            <a:extLst>
              <a:ext uri="{FF2B5EF4-FFF2-40B4-BE49-F238E27FC236}">
                <a16:creationId xmlns:a16="http://schemas.microsoft.com/office/drawing/2014/main" id="{3AFF83DD-F4F2-57F9-7604-66A5BBAB3028}"/>
              </a:ext>
            </a:extLst>
          </p:cNvPr>
          <p:cNvSpPr>
            <a:spLocks noGrp="1"/>
          </p:cNvSpPr>
          <p:nvPr>
            <p:ph type="body" sz="quarter" idx="29" hasCustomPrompt="1"/>
          </p:nvPr>
        </p:nvSpPr>
        <p:spPr>
          <a:xfrm>
            <a:off x="4290927" y="3714612"/>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tx2"/>
                </a:solidFill>
                <a:latin typeface="Poppins" pitchFamily="2" charset="77"/>
                <a:ea typeface="Poppins" pitchFamily="2" charset="77"/>
                <a:cs typeface="Poppins" pitchFamily="2" charset="77"/>
              </a:defRPr>
            </a:lvl1pPr>
          </a:lstStyle>
          <a:p>
            <a:pPr lvl="0"/>
            <a:r>
              <a:rPr lang="en-US"/>
              <a:t>88</a:t>
            </a:r>
          </a:p>
          <a:p>
            <a:pPr lvl="0"/>
            <a:endParaRPr lang="en-US"/>
          </a:p>
        </p:txBody>
      </p:sp>
    </p:spTree>
    <p:extLst>
      <p:ext uri="{BB962C8B-B14F-4D97-AF65-F5344CB8AC3E}">
        <p14:creationId xmlns:p14="http://schemas.microsoft.com/office/powerpoint/2010/main" val="97469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p:bg>
      <p:bgPr>
        <a:solidFill>
          <a:srgbClr val="F9F8FF"/>
        </a:solidFill>
        <a:effectLst/>
      </p:bgPr>
    </p:bg>
    <p:spTree>
      <p:nvGrpSpPr>
        <p:cNvPr id="1" name=""/>
        <p:cNvGrpSpPr/>
        <p:nvPr/>
      </p:nvGrpSpPr>
      <p:grpSpPr>
        <a:xfrm>
          <a:off x="0" y="0"/>
          <a:ext cx="0" cy="0"/>
          <a:chOff x="0" y="0"/>
          <a:chExt cx="0" cy="0"/>
        </a:xfrm>
      </p:grpSpPr>
      <p:pic>
        <p:nvPicPr>
          <p:cNvPr id="3" name="Image 0" descr=" ">
            <a:extLst>
              <a:ext uri="{FF2B5EF4-FFF2-40B4-BE49-F238E27FC236}">
                <a16:creationId xmlns:a16="http://schemas.microsoft.com/office/drawing/2014/main" id="{3CB413BA-3930-FE82-88A0-EA5EB423C0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497" y="879475"/>
            <a:ext cx="234875" cy="214313"/>
          </a:xfrm>
          <a:prstGeom prst="rect">
            <a:avLst/>
          </a:prstGeom>
        </p:spPr>
      </p:pic>
      <p:sp>
        <p:nvSpPr>
          <p:cNvPr id="11" name="Text Placeholder 10">
            <a:extLst>
              <a:ext uri="{FF2B5EF4-FFF2-40B4-BE49-F238E27FC236}">
                <a16:creationId xmlns:a16="http://schemas.microsoft.com/office/drawing/2014/main" id="{624CF9D1-3CF4-0A00-E1E5-0844E60F737C}"/>
              </a:ext>
            </a:extLst>
          </p:cNvPr>
          <p:cNvSpPr>
            <a:spLocks noGrp="1"/>
          </p:cNvSpPr>
          <p:nvPr>
            <p:ph type="body" sz="quarter" idx="11" hasCustomPrompt="1"/>
          </p:nvPr>
        </p:nvSpPr>
        <p:spPr>
          <a:xfrm>
            <a:off x="856605" y="4936135"/>
            <a:ext cx="3184904" cy="227588"/>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200" b="0" i="0" kern="1200" dirty="0">
                <a:solidFill>
                  <a:srgbClr val="0F0F0F">
                    <a:alpha val="100000"/>
                  </a:srgbClr>
                </a:solidFill>
                <a:latin typeface="+mn-lt"/>
                <a:ea typeface="Poppins" pitchFamily="2" charset="77"/>
                <a:cs typeface="Poppins" pitchFamily="2" charset="77"/>
              </a:defRPr>
            </a:lvl1pPr>
          </a:lstStyle>
          <a:p>
            <a:pPr lvl="0"/>
            <a:r>
              <a:rPr lang="en-US"/>
              <a:t>TJ Evans</a:t>
            </a:r>
          </a:p>
        </p:txBody>
      </p:sp>
      <p:sp>
        <p:nvSpPr>
          <p:cNvPr id="6" name="Text Placeholder 10">
            <a:extLst>
              <a:ext uri="{FF2B5EF4-FFF2-40B4-BE49-F238E27FC236}">
                <a16:creationId xmlns:a16="http://schemas.microsoft.com/office/drawing/2014/main" id="{AB03F582-0E4D-3AFE-8233-A9319855361C}"/>
              </a:ext>
            </a:extLst>
          </p:cNvPr>
          <p:cNvSpPr>
            <a:spLocks noGrp="1"/>
          </p:cNvSpPr>
          <p:nvPr>
            <p:ph type="body" sz="quarter" idx="14" hasCustomPrompt="1"/>
          </p:nvPr>
        </p:nvSpPr>
        <p:spPr>
          <a:xfrm>
            <a:off x="856605" y="5226026"/>
            <a:ext cx="3184904" cy="227588"/>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200" b="0" i="0" kern="1200" dirty="0">
                <a:solidFill>
                  <a:srgbClr val="0F0F0F">
                    <a:alpha val="100000"/>
                  </a:srgbClr>
                </a:solidFill>
                <a:latin typeface="+mn-lt"/>
                <a:ea typeface="Poppins" pitchFamily="2" charset="77"/>
                <a:cs typeface="Poppins" pitchFamily="2" charset="77"/>
              </a:defRPr>
            </a:lvl1pPr>
          </a:lstStyle>
          <a:p>
            <a:pPr lvl="0"/>
            <a:r>
              <a:rPr lang="en-US"/>
              <a:t>Director of Brand Strategy</a:t>
            </a:r>
          </a:p>
        </p:txBody>
      </p:sp>
      <p:sp>
        <p:nvSpPr>
          <p:cNvPr id="9" name="Text Placeholder 19">
            <a:extLst>
              <a:ext uri="{FF2B5EF4-FFF2-40B4-BE49-F238E27FC236}">
                <a16:creationId xmlns:a16="http://schemas.microsoft.com/office/drawing/2014/main" id="{2C822730-E326-4859-A7C8-19A2452524F6}"/>
              </a:ext>
            </a:extLst>
          </p:cNvPr>
          <p:cNvSpPr>
            <a:spLocks noGrp="1"/>
          </p:cNvSpPr>
          <p:nvPr>
            <p:ph type="body" sz="quarter" idx="10" hasCustomPrompt="1"/>
          </p:nvPr>
        </p:nvSpPr>
        <p:spPr>
          <a:xfrm>
            <a:off x="856606" y="1093788"/>
            <a:ext cx="8842723" cy="3701843"/>
          </a:xfrm>
          <a:prstGeom prst="rect">
            <a:avLst/>
          </a:prstGeom>
        </p:spPr>
        <p:txBody>
          <a:bodyPr>
            <a:normAutofit/>
          </a:bodyPr>
          <a:lstStyle>
            <a:lvl1pPr marL="0" indent="0" algn="l" defTabSz="457155" rtl="0" eaLnBrk="1" latinLnBrk="0" hangingPunct="1">
              <a:lnSpc>
                <a:spcPct val="100000"/>
              </a:lnSpc>
              <a:buNone/>
              <a:defRPr lang="en-US" sz="4800" b="0" i="0" kern="0" spc="0" dirty="0" smtClean="0">
                <a:solidFill>
                  <a:srgbClr val="0F0F0F">
                    <a:alpha val="100000"/>
                  </a:srgbClr>
                </a:solidFill>
                <a:latin typeface="+mn-lt"/>
                <a:ea typeface="Poppins" pitchFamily="2" charset="77"/>
                <a:cs typeface="Poppins" pitchFamily="2" charset="77"/>
              </a:defRPr>
            </a:lvl1pPr>
          </a:lstStyle>
          <a:p>
            <a:pPr lvl="0"/>
            <a:r>
              <a:rPr lang="en-US"/>
              <a:t>Aspire provides tools, templates, and packages for building observable, production-ready distributed apps.</a:t>
            </a:r>
          </a:p>
        </p:txBody>
      </p:sp>
    </p:spTree>
    <p:extLst>
      <p:ext uri="{BB962C8B-B14F-4D97-AF65-F5344CB8AC3E}">
        <p14:creationId xmlns:p14="http://schemas.microsoft.com/office/powerpoint/2010/main" val="4207908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rt">
    <p:bg>
      <p:bgPr>
        <a:solidFill>
          <a:srgbClr val="F9F8FF"/>
        </a:solidFill>
        <a:effectLst/>
      </p:bgPr>
    </p:bg>
    <p:spTree>
      <p:nvGrpSpPr>
        <p:cNvPr id="1" name=""/>
        <p:cNvGrpSpPr/>
        <p:nvPr/>
      </p:nvGrpSpPr>
      <p:grpSpPr>
        <a:xfrm>
          <a:off x="0" y="0"/>
          <a:ext cx="0" cy="0"/>
          <a:chOff x="0" y="0"/>
          <a:chExt cx="0" cy="0"/>
        </a:xfrm>
      </p:grpSpPr>
      <p:sp>
        <p:nvSpPr>
          <p:cNvPr id="3" name="Chart Placeholder 2">
            <a:extLst>
              <a:ext uri="{FF2B5EF4-FFF2-40B4-BE49-F238E27FC236}">
                <a16:creationId xmlns:a16="http://schemas.microsoft.com/office/drawing/2014/main" id="{9100A581-269A-EDFA-B94F-04D2F901FB0E}"/>
              </a:ext>
            </a:extLst>
          </p:cNvPr>
          <p:cNvSpPr>
            <a:spLocks noGrp="1"/>
          </p:cNvSpPr>
          <p:nvPr>
            <p:ph type="chart" sz="quarter" idx="12"/>
          </p:nvPr>
        </p:nvSpPr>
        <p:spPr>
          <a:xfrm>
            <a:off x="2811890" y="1866900"/>
            <a:ext cx="6568220" cy="3733215"/>
          </a:xfrm>
          <a:prstGeom prst="roundRect">
            <a:avLst>
              <a:gd name="adj" fmla="val 1074"/>
            </a:avLst>
          </a:prstGeom>
        </p:spPr>
        <p:txBody>
          <a:bodyPr/>
          <a:lstStyle>
            <a:lvl1pPr>
              <a:defRPr b="0" i="0">
                <a:latin typeface="Poppins" pitchFamily="2" charset="77"/>
              </a:defRPr>
            </a:lvl1pPr>
          </a:lstStyle>
          <a:p>
            <a:r>
              <a:rPr lang="en-US"/>
              <a:t>Click icon to add chart</a:t>
            </a:r>
          </a:p>
        </p:txBody>
      </p:sp>
      <p:sp>
        <p:nvSpPr>
          <p:cNvPr id="2" name="Text Placeholder 19">
            <a:extLst>
              <a:ext uri="{FF2B5EF4-FFF2-40B4-BE49-F238E27FC236}">
                <a16:creationId xmlns:a16="http://schemas.microsoft.com/office/drawing/2014/main" id="{D8C0BCD3-CF44-C545-57D4-DBA095C563E4}"/>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4" name="Text Placeholder 19">
            <a:extLst>
              <a:ext uri="{FF2B5EF4-FFF2-40B4-BE49-F238E27FC236}">
                <a16:creationId xmlns:a16="http://schemas.microsoft.com/office/drawing/2014/main" id="{05874711-0104-92AC-FB1B-3421F36D24DF}"/>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756770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blocks text">
    <p:bg>
      <p:bgPr>
        <a:solidFill>
          <a:srgbClr val="F9F8FF"/>
        </a:solidFill>
        <a:effectLst/>
      </p:bgPr>
    </p:bg>
    <p:spTree>
      <p:nvGrpSpPr>
        <p:cNvPr id="1" name=""/>
        <p:cNvGrpSpPr/>
        <p:nvPr/>
      </p:nvGrpSpPr>
      <p:grpSpPr>
        <a:xfrm>
          <a:off x="0" y="0"/>
          <a:ext cx="0" cy="0"/>
          <a:chOff x="0" y="0"/>
          <a:chExt cx="0" cy="0"/>
        </a:xfrm>
      </p:grpSpPr>
      <p:sp>
        <p:nvSpPr>
          <p:cNvPr id="3" name="Text Placeholder 19">
            <a:extLst>
              <a:ext uri="{FF2B5EF4-FFF2-40B4-BE49-F238E27FC236}">
                <a16:creationId xmlns:a16="http://schemas.microsoft.com/office/drawing/2014/main" id="{B038C5B4-120C-12B2-0C9C-E48F924580F7}"/>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4" name="Text Placeholder 19">
            <a:extLst>
              <a:ext uri="{FF2B5EF4-FFF2-40B4-BE49-F238E27FC236}">
                <a16:creationId xmlns:a16="http://schemas.microsoft.com/office/drawing/2014/main" id="{980BC19F-F9A8-65B9-356E-17CAE6165DAF}"/>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
        <p:nvSpPr>
          <p:cNvPr id="6" name="Rounded Rectangle 26">
            <a:extLst>
              <a:ext uri="{FF2B5EF4-FFF2-40B4-BE49-F238E27FC236}">
                <a16:creationId xmlns:a16="http://schemas.microsoft.com/office/drawing/2014/main" id="{498FD32F-F0AB-6B11-E5A5-C9D1EA714AC4}"/>
              </a:ext>
            </a:extLst>
          </p:cNvPr>
          <p:cNvSpPr/>
          <p:nvPr userDrawn="1"/>
        </p:nvSpPr>
        <p:spPr>
          <a:xfrm>
            <a:off x="570209" y="2946401"/>
            <a:ext cx="5460971" cy="2616200"/>
          </a:xfrm>
          <a:prstGeom prst="roundRect">
            <a:avLst>
              <a:gd name="adj" fmla="val 537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8" name="Rounded Rectangle 27">
            <a:extLst>
              <a:ext uri="{FF2B5EF4-FFF2-40B4-BE49-F238E27FC236}">
                <a16:creationId xmlns:a16="http://schemas.microsoft.com/office/drawing/2014/main" id="{FE7352C0-4665-1D24-26BC-B8CAD697E798}"/>
              </a:ext>
            </a:extLst>
          </p:cNvPr>
          <p:cNvSpPr/>
          <p:nvPr userDrawn="1"/>
        </p:nvSpPr>
        <p:spPr>
          <a:xfrm>
            <a:off x="6155894" y="2946401"/>
            <a:ext cx="5460971" cy="2616200"/>
          </a:xfrm>
          <a:prstGeom prst="roundRect">
            <a:avLst>
              <a:gd name="adj" fmla="val 537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9" name="Shape 2">
            <a:extLst>
              <a:ext uri="{FF2B5EF4-FFF2-40B4-BE49-F238E27FC236}">
                <a16:creationId xmlns:a16="http://schemas.microsoft.com/office/drawing/2014/main" id="{3FAC73AE-53E9-B297-680E-0FAB95D69179}"/>
              </a:ext>
            </a:extLst>
          </p:cNvPr>
          <p:cNvSpPr/>
          <p:nvPr userDrawn="1"/>
        </p:nvSpPr>
        <p:spPr>
          <a:xfrm>
            <a:off x="800096" y="3175000"/>
            <a:ext cx="5003774" cy="787400"/>
          </a:xfrm>
          <a:prstGeom prst="rect">
            <a:avLst/>
          </a:prstGeom>
          <a:noFill/>
          <a:ln/>
        </p:spPr>
        <p:txBody>
          <a:bodyPr/>
          <a:lstStyle/>
          <a:p>
            <a:endParaRPr lang="en-US" sz="900" b="0" i="0">
              <a:solidFill>
                <a:schemeClr val="bg1"/>
              </a:solidFill>
              <a:latin typeface="Poppins" pitchFamily="2" charset="77"/>
            </a:endParaRPr>
          </a:p>
        </p:txBody>
      </p:sp>
      <p:sp>
        <p:nvSpPr>
          <p:cNvPr id="10" name="Shape 7">
            <a:extLst>
              <a:ext uri="{FF2B5EF4-FFF2-40B4-BE49-F238E27FC236}">
                <a16:creationId xmlns:a16="http://schemas.microsoft.com/office/drawing/2014/main" id="{31DBF32D-431B-C00C-8235-504A97A383FA}"/>
              </a:ext>
            </a:extLst>
          </p:cNvPr>
          <p:cNvSpPr/>
          <p:nvPr userDrawn="1"/>
        </p:nvSpPr>
        <p:spPr>
          <a:xfrm>
            <a:off x="6388067" y="3175000"/>
            <a:ext cx="5003774" cy="787400"/>
          </a:xfrm>
          <a:prstGeom prst="rect">
            <a:avLst/>
          </a:prstGeom>
          <a:noFill/>
          <a:ln/>
        </p:spPr>
        <p:txBody>
          <a:bodyPr/>
          <a:lstStyle/>
          <a:p>
            <a:endParaRPr lang="en-US" sz="900" b="0" i="0">
              <a:solidFill>
                <a:schemeClr val="bg1"/>
              </a:solidFill>
              <a:latin typeface="Poppins" pitchFamily="2" charset="77"/>
            </a:endParaRPr>
          </a:p>
        </p:txBody>
      </p:sp>
      <p:sp>
        <p:nvSpPr>
          <p:cNvPr id="11" name="Text Placeholder 19">
            <a:extLst>
              <a:ext uri="{FF2B5EF4-FFF2-40B4-BE49-F238E27FC236}">
                <a16:creationId xmlns:a16="http://schemas.microsoft.com/office/drawing/2014/main" id="{88338532-6875-9556-864D-46834E85E6FA}"/>
              </a:ext>
            </a:extLst>
          </p:cNvPr>
          <p:cNvSpPr>
            <a:spLocks noGrp="1"/>
          </p:cNvSpPr>
          <p:nvPr>
            <p:ph type="body" sz="quarter" idx="18" hasCustomPrompt="1"/>
          </p:nvPr>
        </p:nvSpPr>
        <p:spPr>
          <a:xfrm>
            <a:off x="741593" y="3162617"/>
            <a:ext cx="5103420"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tx1"/>
                </a:solidFill>
                <a:latin typeface="Poppins" pitchFamily="2" charset="77"/>
                <a:ea typeface="Poppins" pitchFamily="2" charset="77"/>
                <a:cs typeface="Poppins" pitchFamily="2" charset="77"/>
              </a:defRPr>
            </a:lvl1pPr>
          </a:lstStyle>
          <a:p>
            <a:pPr lvl="0"/>
            <a:r>
              <a:rPr lang="en-US"/>
              <a:t>Card 1</a:t>
            </a:r>
          </a:p>
        </p:txBody>
      </p:sp>
      <p:sp>
        <p:nvSpPr>
          <p:cNvPr id="13" name="Text Placeholder 19">
            <a:extLst>
              <a:ext uri="{FF2B5EF4-FFF2-40B4-BE49-F238E27FC236}">
                <a16:creationId xmlns:a16="http://schemas.microsoft.com/office/drawing/2014/main" id="{DE7CC92A-08C4-48A8-6070-5737731FC442}"/>
              </a:ext>
            </a:extLst>
          </p:cNvPr>
          <p:cNvSpPr>
            <a:spLocks noGrp="1"/>
          </p:cNvSpPr>
          <p:nvPr>
            <p:ph type="body" sz="quarter" idx="19" hasCustomPrompt="1"/>
          </p:nvPr>
        </p:nvSpPr>
        <p:spPr>
          <a:xfrm>
            <a:off x="741593" y="3655217"/>
            <a:ext cx="5103420"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accent3">
                    <a:lumMod val="25000"/>
                  </a:schemeClr>
                </a:solidFill>
                <a:latin typeface="Poppins" pitchFamily="2" charset="77"/>
                <a:ea typeface="Poppins" pitchFamily="2" charset="77"/>
                <a:cs typeface="Poppins" pitchFamily="2" charset="77"/>
              </a:defRPr>
            </a:lvl1pPr>
          </a:lstStyle>
          <a:p>
            <a:pPr lvl="0"/>
            <a:r>
              <a:rPr lang="en-US"/>
              <a:t>Subtitle</a:t>
            </a:r>
          </a:p>
        </p:txBody>
      </p:sp>
      <p:sp>
        <p:nvSpPr>
          <p:cNvPr id="14" name="Text Placeholder 19">
            <a:extLst>
              <a:ext uri="{FF2B5EF4-FFF2-40B4-BE49-F238E27FC236}">
                <a16:creationId xmlns:a16="http://schemas.microsoft.com/office/drawing/2014/main" id="{E4853B97-4C91-69C5-CC20-7A4F69830171}"/>
              </a:ext>
            </a:extLst>
          </p:cNvPr>
          <p:cNvSpPr>
            <a:spLocks noGrp="1"/>
          </p:cNvSpPr>
          <p:nvPr>
            <p:ph type="body" sz="quarter" idx="20" hasCustomPrompt="1"/>
          </p:nvPr>
        </p:nvSpPr>
        <p:spPr>
          <a:xfrm>
            <a:off x="741593" y="4254501"/>
            <a:ext cx="51034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pitchFamily="2" charset="77"/>
                <a:ea typeface="Poppins" pitchFamily="2" charset="77"/>
                <a:cs typeface="Poppins" pitchFamily="2" charset="77"/>
              </a:defRPr>
            </a:lvl1pPr>
          </a:lstStyle>
          <a:p>
            <a:pPr lvl="0"/>
            <a:r>
              <a:rPr lang="en-US"/>
              <a:t>Description</a:t>
            </a:r>
          </a:p>
        </p:txBody>
      </p:sp>
      <p:sp>
        <p:nvSpPr>
          <p:cNvPr id="15" name="Text Placeholder 19">
            <a:extLst>
              <a:ext uri="{FF2B5EF4-FFF2-40B4-BE49-F238E27FC236}">
                <a16:creationId xmlns:a16="http://schemas.microsoft.com/office/drawing/2014/main" id="{C2BDF1C3-8BA3-F76F-9AC3-8D1996DDCEDB}"/>
              </a:ext>
            </a:extLst>
          </p:cNvPr>
          <p:cNvSpPr>
            <a:spLocks noGrp="1"/>
          </p:cNvSpPr>
          <p:nvPr>
            <p:ph type="body" sz="quarter" idx="21" hasCustomPrompt="1"/>
          </p:nvPr>
        </p:nvSpPr>
        <p:spPr>
          <a:xfrm>
            <a:off x="6346987" y="3162617"/>
            <a:ext cx="5103420"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tx1"/>
                </a:solidFill>
                <a:latin typeface="Poppins" pitchFamily="2" charset="77"/>
                <a:ea typeface="Poppins" pitchFamily="2" charset="77"/>
                <a:cs typeface="Poppins" pitchFamily="2" charset="77"/>
              </a:defRPr>
            </a:lvl1pPr>
          </a:lstStyle>
          <a:p>
            <a:pPr lvl="0"/>
            <a:r>
              <a:rPr lang="en-US"/>
              <a:t>Card 2</a:t>
            </a:r>
          </a:p>
        </p:txBody>
      </p:sp>
      <p:sp>
        <p:nvSpPr>
          <p:cNvPr id="16" name="Text Placeholder 19">
            <a:extLst>
              <a:ext uri="{FF2B5EF4-FFF2-40B4-BE49-F238E27FC236}">
                <a16:creationId xmlns:a16="http://schemas.microsoft.com/office/drawing/2014/main" id="{C7CBDEC1-4221-7E4C-98F2-C79E486E1622}"/>
              </a:ext>
            </a:extLst>
          </p:cNvPr>
          <p:cNvSpPr>
            <a:spLocks noGrp="1"/>
          </p:cNvSpPr>
          <p:nvPr>
            <p:ph type="body" sz="quarter" idx="22" hasCustomPrompt="1"/>
          </p:nvPr>
        </p:nvSpPr>
        <p:spPr>
          <a:xfrm>
            <a:off x="6346987" y="3655217"/>
            <a:ext cx="5103420"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accent3">
                    <a:lumMod val="25000"/>
                  </a:schemeClr>
                </a:solidFill>
                <a:latin typeface="Poppins" pitchFamily="2" charset="77"/>
                <a:ea typeface="Poppins" pitchFamily="2" charset="77"/>
                <a:cs typeface="Poppins" pitchFamily="2" charset="77"/>
              </a:defRPr>
            </a:lvl1pPr>
          </a:lstStyle>
          <a:p>
            <a:pPr lvl="0"/>
            <a:r>
              <a:rPr lang="en-US"/>
              <a:t>Subtitle</a:t>
            </a:r>
          </a:p>
        </p:txBody>
      </p:sp>
      <p:sp>
        <p:nvSpPr>
          <p:cNvPr id="19" name="Text Placeholder 19">
            <a:extLst>
              <a:ext uri="{FF2B5EF4-FFF2-40B4-BE49-F238E27FC236}">
                <a16:creationId xmlns:a16="http://schemas.microsoft.com/office/drawing/2014/main" id="{F06152B0-43D9-B355-9F71-851DF7CDB9A2}"/>
              </a:ext>
            </a:extLst>
          </p:cNvPr>
          <p:cNvSpPr>
            <a:spLocks noGrp="1"/>
          </p:cNvSpPr>
          <p:nvPr>
            <p:ph type="body" sz="quarter" idx="23" hasCustomPrompt="1"/>
          </p:nvPr>
        </p:nvSpPr>
        <p:spPr>
          <a:xfrm>
            <a:off x="6346987" y="4254501"/>
            <a:ext cx="51034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pitchFamily="2" charset="77"/>
                <a:ea typeface="Poppins" pitchFamily="2" charset="77"/>
                <a:cs typeface="Poppins" pitchFamily="2" charset="77"/>
              </a:defRPr>
            </a:lvl1pPr>
          </a:lstStyle>
          <a:p>
            <a:pPr lvl="0"/>
            <a:r>
              <a:rPr lang="en-US"/>
              <a:t>Description</a:t>
            </a:r>
          </a:p>
        </p:txBody>
      </p:sp>
    </p:spTree>
    <p:extLst>
      <p:ext uri="{BB962C8B-B14F-4D97-AF65-F5344CB8AC3E}">
        <p14:creationId xmlns:p14="http://schemas.microsoft.com/office/powerpoint/2010/main" val="1397668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blocks text">
    <p:bg>
      <p:bgPr>
        <a:solidFill>
          <a:srgbClr val="F9F8FF"/>
        </a:solidFill>
        <a:effectLst/>
      </p:bgPr>
    </p:bg>
    <p:spTree>
      <p:nvGrpSpPr>
        <p:cNvPr id="1" name=""/>
        <p:cNvGrpSpPr/>
        <p:nvPr/>
      </p:nvGrpSpPr>
      <p:grpSpPr>
        <a:xfrm>
          <a:off x="0" y="0"/>
          <a:ext cx="0" cy="0"/>
          <a:chOff x="0" y="0"/>
          <a:chExt cx="0" cy="0"/>
        </a:xfrm>
      </p:grpSpPr>
      <p:sp>
        <p:nvSpPr>
          <p:cNvPr id="9" name="Text Placeholder 19">
            <a:extLst>
              <a:ext uri="{FF2B5EF4-FFF2-40B4-BE49-F238E27FC236}">
                <a16:creationId xmlns:a16="http://schemas.microsoft.com/office/drawing/2014/main" id="{DA3749EA-BC9E-3D74-59C3-C2103C4416C4}"/>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10" name="Text Placeholder 19">
            <a:extLst>
              <a:ext uri="{FF2B5EF4-FFF2-40B4-BE49-F238E27FC236}">
                <a16:creationId xmlns:a16="http://schemas.microsoft.com/office/drawing/2014/main" id="{D91802E8-F5CE-6F50-9925-12150F608950}"/>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
        <p:nvSpPr>
          <p:cNvPr id="11" name="Rounded Rectangle 26">
            <a:extLst>
              <a:ext uri="{FF2B5EF4-FFF2-40B4-BE49-F238E27FC236}">
                <a16:creationId xmlns:a16="http://schemas.microsoft.com/office/drawing/2014/main" id="{B5419488-3951-7E1F-C5C9-1A205975EFA7}"/>
              </a:ext>
            </a:extLst>
          </p:cNvPr>
          <p:cNvSpPr/>
          <p:nvPr userDrawn="1"/>
        </p:nvSpPr>
        <p:spPr>
          <a:xfrm>
            <a:off x="570209" y="2946401"/>
            <a:ext cx="3522651" cy="2616200"/>
          </a:xfrm>
          <a:prstGeom prst="roundRect">
            <a:avLst>
              <a:gd name="adj" fmla="val 537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12" name="Rounded Rectangle 27">
            <a:extLst>
              <a:ext uri="{FF2B5EF4-FFF2-40B4-BE49-F238E27FC236}">
                <a16:creationId xmlns:a16="http://schemas.microsoft.com/office/drawing/2014/main" id="{0637A94F-B2FB-DFE3-8EC4-D99CB2D4897A}"/>
              </a:ext>
            </a:extLst>
          </p:cNvPr>
          <p:cNvSpPr/>
          <p:nvPr userDrawn="1"/>
        </p:nvSpPr>
        <p:spPr>
          <a:xfrm>
            <a:off x="4322747" y="2946401"/>
            <a:ext cx="3522651" cy="2616200"/>
          </a:xfrm>
          <a:prstGeom prst="roundRect">
            <a:avLst>
              <a:gd name="adj" fmla="val 537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13" name="Shape 2">
            <a:extLst>
              <a:ext uri="{FF2B5EF4-FFF2-40B4-BE49-F238E27FC236}">
                <a16:creationId xmlns:a16="http://schemas.microsoft.com/office/drawing/2014/main" id="{51C6600E-9F48-7D8A-1508-00EF8A36726A}"/>
              </a:ext>
            </a:extLst>
          </p:cNvPr>
          <p:cNvSpPr/>
          <p:nvPr userDrawn="1"/>
        </p:nvSpPr>
        <p:spPr>
          <a:xfrm>
            <a:off x="800096" y="3175000"/>
            <a:ext cx="3227732" cy="787400"/>
          </a:xfrm>
          <a:prstGeom prst="rect">
            <a:avLst/>
          </a:prstGeom>
          <a:noFill/>
          <a:ln/>
        </p:spPr>
        <p:txBody>
          <a:bodyPr/>
          <a:lstStyle/>
          <a:p>
            <a:endParaRPr lang="en-US" sz="900" b="0" i="0">
              <a:solidFill>
                <a:schemeClr val="bg1"/>
              </a:solidFill>
              <a:latin typeface="Poppins" pitchFamily="2" charset="77"/>
            </a:endParaRPr>
          </a:p>
        </p:txBody>
      </p:sp>
      <p:sp>
        <p:nvSpPr>
          <p:cNvPr id="14" name="Shape 7">
            <a:extLst>
              <a:ext uri="{FF2B5EF4-FFF2-40B4-BE49-F238E27FC236}">
                <a16:creationId xmlns:a16="http://schemas.microsoft.com/office/drawing/2014/main" id="{DAED88CB-9F1A-697B-9457-1E6061A67CE2}"/>
              </a:ext>
            </a:extLst>
          </p:cNvPr>
          <p:cNvSpPr/>
          <p:nvPr userDrawn="1"/>
        </p:nvSpPr>
        <p:spPr>
          <a:xfrm>
            <a:off x="4554920" y="3175000"/>
            <a:ext cx="3227732" cy="787400"/>
          </a:xfrm>
          <a:prstGeom prst="rect">
            <a:avLst/>
          </a:prstGeom>
          <a:noFill/>
          <a:ln/>
        </p:spPr>
        <p:txBody>
          <a:bodyPr/>
          <a:lstStyle/>
          <a:p>
            <a:endParaRPr lang="en-US" sz="900" b="0" i="0">
              <a:solidFill>
                <a:schemeClr val="bg1"/>
              </a:solidFill>
              <a:latin typeface="Poppins" pitchFamily="2" charset="77"/>
            </a:endParaRPr>
          </a:p>
        </p:txBody>
      </p:sp>
      <p:sp>
        <p:nvSpPr>
          <p:cNvPr id="15" name="Text Placeholder 19">
            <a:extLst>
              <a:ext uri="{FF2B5EF4-FFF2-40B4-BE49-F238E27FC236}">
                <a16:creationId xmlns:a16="http://schemas.microsoft.com/office/drawing/2014/main" id="{A4304E5D-5DA3-4A9F-11DB-1F95BBE63FAA}"/>
              </a:ext>
            </a:extLst>
          </p:cNvPr>
          <p:cNvSpPr>
            <a:spLocks noGrp="1"/>
          </p:cNvSpPr>
          <p:nvPr>
            <p:ph type="body" sz="quarter" idx="18" hasCustomPrompt="1"/>
          </p:nvPr>
        </p:nvSpPr>
        <p:spPr>
          <a:xfrm>
            <a:off x="741593" y="3162617"/>
            <a:ext cx="3292009"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tx1"/>
                </a:solidFill>
                <a:latin typeface="Poppins" pitchFamily="2" charset="77"/>
                <a:ea typeface="Poppins" pitchFamily="2" charset="77"/>
                <a:cs typeface="Poppins" pitchFamily="2" charset="77"/>
              </a:defRPr>
            </a:lvl1pPr>
          </a:lstStyle>
          <a:p>
            <a:pPr lvl="0"/>
            <a:r>
              <a:rPr lang="en-US"/>
              <a:t>Card 1</a:t>
            </a:r>
          </a:p>
        </p:txBody>
      </p:sp>
      <p:sp>
        <p:nvSpPr>
          <p:cNvPr id="16" name="Text Placeholder 19">
            <a:extLst>
              <a:ext uri="{FF2B5EF4-FFF2-40B4-BE49-F238E27FC236}">
                <a16:creationId xmlns:a16="http://schemas.microsoft.com/office/drawing/2014/main" id="{1C85F9A9-6055-BA4B-9398-71671EA8FE47}"/>
              </a:ext>
            </a:extLst>
          </p:cNvPr>
          <p:cNvSpPr>
            <a:spLocks noGrp="1"/>
          </p:cNvSpPr>
          <p:nvPr>
            <p:ph type="body" sz="quarter" idx="19" hasCustomPrompt="1"/>
          </p:nvPr>
        </p:nvSpPr>
        <p:spPr>
          <a:xfrm>
            <a:off x="741593" y="3655217"/>
            <a:ext cx="3292009"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accent3">
                    <a:lumMod val="25000"/>
                  </a:schemeClr>
                </a:solidFill>
                <a:latin typeface="Poppins" pitchFamily="2" charset="77"/>
                <a:ea typeface="Poppins" pitchFamily="2" charset="77"/>
                <a:cs typeface="Poppins" pitchFamily="2" charset="77"/>
              </a:defRPr>
            </a:lvl1pPr>
          </a:lstStyle>
          <a:p>
            <a:pPr lvl="0"/>
            <a:r>
              <a:rPr lang="en-US"/>
              <a:t>Subtitle</a:t>
            </a:r>
          </a:p>
        </p:txBody>
      </p:sp>
      <p:sp>
        <p:nvSpPr>
          <p:cNvPr id="18" name="Text Placeholder 19">
            <a:extLst>
              <a:ext uri="{FF2B5EF4-FFF2-40B4-BE49-F238E27FC236}">
                <a16:creationId xmlns:a16="http://schemas.microsoft.com/office/drawing/2014/main" id="{BAD0304E-8DB1-C152-8B86-7D8B72A1ECA2}"/>
              </a:ext>
            </a:extLst>
          </p:cNvPr>
          <p:cNvSpPr>
            <a:spLocks noGrp="1"/>
          </p:cNvSpPr>
          <p:nvPr>
            <p:ph type="body" sz="quarter" idx="20" hasCustomPrompt="1"/>
          </p:nvPr>
        </p:nvSpPr>
        <p:spPr>
          <a:xfrm>
            <a:off x="741593" y="4254501"/>
            <a:ext cx="3292009"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pitchFamily="2" charset="77"/>
                <a:ea typeface="Poppins" pitchFamily="2" charset="77"/>
                <a:cs typeface="Poppins" pitchFamily="2" charset="77"/>
              </a:defRPr>
            </a:lvl1pPr>
          </a:lstStyle>
          <a:p>
            <a:pPr lvl="0"/>
            <a:r>
              <a:rPr lang="en-US"/>
              <a:t>Description</a:t>
            </a:r>
          </a:p>
        </p:txBody>
      </p:sp>
      <p:sp>
        <p:nvSpPr>
          <p:cNvPr id="19" name="Text Placeholder 19">
            <a:extLst>
              <a:ext uri="{FF2B5EF4-FFF2-40B4-BE49-F238E27FC236}">
                <a16:creationId xmlns:a16="http://schemas.microsoft.com/office/drawing/2014/main" id="{5E11DA78-CBEE-A532-3A04-B206F967CA43}"/>
              </a:ext>
            </a:extLst>
          </p:cNvPr>
          <p:cNvSpPr>
            <a:spLocks noGrp="1"/>
          </p:cNvSpPr>
          <p:nvPr>
            <p:ph type="body" sz="quarter" idx="21" hasCustomPrompt="1"/>
          </p:nvPr>
        </p:nvSpPr>
        <p:spPr>
          <a:xfrm>
            <a:off x="4513840" y="3162617"/>
            <a:ext cx="3292009"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tx1"/>
                </a:solidFill>
                <a:latin typeface="Poppins" pitchFamily="2" charset="77"/>
                <a:ea typeface="Poppins" pitchFamily="2" charset="77"/>
                <a:cs typeface="Poppins" pitchFamily="2" charset="77"/>
              </a:defRPr>
            </a:lvl1pPr>
          </a:lstStyle>
          <a:p>
            <a:pPr lvl="0"/>
            <a:r>
              <a:rPr lang="en-US"/>
              <a:t>Card 2</a:t>
            </a:r>
          </a:p>
        </p:txBody>
      </p:sp>
      <p:sp>
        <p:nvSpPr>
          <p:cNvPr id="20" name="Text Placeholder 19">
            <a:extLst>
              <a:ext uri="{FF2B5EF4-FFF2-40B4-BE49-F238E27FC236}">
                <a16:creationId xmlns:a16="http://schemas.microsoft.com/office/drawing/2014/main" id="{DCAF1E6E-B297-A570-2035-C66701F99C48}"/>
              </a:ext>
            </a:extLst>
          </p:cNvPr>
          <p:cNvSpPr>
            <a:spLocks noGrp="1"/>
          </p:cNvSpPr>
          <p:nvPr>
            <p:ph type="body" sz="quarter" idx="22" hasCustomPrompt="1"/>
          </p:nvPr>
        </p:nvSpPr>
        <p:spPr>
          <a:xfrm>
            <a:off x="4513840" y="3655217"/>
            <a:ext cx="3292009"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accent3">
                    <a:lumMod val="25000"/>
                  </a:schemeClr>
                </a:solidFill>
                <a:latin typeface="Poppins" pitchFamily="2" charset="77"/>
                <a:ea typeface="Poppins" pitchFamily="2" charset="77"/>
                <a:cs typeface="Poppins" pitchFamily="2" charset="77"/>
              </a:defRPr>
            </a:lvl1pPr>
          </a:lstStyle>
          <a:p>
            <a:pPr lvl="0"/>
            <a:r>
              <a:rPr lang="en-US"/>
              <a:t>Subtitle</a:t>
            </a:r>
          </a:p>
        </p:txBody>
      </p:sp>
      <p:sp>
        <p:nvSpPr>
          <p:cNvPr id="21" name="Text Placeholder 19">
            <a:extLst>
              <a:ext uri="{FF2B5EF4-FFF2-40B4-BE49-F238E27FC236}">
                <a16:creationId xmlns:a16="http://schemas.microsoft.com/office/drawing/2014/main" id="{B09427C6-F907-DD5D-1A6C-6C161ADE9BAA}"/>
              </a:ext>
            </a:extLst>
          </p:cNvPr>
          <p:cNvSpPr>
            <a:spLocks noGrp="1"/>
          </p:cNvSpPr>
          <p:nvPr>
            <p:ph type="body" sz="quarter" idx="23" hasCustomPrompt="1"/>
          </p:nvPr>
        </p:nvSpPr>
        <p:spPr>
          <a:xfrm>
            <a:off x="4513840" y="4254501"/>
            <a:ext cx="3292009"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pitchFamily="2" charset="77"/>
                <a:ea typeface="Poppins" pitchFamily="2" charset="77"/>
                <a:cs typeface="Poppins" pitchFamily="2" charset="77"/>
              </a:defRPr>
            </a:lvl1pPr>
          </a:lstStyle>
          <a:p>
            <a:pPr lvl="0"/>
            <a:r>
              <a:rPr lang="en-US"/>
              <a:t>Description</a:t>
            </a:r>
          </a:p>
        </p:txBody>
      </p:sp>
      <p:sp>
        <p:nvSpPr>
          <p:cNvPr id="25" name="Rounded Rectangle 27">
            <a:extLst>
              <a:ext uri="{FF2B5EF4-FFF2-40B4-BE49-F238E27FC236}">
                <a16:creationId xmlns:a16="http://schemas.microsoft.com/office/drawing/2014/main" id="{49E3689D-40A0-796D-D0AE-602C7098472F}"/>
              </a:ext>
            </a:extLst>
          </p:cNvPr>
          <p:cNvSpPr/>
          <p:nvPr userDrawn="1"/>
        </p:nvSpPr>
        <p:spPr>
          <a:xfrm>
            <a:off x="8075285" y="2946401"/>
            <a:ext cx="3522651" cy="2616200"/>
          </a:xfrm>
          <a:prstGeom prst="roundRect">
            <a:avLst>
              <a:gd name="adj" fmla="val 537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26" name="Shape 7">
            <a:extLst>
              <a:ext uri="{FF2B5EF4-FFF2-40B4-BE49-F238E27FC236}">
                <a16:creationId xmlns:a16="http://schemas.microsoft.com/office/drawing/2014/main" id="{35BFF50F-6084-4CE9-0CE8-607284CBCE62}"/>
              </a:ext>
            </a:extLst>
          </p:cNvPr>
          <p:cNvSpPr/>
          <p:nvPr userDrawn="1"/>
        </p:nvSpPr>
        <p:spPr>
          <a:xfrm>
            <a:off x="8307458" y="3175000"/>
            <a:ext cx="3227732" cy="787400"/>
          </a:xfrm>
          <a:prstGeom prst="rect">
            <a:avLst/>
          </a:prstGeom>
          <a:noFill/>
          <a:ln/>
        </p:spPr>
        <p:txBody>
          <a:bodyPr/>
          <a:lstStyle/>
          <a:p>
            <a:endParaRPr lang="en-US" sz="900" b="0" i="0">
              <a:solidFill>
                <a:schemeClr val="bg1"/>
              </a:solidFill>
              <a:latin typeface="Poppins" pitchFamily="2" charset="77"/>
            </a:endParaRPr>
          </a:p>
        </p:txBody>
      </p:sp>
      <p:sp>
        <p:nvSpPr>
          <p:cNvPr id="32" name="Text Placeholder 19">
            <a:extLst>
              <a:ext uri="{FF2B5EF4-FFF2-40B4-BE49-F238E27FC236}">
                <a16:creationId xmlns:a16="http://schemas.microsoft.com/office/drawing/2014/main" id="{F870274A-204B-6EAC-F7AE-C586C89F0397}"/>
              </a:ext>
            </a:extLst>
          </p:cNvPr>
          <p:cNvSpPr>
            <a:spLocks noGrp="1"/>
          </p:cNvSpPr>
          <p:nvPr>
            <p:ph type="body" sz="quarter" idx="24" hasCustomPrompt="1"/>
          </p:nvPr>
        </p:nvSpPr>
        <p:spPr>
          <a:xfrm>
            <a:off x="8266378" y="3162617"/>
            <a:ext cx="3292009"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tx1"/>
                </a:solidFill>
                <a:latin typeface="Poppins" pitchFamily="2" charset="77"/>
                <a:ea typeface="Poppins" pitchFamily="2" charset="77"/>
                <a:cs typeface="Poppins" pitchFamily="2" charset="77"/>
              </a:defRPr>
            </a:lvl1pPr>
          </a:lstStyle>
          <a:p>
            <a:pPr lvl="0"/>
            <a:r>
              <a:rPr lang="en-US"/>
              <a:t>Card 3</a:t>
            </a:r>
          </a:p>
        </p:txBody>
      </p:sp>
      <p:sp>
        <p:nvSpPr>
          <p:cNvPr id="33" name="Text Placeholder 19">
            <a:extLst>
              <a:ext uri="{FF2B5EF4-FFF2-40B4-BE49-F238E27FC236}">
                <a16:creationId xmlns:a16="http://schemas.microsoft.com/office/drawing/2014/main" id="{CDBCCFA8-4E7F-C923-1F56-321A7A8274FD}"/>
              </a:ext>
            </a:extLst>
          </p:cNvPr>
          <p:cNvSpPr>
            <a:spLocks noGrp="1"/>
          </p:cNvSpPr>
          <p:nvPr>
            <p:ph type="body" sz="quarter" idx="25" hasCustomPrompt="1"/>
          </p:nvPr>
        </p:nvSpPr>
        <p:spPr>
          <a:xfrm>
            <a:off x="8266378" y="3655217"/>
            <a:ext cx="3292009"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accent3">
                    <a:lumMod val="25000"/>
                  </a:schemeClr>
                </a:solidFill>
                <a:latin typeface="Poppins" pitchFamily="2" charset="77"/>
                <a:ea typeface="Poppins" pitchFamily="2" charset="77"/>
                <a:cs typeface="Poppins" pitchFamily="2" charset="77"/>
              </a:defRPr>
            </a:lvl1pPr>
          </a:lstStyle>
          <a:p>
            <a:pPr lvl="0"/>
            <a:r>
              <a:rPr lang="en-US"/>
              <a:t>Subtitle</a:t>
            </a:r>
          </a:p>
        </p:txBody>
      </p:sp>
      <p:sp>
        <p:nvSpPr>
          <p:cNvPr id="34" name="Text Placeholder 19">
            <a:extLst>
              <a:ext uri="{FF2B5EF4-FFF2-40B4-BE49-F238E27FC236}">
                <a16:creationId xmlns:a16="http://schemas.microsoft.com/office/drawing/2014/main" id="{79E90848-FBA9-6784-E936-67CF4A5595DA}"/>
              </a:ext>
            </a:extLst>
          </p:cNvPr>
          <p:cNvSpPr>
            <a:spLocks noGrp="1"/>
          </p:cNvSpPr>
          <p:nvPr>
            <p:ph type="body" sz="quarter" idx="26" hasCustomPrompt="1"/>
          </p:nvPr>
        </p:nvSpPr>
        <p:spPr>
          <a:xfrm>
            <a:off x="8266378" y="4254501"/>
            <a:ext cx="3292009"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pitchFamily="2" charset="77"/>
                <a:ea typeface="Poppins" pitchFamily="2" charset="77"/>
                <a:cs typeface="Poppins" pitchFamily="2" charset="77"/>
              </a:defRPr>
            </a:lvl1pPr>
          </a:lstStyle>
          <a:p>
            <a:pPr lvl="0"/>
            <a:r>
              <a:rPr lang="en-US"/>
              <a:t>Description</a:t>
            </a:r>
          </a:p>
        </p:txBody>
      </p:sp>
    </p:spTree>
    <p:extLst>
      <p:ext uri="{BB962C8B-B14F-4D97-AF65-F5344CB8AC3E}">
        <p14:creationId xmlns:p14="http://schemas.microsoft.com/office/powerpoint/2010/main" val="3491251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points">
    <p:bg>
      <p:bgPr>
        <a:solidFill>
          <a:srgbClr val="F9F8FF"/>
        </a:solidFill>
        <a:effectLst/>
      </p:bgPr>
    </p:bg>
    <p:spTree>
      <p:nvGrpSpPr>
        <p:cNvPr id="1" name=""/>
        <p:cNvGrpSpPr/>
        <p:nvPr/>
      </p:nvGrpSpPr>
      <p:grpSpPr>
        <a:xfrm>
          <a:off x="0" y="0"/>
          <a:ext cx="0" cy="0"/>
          <a:chOff x="0" y="0"/>
          <a:chExt cx="0" cy="0"/>
        </a:xfrm>
      </p:grpSpPr>
      <p:sp>
        <p:nvSpPr>
          <p:cNvPr id="3" name="Text Placeholder 19">
            <a:extLst>
              <a:ext uri="{FF2B5EF4-FFF2-40B4-BE49-F238E27FC236}">
                <a16:creationId xmlns:a16="http://schemas.microsoft.com/office/drawing/2014/main" id="{1CE68035-5C66-16BC-0189-93A367333B7B}"/>
              </a:ext>
            </a:extLst>
          </p:cNvPr>
          <p:cNvSpPr>
            <a:spLocks noGrp="1"/>
          </p:cNvSpPr>
          <p:nvPr>
            <p:ph type="body" sz="quarter" idx="19" hasCustomPrompt="1"/>
          </p:nvPr>
        </p:nvSpPr>
        <p:spPr>
          <a:xfrm>
            <a:off x="524915"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01</a:t>
            </a:r>
          </a:p>
        </p:txBody>
      </p:sp>
      <p:sp>
        <p:nvSpPr>
          <p:cNvPr id="26" name="Text Placeholder 19">
            <a:extLst>
              <a:ext uri="{FF2B5EF4-FFF2-40B4-BE49-F238E27FC236}">
                <a16:creationId xmlns:a16="http://schemas.microsoft.com/office/drawing/2014/main" id="{1A458391-216E-C845-856C-2A4E798510CD}"/>
              </a:ext>
            </a:extLst>
          </p:cNvPr>
          <p:cNvSpPr>
            <a:spLocks noGrp="1"/>
          </p:cNvSpPr>
          <p:nvPr>
            <p:ph type="body" sz="quarter" idx="24" hasCustomPrompt="1"/>
          </p:nvPr>
        </p:nvSpPr>
        <p:spPr>
          <a:xfrm>
            <a:off x="2383618"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02</a:t>
            </a:r>
          </a:p>
        </p:txBody>
      </p:sp>
      <p:sp>
        <p:nvSpPr>
          <p:cNvPr id="29" name="Text Placeholder 19">
            <a:extLst>
              <a:ext uri="{FF2B5EF4-FFF2-40B4-BE49-F238E27FC236}">
                <a16:creationId xmlns:a16="http://schemas.microsoft.com/office/drawing/2014/main" id="{6CCC77AF-444A-D86E-7572-EFF8B6390E08}"/>
              </a:ext>
            </a:extLst>
          </p:cNvPr>
          <p:cNvSpPr>
            <a:spLocks noGrp="1"/>
          </p:cNvSpPr>
          <p:nvPr>
            <p:ph type="body" sz="quarter" idx="27" hasCustomPrompt="1"/>
          </p:nvPr>
        </p:nvSpPr>
        <p:spPr>
          <a:xfrm>
            <a:off x="4247345"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03</a:t>
            </a:r>
          </a:p>
        </p:txBody>
      </p:sp>
      <p:sp>
        <p:nvSpPr>
          <p:cNvPr id="32" name="Text Placeholder 19">
            <a:extLst>
              <a:ext uri="{FF2B5EF4-FFF2-40B4-BE49-F238E27FC236}">
                <a16:creationId xmlns:a16="http://schemas.microsoft.com/office/drawing/2014/main" id="{E4C9B303-6F54-1ECD-0DEF-CC04F2DF72EF}"/>
              </a:ext>
            </a:extLst>
          </p:cNvPr>
          <p:cNvSpPr>
            <a:spLocks noGrp="1"/>
          </p:cNvSpPr>
          <p:nvPr>
            <p:ph type="body" sz="quarter" idx="30" hasCustomPrompt="1"/>
          </p:nvPr>
        </p:nvSpPr>
        <p:spPr>
          <a:xfrm>
            <a:off x="6106048"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04</a:t>
            </a:r>
          </a:p>
        </p:txBody>
      </p:sp>
      <p:sp>
        <p:nvSpPr>
          <p:cNvPr id="35" name="Text Placeholder 19">
            <a:extLst>
              <a:ext uri="{FF2B5EF4-FFF2-40B4-BE49-F238E27FC236}">
                <a16:creationId xmlns:a16="http://schemas.microsoft.com/office/drawing/2014/main" id="{F82DE218-3924-5725-018E-C4DC95C3A0D7}"/>
              </a:ext>
            </a:extLst>
          </p:cNvPr>
          <p:cNvSpPr>
            <a:spLocks noGrp="1"/>
          </p:cNvSpPr>
          <p:nvPr>
            <p:ph type="body" sz="quarter" idx="33" hasCustomPrompt="1"/>
          </p:nvPr>
        </p:nvSpPr>
        <p:spPr>
          <a:xfrm>
            <a:off x="7969774"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05</a:t>
            </a:r>
          </a:p>
        </p:txBody>
      </p:sp>
      <p:sp>
        <p:nvSpPr>
          <p:cNvPr id="38" name="Text Placeholder 19">
            <a:extLst>
              <a:ext uri="{FF2B5EF4-FFF2-40B4-BE49-F238E27FC236}">
                <a16:creationId xmlns:a16="http://schemas.microsoft.com/office/drawing/2014/main" id="{E2FA7884-3D92-14BF-D759-0C98BDFE7DCB}"/>
              </a:ext>
            </a:extLst>
          </p:cNvPr>
          <p:cNvSpPr>
            <a:spLocks noGrp="1"/>
          </p:cNvSpPr>
          <p:nvPr>
            <p:ph type="body" sz="quarter" idx="36" hasCustomPrompt="1"/>
          </p:nvPr>
        </p:nvSpPr>
        <p:spPr>
          <a:xfrm>
            <a:off x="9833501"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06</a:t>
            </a:r>
          </a:p>
        </p:txBody>
      </p:sp>
      <p:sp>
        <p:nvSpPr>
          <p:cNvPr id="5" name="Text Placeholder 19">
            <a:extLst>
              <a:ext uri="{FF2B5EF4-FFF2-40B4-BE49-F238E27FC236}">
                <a16:creationId xmlns:a16="http://schemas.microsoft.com/office/drawing/2014/main" id="{27C419AC-C1EA-29FF-B315-EA94B734DECF}"/>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6" name="Text Placeholder 19">
            <a:extLst>
              <a:ext uri="{FF2B5EF4-FFF2-40B4-BE49-F238E27FC236}">
                <a16:creationId xmlns:a16="http://schemas.microsoft.com/office/drawing/2014/main" id="{31DDD263-1179-D4D7-99CC-02D6377D2A48}"/>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
        <p:nvSpPr>
          <p:cNvPr id="9" name="Text Placeholder 19">
            <a:extLst>
              <a:ext uri="{FF2B5EF4-FFF2-40B4-BE49-F238E27FC236}">
                <a16:creationId xmlns:a16="http://schemas.microsoft.com/office/drawing/2014/main" id="{A57FE674-63FC-4876-1C69-DE03C588E5CA}"/>
              </a:ext>
            </a:extLst>
          </p:cNvPr>
          <p:cNvSpPr>
            <a:spLocks noGrp="1"/>
          </p:cNvSpPr>
          <p:nvPr>
            <p:ph type="body" sz="quarter" idx="16" hasCustomPrompt="1"/>
          </p:nvPr>
        </p:nvSpPr>
        <p:spPr>
          <a:xfrm>
            <a:off x="519889"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Title</a:t>
            </a:r>
          </a:p>
        </p:txBody>
      </p:sp>
      <p:sp>
        <p:nvSpPr>
          <p:cNvPr id="10" name="Text Placeholder 19">
            <a:extLst>
              <a:ext uri="{FF2B5EF4-FFF2-40B4-BE49-F238E27FC236}">
                <a16:creationId xmlns:a16="http://schemas.microsoft.com/office/drawing/2014/main" id="{0A4BD9EC-3D48-08EA-FC9E-3A16594327BB}"/>
              </a:ext>
            </a:extLst>
          </p:cNvPr>
          <p:cNvSpPr>
            <a:spLocks noGrp="1"/>
          </p:cNvSpPr>
          <p:nvPr>
            <p:ph type="body" sz="quarter" idx="23" hasCustomPrompt="1"/>
          </p:nvPr>
        </p:nvSpPr>
        <p:spPr>
          <a:xfrm>
            <a:off x="2378592"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Title</a:t>
            </a:r>
          </a:p>
        </p:txBody>
      </p:sp>
      <p:sp>
        <p:nvSpPr>
          <p:cNvPr id="11" name="Text Placeholder 19">
            <a:extLst>
              <a:ext uri="{FF2B5EF4-FFF2-40B4-BE49-F238E27FC236}">
                <a16:creationId xmlns:a16="http://schemas.microsoft.com/office/drawing/2014/main" id="{9389439F-0878-B7E5-2B62-DBA24AD2FCD3}"/>
              </a:ext>
            </a:extLst>
          </p:cNvPr>
          <p:cNvSpPr>
            <a:spLocks noGrp="1"/>
          </p:cNvSpPr>
          <p:nvPr>
            <p:ph type="body" sz="quarter" idx="26" hasCustomPrompt="1"/>
          </p:nvPr>
        </p:nvSpPr>
        <p:spPr>
          <a:xfrm>
            <a:off x="4242319"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Title</a:t>
            </a:r>
          </a:p>
        </p:txBody>
      </p:sp>
      <p:sp>
        <p:nvSpPr>
          <p:cNvPr id="12" name="Text Placeholder 19">
            <a:extLst>
              <a:ext uri="{FF2B5EF4-FFF2-40B4-BE49-F238E27FC236}">
                <a16:creationId xmlns:a16="http://schemas.microsoft.com/office/drawing/2014/main" id="{970B66ED-A92F-E2F8-B25D-4C2519A9B223}"/>
              </a:ext>
            </a:extLst>
          </p:cNvPr>
          <p:cNvSpPr>
            <a:spLocks noGrp="1"/>
          </p:cNvSpPr>
          <p:nvPr>
            <p:ph type="body" sz="quarter" idx="29" hasCustomPrompt="1"/>
          </p:nvPr>
        </p:nvSpPr>
        <p:spPr>
          <a:xfrm>
            <a:off x="6101022"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Title</a:t>
            </a:r>
          </a:p>
        </p:txBody>
      </p:sp>
      <p:sp>
        <p:nvSpPr>
          <p:cNvPr id="13" name="Text Placeholder 19">
            <a:extLst>
              <a:ext uri="{FF2B5EF4-FFF2-40B4-BE49-F238E27FC236}">
                <a16:creationId xmlns:a16="http://schemas.microsoft.com/office/drawing/2014/main" id="{F770C5B8-B2CE-77B9-432C-449F081057D9}"/>
              </a:ext>
            </a:extLst>
          </p:cNvPr>
          <p:cNvSpPr>
            <a:spLocks noGrp="1"/>
          </p:cNvSpPr>
          <p:nvPr>
            <p:ph type="body" sz="quarter" idx="32" hasCustomPrompt="1"/>
          </p:nvPr>
        </p:nvSpPr>
        <p:spPr>
          <a:xfrm>
            <a:off x="7964748"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Title</a:t>
            </a:r>
          </a:p>
        </p:txBody>
      </p:sp>
      <p:sp>
        <p:nvSpPr>
          <p:cNvPr id="14" name="Text Placeholder 19">
            <a:extLst>
              <a:ext uri="{FF2B5EF4-FFF2-40B4-BE49-F238E27FC236}">
                <a16:creationId xmlns:a16="http://schemas.microsoft.com/office/drawing/2014/main" id="{6FE10F78-02DE-810B-18B9-756D1269CAD4}"/>
              </a:ext>
            </a:extLst>
          </p:cNvPr>
          <p:cNvSpPr>
            <a:spLocks noGrp="1"/>
          </p:cNvSpPr>
          <p:nvPr>
            <p:ph type="body" sz="quarter" idx="35" hasCustomPrompt="1"/>
          </p:nvPr>
        </p:nvSpPr>
        <p:spPr>
          <a:xfrm>
            <a:off x="9828475"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Title</a:t>
            </a:r>
          </a:p>
        </p:txBody>
      </p:sp>
      <p:sp>
        <p:nvSpPr>
          <p:cNvPr id="15" name="Text Placeholder 19">
            <a:extLst>
              <a:ext uri="{FF2B5EF4-FFF2-40B4-BE49-F238E27FC236}">
                <a16:creationId xmlns:a16="http://schemas.microsoft.com/office/drawing/2014/main" id="{008C363A-28B4-7DFF-7052-325D825BACC4}"/>
              </a:ext>
            </a:extLst>
          </p:cNvPr>
          <p:cNvSpPr>
            <a:spLocks noGrp="1"/>
          </p:cNvSpPr>
          <p:nvPr>
            <p:ph type="body" sz="quarter" idx="20" hasCustomPrompt="1"/>
          </p:nvPr>
        </p:nvSpPr>
        <p:spPr>
          <a:xfrm>
            <a:off x="519890"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6" name="Text Placeholder 19">
            <a:extLst>
              <a:ext uri="{FF2B5EF4-FFF2-40B4-BE49-F238E27FC236}">
                <a16:creationId xmlns:a16="http://schemas.microsoft.com/office/drawing/2014/main" id="{980703E8-A58E-3019-331A-E7FC960DCFE2}"/>
              </a:ext>
            </a:extLst>
          </p:cNvPr>
          <p:cNvSpPr>
            <a:spLocks noGrp="1"/>
          </p:cNvSpPr>
          <p:nvPr>
            <p:ph type="body" sz="quarter" idx="37" hasCustomPrompt="1"/>
          </p:nvPr>
        </p:nvSpPr>
        <p:spPr>
          <a:xfrm>
            <a:off x="2378592"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7" name="Text Placeholder 19">
            <a:extLst>
              <a:ext uri="{FF2B5EF4-FFF2-40B4-BE49-F238E27FC236}">
                <a16:creationId xmlns:a16="http://schemas.microsoft.com/office/drawing/2014/main" id="{58D0363A-A8C4-5054-9E54-A6627835B9D7}"/>
              </a:ext>
            </a:extLst>
          </p:cNvPr>
          <p:cNvSpPr>
            <a:spLocks noGrp="1"/>
          </p:cNvSpPr>
          <p:nvPr>
            <p:ph type="body" sz="quarter" idx="38" hasCustomPrompt="1"/>
          </p:nvPr>
        </p:nvSpPr>
        <p:spPr>
          <a:xfrm>
            <a:off x="4247346"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8" name="Text Placeholder 19">
            <a:extLst>
              <a:ext uri="{FF2B5EF4-FFF2-40B4-BE49-F238E27FC236}">
                <a16:creationId xmlns:a16="http://schemas.microsoft.com/office/drawing/2014/main" id="{C8A59299-EDF0-3917-7BAC-2B071D4A2E43}"/>
              </a:ext>
            </a:extLst>
          </p:cNvPr>
          <p:cNvSpPr>
            <a:spLocks noGrp="1"/>
          </p:cNvSpPr>
          <p:nvPr>
            <p:ph type="body" sz="quarter" idx="39" hasCustomPrompt="1"/>
          </p:nvPr>
        </p:nvSpPr>
        <p:spPr>
          <a:xfrm>
            <a:off x="6106048"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9" name="Text Placeholder 19">
            <a:extLst>
              <a:ext uri="{FF2B5EF4-FFF2-40B4-BE49-F238E27FC236}">
                <a16:creationId xmlns:a16="http://schemas.microsoft.com/office/drawing/2014/main" id="{9E12FD4D-81A6-09E3-1846-77A28FAAD682}"/>
              </a:ext>
            </a:extLst>
          </p:cNvPr>
          <p:cNvSpPr>
            <a:spLocks noGrp="1"/>
          </p:cNvSpPr>
          <p:nvPr>
            <p:ph type="body" sz="quarter" idx="40" hasCustomPrompt="1"/>
          </p:nvPr>
        </p:nvSpPr>
        <p:spPr>
          <a:xfrm>
            <a:off x="7954706"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20" name="Text Placeholder 19">
            <a:extLst>
              <a:ext uri="{FF2B5EF4-FFF2-40B4-BE49-F238E27FC236}">
                <a16:creationId xmlns:a16="http://schemas.microsoft.com/office/drawing/2014/main" id="{319325E8-58A3-4C6D-0CFA-F9AB40F33531}"/>
              </a:ext>
            </a:extLst>
          </p:cNvPr>
          <p:cNvSpPr>
            <a:spLocks noGrp="1"/>
          </p:cNvSpPr>
          <p:nvPr>
            <p:ph type="body" sz="quarter" idx="41" hasCustomPrompt="1"/>
          </p:nvPr>
        </p:nvSpPr>
        <p:spPr>
          <a:xfrm>
            <a:off x="9813408"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Tree>
    <p:extLst>
      <p:ext uri="{BB962C8B-B14F-4D97-AF65-F5344CB8AC3E}">
        <p14:creationId xmlns:p14="http://schemas.microsoft.com/office/powerpoint/2010/main" val="1282416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points">
    <p:bg>
      <p:bgPr>
        <a:solidFill>
          <a:srgbClr val="F9F8FF"/>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8043316E-25FB-DE88-AD4F-20F98B3B997A}"/>
              </a:ext>
            </a:extLst>
          </p:cNvPr>
          <p:cNvSpPr>
            <a:spLocks noGrp="1"/>
          </p:cNvSpPr>
          <p:nvPr>
            <p:ph type="body" sz="quarter" idx="16" hasCustomPrompt="1"/>
          </p:nvPr>
        </p:nvSpPr>
        <p:spPr>
          <a:xfrm>
            <a:off x="534962" y="2916651"/>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mn-lt"/>
                <a:ea typeface="Poppins" pitchFamily="2" charset="77"/>
                <a:cs typeface="Poppins" pitchFamily="2" charset="77"/>
              </a:defRPr>
            </a:lvl1pPr>
          </a:lstStyle>
          <a:p>
            <a:pPr lvl="0"/>
            <a:r>
              <a:rPr lang="en-US"/>
              <a:t>Title</a:t>
            </a:r>
          </a:p>
        </p:txBody>
      </p:sp>
      <p:sp>
        <p:nvSpPr>
          <p:cNvPr id="3" name="Text Placeholder 19">
            <a:extLst>
              <a:ext uri="{FF2B5EF4-FFF2-40B4-BE49-F238E27FC236}">
                <a16:creationId xmlns:a16="http://schemas.microsoft.com/office/drawing/2014/main" id="{D456C768-C982-33C6-7C49-D561398248C1}"/>
              </a:ext>
            </a:extLst>
          </p:cNvPr>
          <p:cNvSpPr>
            <a:spLocks noGrp="1"/>
          </p:cNvSpPr>
          <p:nvPr>
            <p:ph type="body" sz="quarter" idx="19" hasCustomPrompt="1"/>
          </p:nvPr>
        </p:nvSpPr>
        <p:spPr>
          <a:xfrm>
            <a:off x="534962" y="2505087"/>
            <a:ext cx="3504744" cy="404470"/>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01</a:t>
            </a:r>
          </a:p>
        </p:txBody>
      </p:sp>
      <p:sp>
        <p:nvSpPr>
          <p:cNvPr id="16" name="Text Placeholder 19">
            <a:extLst>
              <a:ext uri="{FF2B5EF4-FFF2-40B4-BE49-F238E27FC236}">
                <a16:creationId xmlns:a16="http://schemas.microsoft.com/office/drawing/2014/main" id="{9883040D-98E9-F2A7-257B-F14720A80387}"/>
              </a:ext>
            </a:extLst>
          </p:cNvPr>
          <p:cNvSpPr>
            <a:spLocks noGrp="1"/>
          </p:cNvSpPr>
          <p:nvPr>
            <p:ph type="body" sz="quarter" idx="23" hasCustomPrompt="1"/>
          </p:nvPr>
        </p:nvSpPr>
        <p:spPr>
          <a:xfrm>
            <a:off x="4252368" y="2916651"/>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mn-lt"/>
                <a:ea typeface="Poppins" pitchFamily="2" charset="77"/>
                <a:cs typeface="Poppins" pitchFamily="2" charset="77"/>
              </a:defRPr>
            </a:lvl1pPr>
          </a:lstStyle>
          <a:p>
            <a:pPr lvl="0"/>
            <a:r>
              <a:rPr lang="en-US"/>
              <a:t>Title</a:t>
            </a:r>
          </a:p>
        </p:txBody>
      </p:sp>
      <p:sp>
        <p:nvSpPr>
          <p:cNvPr id="17" name="Text Placeholder 19">
            <a:extLst>
              <a:ext uri="{FF2B5EF4-FFF2-40B4-BE49-F238E27FC236}">
                <a16:creationId xmlns:a16="http://schemas.microsoft.com/office/drawing/2014/main" id="{AE7DEE54-3A47-CB75-F874-A91FD60BB0DB}"/>
              </a:ext>
            </a:extLst>
          </p:cNvPr>
          <p:cNvSpPr>
            <a:spLocks noGrp="1"/>
          </p:cNvSpPr>
          <p:nvPr>
            <p:ph type="body" sz="quarter" idx="24" hasCustomPrompt="1"/>
          </p:nvPr>
        </p:nvSpPr>
        <p:spPr>
          <a:xfrm>
            <a:off x="4252368" y="2505087"/>
            <a:ext cx="3504744" cy="404470"/>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02</a:t>
            </a:r>
          </a:p>
        </p:txBody>
      </p:sp>
      <p:sp>
        <p:nvSpPr>
          <p:cNvPr id="19" name="Text Placeholder 19">
            <a:extLst>
              <a:ext uri="{FF2B5EF4-FFF2-40B4-BE49-F238E27FC236}">
                <a16:creationId xmlns:a16="http://schemas.microsoft.com/office/drawing/2014/main" id="{5E392566-4156-546D-8627-009FDB5AE192}"/>
              </a:ext>
            </a:extLst>
          </p:cNvPr>
          <p:cNvSpPr>
            <a:spLocks noGrp="1"/>
          </p:cNvSpPr>
          <p:nvPr>
            <p:ph type="body" sz="quarter" idx="26" hasCustomPrompt="1"/>
          </p:nvPr>
        </p:nvSpPr>
        <p:spPr>
          <a:xfrm>
            <a:off x="7969774" y="2916651"/>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mn-lt"/>
                <a:ea typeface="Poppins" pitchFamily="2" charset="77"/>
                <a:cs typeface="Poppins" pitchFamily="2" charset="77"/>
              </a:defRPr>
            </a:lvl1pPr>
          </a:lstStyle>
          <a:p>
            <a:pPr lvl="0"/>
            <a:r>
              <a:rPr lang="en-US"/>
              <a:t>Title</a:t>
            </a:r>
          </a:p>
        </p:txBody>
      </p:sp>
      <p:sp>
        <p:nvSpPr>
          <p:cNvPr id="20" name="Text Placeholder 19">
            <a:extLst>
              <a:ext uri="{FF2B5EF4-FFF2-40B4-BE49-F238E27FC236}">
                <a16:creationId xmlns:a16="http://schemas.microsoft.com/office/drawing/2014/main" id="{824137E5-8D8D-F109-8E17-8ED6B89B09C7}"/>
              </a:ext>
            </a:extLst>
          </p:cNvPr>
          <p:cNvSpPr>
            <a:spLocks noGrp="1"/>
          </p:cNvSpPr>
          <p:nvPr>
            <p:ph type="body" sz="quarter" idx="27" hasCustomPrompt="1"/>
          </p:nvPr>
        </p:nvSpPr>
        <p:spPr>
          <a:xfrm>
            <a:off x="7969774" y="2505087"/>
            <a:ext cx="3504744" cy="404470"/>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03</a:t>
            </a:r>
          </a:p>
        </p:txBody>
      </p:sp>
      <p:sp>
        <p:nvSpPr>
          <p:cNvPr id="6" name="Text Placeholder 19">
            <a:extLst>
              <a:ext uri="{FF2B5EF4-FFF2-40B4-BE49-F238E27FC236}">
                <a16:creationId xmlns:a16="http://schemas.microsoft.com/office/drawing/2014/main" id="{145AA98E-ABC1-811C-4297-ACF1489F5AE2}"/>
              </a:ext>
            </a:extLst>
          </p:cNvPr>
          <p:cNvSpPr>
            <a:spLocks noGrp="1"/>
          </p:cNvSpPr>
          <p:nvPr>
            <p:ph type="body" sz="quarter" idx="34" hasCustomPrompt="1"/>
          </p:nvPr>
        </p:nvSpPr>
        <p:spPr>
          <a:xfrm>
            <a:off x="534962" y="3354471"/>
            <a:ext cx="3504744" cy="1015663"/>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Baking security and trust into the development process ensures that all AI-driven tools and applications are built with security measures integrated from the beginning, protecting both the developers and the end-users.</a:t>
            </a:r>
          </a:p>
        </p:txBody>
      </p:sp>
      <p:sp>
        <p:nvSpPr>
          <p:cNvPr id="7" name="Text Placeholder 19">
            <a:extLst>
              <a:ext uri="{FF2B5EF4-FFF2-40B4-BE49-F238E27FC236}">
                <a16:creationId xmlns:a16="http://schemas.microsoft.com/office/drawing/2014/main" id="{BE728746-B369-9E4F-F84E-A7EE6576E1AE}"/>
              </a:ext>
            </a:extLst>
          </p:cNvPr>
          <p:cNvSpPr>
            <a:spLocks noGrp="1"/>
          </p:cNvSpPr>
          <p:nvPr>
            <p:ph type="body" sz="quarter" idx="35" hasCustomPrompt="1"/>
          </p:nvPr>
        </p:nvSpPr>
        <p:spPr>
          <a:xfrm>
            <a:off x="4252368" y="3354471"/>
            <a:ext cx="3504744" cy="1015663"/>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Baking security and trust into the development process ensures that all AI-driven tools and applications are built with security measures integrated from the beginning, protecting both the developers and the end-users.</a:t>
            </a:r>
          </a:p>
        </p:txBody>
      </p:sp>
      <p:sp>
        <p:nvSpPr>
          <p:cNvPr id="8" name="Text Placeholder 19">
            <a:extLst>
              <a:ext uri="{FF2B5EF4-FFF2-40B4-BE49-F238E27FC236}">
                <a16:creationId xmlns:a16="http://schemas.microsoft.com/office/drawing/2014/main" id="{C816A0D5-6CC3-C731-4DEB-B2F481F7EEF0}"/>
              </a:ext>
            </a:extLst>
          </p:cNvPr>
          <p:cNvSpPr>
            <a:spLocks noGrp="1"/>
          </p:cNvSpPr>
          <p:nvPr>
            <p:ph type="body" sz="quarter" idx="36" hasCustomPrompt="1"/>
          </p:nvPr>
        </p:nvSpPr>
        <p:spPr>
          <a:xfrm>
            <a:off x="7969774" y="3354471"/>
            <a:ext cx="3504744" cy="1015663"/>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Baking security and trust into the development process ensures that all AI-driven tools and applications are built with security measures integrated from the beginning, protecting both the developers and the end-users.</a:t>
            </a:r>
          </a:p>
        </p:txBody>
      </p:sp>
      <p:sp>
        <p:nvSpPr>
          <p:cNvPr id="9" name="Text Placeholder 19">
            <a:extLst>
              <a:ext uri="{FF2B5EF4-FFF2-40B4-BE49-F238E27FC236}">
                <a16:creationId xmlns:a16="http://schemas.microsoft.com/office/drawing/2014/main" id="{62C7F61E-A0D2-25DF-C467-9818219C3154}"/>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10" name="Text Placeholder 19">
            <a:extLst>
              <a:ext uri="{FF2B5EF4-FFF2-40B4-BE49-F238E27FC236}">
                <a16:creationId xmlns:a16="http://schemas.microsoft.com/office/drawing/2014/main" id="{6B1BFF75-6E16-49BB-AAEC-7B1B3D465C6D}"/>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p:txBody>
      </p:sp>
    </p:spTree>
    <p:extLst>
      <p:ext uri="{BB962C8B-B14F-4D97-AF65-F5344CB8AC3E}">
        <p14:creationId xmlns:p14="http://schemas.microsoft.com/office/powerpoint/2010/main" val="3589965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 points stacked">
    <p:bg>
      <p:bgPr>
        <a:solidFill>
          <a:srgbClr val="F9F8FF"/>
        </a:solidFill>
        <a:effectLst/>
      </p:bgPr>
    </p:bg>
    <p:spTree>
      <p:nvGrpSpPr>
        <p:cNvPr id="1" name=""/>
        <p:cNvGrpSpPr/>
        <p:nvPr/>
      </p:nvGrpSpPr>
      <p:grpSpPr>
        <a:xfrm>
          <a:off x="0" y="0"/>
          <a:ext cx="0" cy="0"/>
          <a:chOff x="0" y="0"/>
          <a:chExt cx="0" cy="0"/>
        </a:xfrm>
      </p:grpSpPr>
      <p:sp>
        <p:nvSpPr>
          <p:cNvPr id="24" name="Text Placeholder 19">
            <a:extLst>
              <a:ext uri="{FF2B5EF4-FFF2-40B4-BE49-F238E27FC236}">
                <a16:creationId xmlns:a16="http://schemas.microsoft.com/office/drawing/2014/main" id="{C69E8F99-06B4-11A2-9E22-F55894D275F6}"/>
              </a:ext>
            </a:extLst>
          </p:cNvPr>
          <p:cNvSpPr>
            <a:spLocks noGrp="1"/>
          </p:cNvSpPr>
          <p:nvPr>
            <p:ph type="body" sz="quarter" idx="16" hasCustomPrompt="1"/>
          </p:nvPr>
        </p:nvSpPr>
        <p:spPr>
          <a:xfrm>
            <a:off x="534962" y="290076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5" name="Text Placeholder 19">
            <a:extLst>
              <a:ext uri="{FF2B5EF4-FFF2-40B4-BE49-F238E27FC236}">
                <a16:creationId xmlns:a16="http://schemas.microsoft.com/office/drawing/2014/main" id="{EB211761-62DE-1BD0-0F13-6C9BBD151D6E}"/>
              </a:ext>
            </a:extLst>
          </p:cNvPr>
          <p:cNvSpPr>
            <a:spLocks noGrp="1"/>
          </p:cNvSpPr>
          <p:nvPr>
            <p:ph type="body" sz="quarter" idx="17" hasCustomPrompt="1"/>
          </p:nvPr>
        </p:nvSpPr>
        <p:spPr>
          <a:xfrm>
            <a:off x="4266035" y="290076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6" name="Text Placeholder 19">
            <a:extLst>
              <a:ext uri="{FF2B5EF4-FFF2-40B4-BE49-F238E27FC236}">
                <a16:creationId xmlns:a16="http://schemas.microsoft.com/office/drawing/2014/main" id="{5186AC01-A512-7A5E-6CEE-9289E205EF3B}"/>
              </a:ext>
            </a:extLst>
          </p:cNvPr>
          <p:cNvSpPr>
            <a:spLocks noGrp="1"/>
          </p:cNvSpPr>
          <p:nvPr>
            <p:ph type="body" sz="quarter" idx="18" hasCustomPrompt="1"/>
          </p:nvPr>
        </p:nvSpPr>
        <p:spPr>
          <a:xfrm>
            <a:off x="7997108" y="290076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27" name="Text Placeholder 19">
            <a:extLst>
              <a:ext uri="{FF2B5EF4-FFF2-40B4-BE49-F238E27FC236}">
                <a16:creationId xmlns:a16="http://schemas.microsoft.com/office/drawing/2014/main" id="{0E46BC8D-7839-4E05-7177-5A7D07AFE83B}"/>
              </a:ext>
            </a:extLst>
          </p:cNvPr>
          <p:cNvSpPr>
            <a:spLocks noGrp="1"/>
          </p:cNvSpPr>
          <p:nvPr>
            <p:ph type="body" sz="quarter" idx="19" hasCustomPrompt="1"/>
          </p:nvPr>
        </p:nvSpPr>
        <p:spPr>
          <a:xfrm>
            <a:off x="534962" y="2489200"/>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01</a:t>
            </a:r>
          </a:p>
        </p:txBody>
      </p:sp>
      <p:sp>
        <p:nvSpPr>
          <p:cNvPr id="28" name="Text Placeholder 19">
            <a:extLst>
              <a:ext uri="{FF2B5EF4-FFF2-40B4-BE49-F238E27FC236}">
                <a16:creationId xmlns:a16="http://schemas.microsoft.com/office/drawing/2014/main" id="{1A3F1DE1-9486-94F9-F8C4-FCA6A366A812}"/>
              </a:ext>
            </a:extLst>
          </p:cNvPr>
          <p:cNvSpPr>
            <a:spLocks noGrp="1"/>
          </p:cNvSpPr>
          <p:nvPr>
            <p:ph type="body" sz="quarter" idx="20" hasCustomPrompt="1"/>
          </p:nvPr>
        </p:nvSpPr>
        <p:spPr>
          <a:xfrm>
            <a:off x="4266035" y="2489200"/>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02</a:t>
            </a:r>
          </a:p>
        </p:txBody>
      </p:sp>
      <p:sp>
        <p:nvSpPr>
          <p:cNvPr id="29" name="Text Placeholder 19">
            <a:extLst>
              <a:ext uri="{FF2B5EF4-FFF2-40B4-BE49-F238E27FC236}">
                <a16:creationId xmlns:a16="http://schemas.microsoft.com/office/drawing/2014/main" id="{1809FAA8-4438-1292-185B-80CEDAE49B71}"/>
              </a:ext>
            </a:extLst>
          </p:cNvPr>
          <p:cNvSpPr>
            <a:spLocks noGrp="1"/>
          </p:cNvSpPr>
          <p:nvPr>
            <p:ph type="body" sz="quarter" idx="21" hasCustomPrompt="1"/>
          </p:nvPr>
        </p:nvSpPr>
        <p:spPr>
          <a:xfrm>
            <a:off x="7997108" y="2489200"/>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03</a:t>
            </a:r>
          </a:p>
        </p:txBody>
      </p:sp>
      <p:sp>
        <p:nvSpPr>
          <p:cNvPr id="33" name="Text Placeholder 19">
            <a:extLst>
              <a:ext uri="{FF2B5EF4-FFF2-40B4-BE49-F238E27FC236}">
                <a16:creationId xmlns:a16="http://schemas.microsoft.com/office/drawing/2014/main" id="{B6E23FF7-BF85-13BC-B407-71A856F1186E}"/>
              </a:ext>
            </a:extLst>
          </p:cNvPr>
          <p:cNvSpPr>
            <a:spLocks noGrp="1"/>
          </p:cNvSpPr>
          <p:nvPr>
            <p:ph type="body" sz="quarter" idx="25" hasCustomPrompt="1"/>
          </p:nvPr>
        </p:nvSpPr>
        <p:spPr>
          <a:xfrm>
            <a:off x="534962" y="463543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4" name="Text Placeholder 19">
            <a:extLst>
              <a:ext uri="{FF2B5EF4-FFF2-40B4-BE49-F238E27FC236}">
                <a16:creationId xmlns:a16="http://schemas.microsoft.com/office/drawing/2014/main" id="{6575270B-ED3A-F933-53D2-94F8F53C2C36}"/>
              </a:ext>
            </a:extLst>
          </p:cNvPr>
          <p:cNvSpPr>
            <a:spLocks noGrp="1"/>
          </p:cNvSpPr>
          <p:nvPr>
            <p:ph type="body" sz="quarter" idx="26" hasCustomPrompt="1"/>
          </p:nvPr>
        </p:nvSpPr>
        <p:spPr>
          <a:xfrm>
            <a:off x="534962" y="4223871"/>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04</a:t>
            </a:r>
          </a:p>
        </p:txBody>
      </p:sp>
      <p:sp>
        <p:nvSpPr>
          <p:cNvPr id="36" name="Text Placeholder 19">
            <a:extLst>
              <a:ext uri="{FF2B5EF4-FFF2-40B4-BE49-F238E27FC236}">
                <a16:creationId xmlns:a16="http://schemas.microsoft.com/office/drawing/2014/main" id="{E6B6A05E-31B4-B9BA-E1A6-763C8C26F66C}"/>
              </a:ext>
            </a:extLst>
          </p:cNvPr>
          <p:cNvSpPr>
            <a:spLocks noGrp="1"/>
          </p:cNvSpPr>
          <p:nvPr>
            <p:ph type="body" sz="quarter" idx="28" hasCustomPrompt="1"/>
          </p:nvPr>
        </p:nvSpPr>
        <p:spPr>
          <a:xfrm>
            <a:off x="4266035" y="463543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37" name="Text Placeholder 19">
            <a:extLst>
              <a:ext uri="{FF2B5EF4-FFF2-40B4-BE49-F238E27FC236}">
                <a16:creationId xmlns:a16="http://schemas.microsoft.com/office/drawing/2014/main" id="{ECBBC7AA-4D7B-695B-E49F-77FA353D639F}"/>
              </a:ext>
            </a:extLst>
          </p:cNvPr>
          <p:cNvSpPr>
            <a:spLocks noGrp="1"/>
          </p:cNvSpPr>
          <p:nvPr>
            <p:ph type="body" sz="quarter" idx="29" hasCustomPrompt="1"/>
          </p:nvPr>
        </p:nvSpPr>
        <p:spPr>
          <a:xfrm>
            <a:off x="4266035" y="4223871"/>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05</a:t>
            </a:r>
          </a:p>
        </p:txBody>
      </p:sp>
      <p:sp>
        <p:nvSpPr>
          <p:cNvPr id="39" name="Text Placeholder 19">
            <a:extLst>
              <a:ext uri="{FF2B5EF4-FFF2-40B4-BE49-F238E27FC236}">
                <a16:creationId xmlns:a16="http://schemas.microsoft.com/office/drawing/2014/main" id="{95E56D5D-5992-337A-90C2-56F2C5B5E1DF}"/>
              </a:ext>
            </a:extLst>
          </p:cNvPr>
          <p:cNvSpPr>
            <a:spLocks noGrp="1"/>
          </p:cNvSpPr>
          <p:nvPr>
            <p:ph type="body" sz="quarter" idx="31" hasCustomPrompt="1"/>
          </p:nvPr>
        </p:nvSpPr>
        <p:spPr>
          <a:xfrm>
            <a:off x="7996326" y="463543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pPr lvl="0"/>
            <a:r>
              <a:rPr lang="en-US"/>
              <a:t>Title</a:t>
            </a:r>
          </a:p>
        </p:txBody>
      </p:sp>
      <p:sp>
        <p:nvSpPr>
          <p:cNvPr id="40" name="Text Placeholder 19">
            <a:extLst>
              <a:ext uri="{FF2B5EF4-FFF2-40B4-BE49-F238E27FC236}">
                <a16:creationId xmlns:a16="http://schemas.microsoft.com/office/drawing/2014/main" id="{37FD1B92-76A7-558B-C09E-FBA89070A89A}"/>
              </a:ext>
            </a:extLst>
          </p:cNvPr>
          <p:cNvSpPr>
            <a:spLocks noGrp="1"/>
          </p:cNvSpPr>
          <p:nvPr>
            <p:ph type="body" sz="quarter" idx="32" hasCustomPrompt="1"/>
          </p:nvPr>
        </p:nvSpPr>
        <p:spPr>
          <a:xfrm>
            <a:off x="7996326" y="4223871"/>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rgbClr val="8661C5">
                    <a:alpha val="100000"/>
                  </a:srgbClr>
                </a:solidFill>
                <a:latin typeface="+mj-lt"/>
                <a:ea typeface="Segoe UI Variable Semibold Display" pitchFamily="34" charset="-122"/>
                <a:cs typeface="Segoe UI Variable Semibold Display" pitchFamily="34" charset="-120"/>
              </a:defRPr>
            </a:lvl1pPr>
          </a:lstStyle>
          <a:p>
            <a:pPr lvl="0"/>
            <a:r>
              <a:rPr lang="en-US"/>
              <a:t>06</a:t>
            </a:r>
          </a:p>
        </p:txBody>
      </p:sp>
      <p:sp>
        <p:nvSpPr>
          <p:cNvPr id="4" name="Text Placeholder 19">
            <a:extLst>
              <a:ext uri="{FF2B5EF4-FFF2-40B4-BE49-F238E27FC236}">
                <a16:creationId xmlns:a16="http://schemas.microsoft.com/office/drawing/2014/main" id="{9CB4CF41-B1E4-DC4B-7958-8A5542FB3B6C}"/>
              </a:ext>
            </a:extLst>
          </p:cNvPr>
          <p:cNvSpPr>
            <a:spLocks noGrp="1"/>
          </p:cNvSpPr>
          <p:nvPr>
            <p:ph type="body" sz="quarter" idx="34" hasCustomPrompt="1"/>
          </p:nvPr>
        </p:nvSpPr>
        <p:spPr>
          <a:xfrm>
            <a:off x="534962" y="3339654"/>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5" name="Text Placeholder 19">
            <a:extLst>
              <a:ext uri="{FF2B5EF4-FFF2-40B4-BE49-F238E27FC236}">
                <a16:creationId xmlns:a16="http://schemas.microsoft.com/office/drawing/2014/main" id="{8EA496E1-51E5-1357-1336-217554A0F732}"/>
              </a:ext>
            </a:extLst>
          </p:cNvPr>
          <p:cNvSpPr>
            <a:spLocks noGrp="1"/>
          </p:cNvSpPr>
          <p:nvPr>
            <p:ph type="body" sz="quarter" idx="35" hasCustomPrompt="1"/>
          </p:nvPr>
        </p:nvSpPr>
        <p:spPr>
          <a:xfrm>
            <a:off x="4266035" y="3342147"/>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6" name="Text Placeholder 19">
            <a:extLst>
              <a:ext uri="{FF2B5EF4-FFF2-40B4-BE49-F238E27FC236}">
                <a16:creationId xmlns:a16="http://schemas.microsoft.com/office/drawing/2014/main" id="{7360F170-AC20-AD7E-6115-9BE0E83F1356}"/>
              </a:ext>
            </a:extLst>
          </p:cNvPr>
          <p:cNvSpPr>
            <a:spLocks noGrp="1"/>
          </p:cNvSpPr>
          <p:nvPr>
            <p:ph type="body" sz="quarter" idx="36" hasCustomPrompt="1"/>
          </p:nvPr>
        </p:nvSpPr>
        <p:spPr>
          <a:xfrm>
            <a:off x="7996326" y="3339654"/>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7" name="Text Placeholder 19">
            <a:extLst>
              <a:ext uri="{FF2B5EF4-FFF2-40B4-BE49-F238E27FC236}">
                <a16:creationId xmlns:a16="http://schemas.microsoft.com/office/drawing/2014/main" id="{F38F8361-41C3-9E93-E2A1-8910A624FF4D}"/>
              </a:ext>
            </a:extLst>
          </p:cNvPr>
          <p:cNvSpPr>
            <a:spLocks noGrp="1"/>
          </p:cNvSpPr>
          <p:nvPr>
            <p:ph type="body" sz="quarter" idx="37" hasCustomPrompt="1"/>
          </p:nvPr>
        </p:nvSpPr>
        <p:spPr>
          <a:xfrm>
            <a:off x="534962" y="5086757"/>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8" name="Text Placeholder 19">
            <a:extLst>
              <a:ext uri="{FF2B5EF4-FFF2-40B4-BE49-F238E27FC236}">
                <a16:creationId xmlns:a16="http://schemas.microsoft.com/office/drawing/2014/main" id="{D42905DD-3A04-F294-F3C0-1AB5D8270BE5}"/>
              </a:ext>
            </a:extLst>
          </p:cNvPr>
          <p:cNvSpPr>
            <a:spLocks noGrp="1"/>
          </p:cNvSpPr>
          <p:nvPr>
            <p:ph type="body" sz="quarter" idx="38" hasCustomPrompt="1"/>
          </p:nvPr>
        </p:nvSpPr>
        <p:spPr>
          <a:xfrm>
            <a:off x="4266035" y="5086757"/>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9" name="Text Placeholder 19">
            <a:extLst>
              <a:ext uri="{FF2B5EF4-FFF2-40B4-BE49-F238E27FC236}">
                <a16:creationId xmlns:a16="http://schemas.microsoft.com/office/drawing/2014/main" id="{14C30679-61AF-9725-6FCE-9C531144B0FC}"/>
              </a:ext>
            </a:extLst>
          </p:cNvPr>
          <p:cNvSpPr>
            <a:spLocks noGrp="1"/>
          </p:cNvSpPr>
          <p:nvPr>
            <p:ph type="body" sz="quarter" idx="39" hasCustomPrompt="1"/>
          </p:nvPr>
        </p:nvSpPr>
        <p:spPr>
          <a:xfrm>
            <a:off x="7996326" y="5086756"/>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10" name="Text Placeholder 19">
            <a:extLst>
              <a:ext uri="{FF2B5EF4-FFF2-40B4-BE49-F238E27FC236}">
                <a16:creationId xmlns:a16="http://schemas.microsoft.com/office/drawing/2014/main" id="{B158565E-FFEA-91C7-F352-F3DC8A32441E}"/>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11" name="Text Placeholder 19">
            <a:extLst>
              <a:ext uri="{FF2B5EF4-FFF2-40B4-BE49-F238E27FC236}">
                <a16:creationId xmlns:a16="http://schemas.microsoft.com/office/drawing/2014/main" id="{75A518A4-B77B-006C-C7F1-90559B8089C5}"/>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3803985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subtitle only">
    <p:bg>
      <p:bgPr>
        <a:solidFill>
          <a:srgbClr val="F9F8FF"/>
        </a:solidFill>
        <a:effectLst/>
      </p:bgPr>
    </p:bg>
    <p:spTree>
      <p:nvGrpSpPr>
        <p:cNvPr id="1" name=""/>
        <p:cNvGrpSpPr/>
        <p:nvPr/>
      </p:nvGrpSpPr>
      <p:grpSpPr>
        <a:xfrm>
          <a:off x="0" y="0"/>
          <a:ext cx="0" cy="0"/>
          <a:chOff x="0" y="0"/>
          <a:chExt cx="0" cy="0"/>
        </a:xfrm>
      </p:grpSpPr>
      <p:sp>
        <p:nvSpPr>
          <p:cNvPr id="5" name="Text Placeholder 19">
            <a:extLst>
              <a:ext uri="{FF2B5EF4-FFF2-40B4-BE49-F238E27FC236}">
                <a16:creationId xmlns:a16="http://schemas.microsoft.com/office/drawing/2014/main" id="{DC24AF06-9E24-29B8-6CAD-503F1F6D1B76}"/>
              </a:ext>
            </a:extLst>
          </p:cNvPr>
          <p:cNvSpPr>
            <a:spLocks noGrp="1"/>
          </p:cNvSpPr>
          <p:nvPr>
            <p:ph type="body" sz="quarter" idx="10" hasCustomPrompt="1"/>
          </p:nvPr>
        </p:nvSpPr>
        <p:spPr>
          <a:xfrm>
            <a:off x="570209" y="533400"/>
            <a:ext cx="3504744"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6" name="Text Placeholder 19">
            <a:extLst>
              <a:ext uri="{FF2B5EF4-FFF2-40B4-BE49-F238E27FC236}">
                <a16:creationId xmlns:a16="http://schemas.microsoft.com/office/drawing/2014/main" id="{CC4C3579-39BD-FD7E-6A30-B13AA438333B}"/>
              </a:ext>
            </a:extLst>
          </p:cNvPr>
          <p:cNvSpPr>
            <a:spLocks noGrp="1"/>
          </p:cNvSpPr>
          <p:nvPr>
            <p:ph type="body" sz="quarter" idx="11" hasCustomPrompt="1"/>
          </p:nvPr>
        </p:nvSpPr>
        <p:spPr>
          <a:xfrm>
            <a:off x="570209" y="1069561"/>
            <a:ext cx="3504744" cy="505523"/>
          </a:xfrm>
          <a:prstGeom prst="rect">
            <a:avLst/>
          </a:prstGeom>
        </p:spPr>
        <p:txBody>
          <a:bodyPr>
            <a:spAutoFit/>
          </a:bodyPr>
          <a:lstStyle>
            <a:lvl1pPr marL="0" indent="0" algn="l" defTabSz="457155" rtl="0" eaLnBrk="1" latinLnBrk="0" hangingPunct="1">
              <a:lnSpc>
                <a:spcPts val="3399"/>
              </a:lnSpc>
              <a:buNone/>
              <a:defRPr lang="en-US" sz="2400" b="0" i="0" kern="0" spc="0" dirty="0" smtClean="0">
                <a:solidFill>
                  <a:schemeClr val="tx2"/>
                </a:solidFill>
                <a:latin typeface="Poppins" pitchFamily="2" charset="77"/>
                <a:ea typeface="Poppins" pitchFamily="2" charset="77"/>
                <a:cs typeface="Poppins" pitchFamily="2" charset="77"/>
              </a:defRPr>
            </a:lvl1pPr>
          </a:lstStyle>
          <a:p>
            <a:pPr lvl="0"/>
            <a:r>
              <a:rPr lang="en-US"/>
              <a:t>Subtitle</a:t>
            </a:r>
          </a:p>
        </p:txBody>
      </p:sp>
      <p:sp>
        <p:nvSpPr>
          <p:cNvPr id="2" name="Chart Placeholder 2">
            <a:extLst>
              <a:ext uri="{FF2B5EF4-FFF2-40B4-BE49-F238E27FC236}">
                <a16:creationId xmlns:a16="http://schemas.microsoft.com/office/drawing/2014/main" id="{9FD91061-1274-0EF6-CB35-1D08D0130497}"/>
              </a:ext>
            </a:extLst>
          </p:cNvPr>
          <p:cNvSpPr>
            <a:spLocks noGrp="1"/>
          </p:cNvSpPr>
          <p:nvPr>
            <p:ph type="chart" sz="quarter" idx="12"/>
          </p:nvPr>
        </p:nvSpPr>
        <p:spPr>
          <a:xfrm>
            <a:off x="4678971" y="552450"/>
            <a:ext cx="6942821" cy="5753100"/>
          </a:xfrm>
          <a:prstGeom prst="roundRect">
            <a:avLst>
              <a:gd name="adj" fmla="val 3505"/>
            </a:avLst>
          </a:prstGeom>
        </p:spPr>
        <p:txBody>
          <a:bodyPr/>
          <a:lstStyle>
            <a:lvl1pPr>
              <a:defRPr b="0" i="0">
                <a:latin typeface="Poppins" pitchFamily="2" charset="77"/>
              </a:defRPr>
            </a:lvl1pPr>
          </a:lstStyle>
          <a:p>
            <a:r>
              <a:rPr lang="en-US"/>
              <a:t>Click icon to add chart</a:t>
            </a:r>
          </a:p>
        </p:txBody>
      </p:sp>
    </p:spTree>
    <p:extLst>
      <p:ext uri="{BB962C8B-B14F-4D97-AF65-F5344CB8AC3E}">
        <p14:creationId xmlns:p14="http://schemas.microsoft.com/office/powerpoint/2010/main" val="1655214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nouncement 1">
    <p:bg>
      <p:bgPr>
        <a:solidFill>
          <a:srgbClr val="F9F8FF"/>
        </a:solidFill>
        <a:effectLst/>
      </p:bgPr>
    </p:bg>
    <p:spTree>
      <p:nvGrpSpPr>
        <p:cNvPr id="1" name=""/>
        <p:cNvGrpSpPr/>
        <p:nvPr/>
      </p:nvGrpSpPr>
      <p:grpSpPr>
        <a:xfrm>
          <a:off x="0" y="0"/>
          <a:ext cx="0" cy="0"/>
          <a:chOff x="0" y="0"/>
          <a:chExt cx="0" cy="0"/>
        </a:xfrm>
      </p:grpSpPr>
      <p:sp>
        <p:nvSpPr>
          <p:cNvPr id="9" name="Rounded Rectangle 5">
            <a:extLst>
              <a:ext uri="{FF2B5EF4-FFF2-40B4-BE49-F238E27FC236}">
                <a16:creationId xmlns:a16="http://schemas.microsoft.com/office/drawing/2014/main" id="{A76EEB5D-FB59-0713-00B9-28DCE0C12066}"/>
              </a:ext>
            </a:extLst>
          </p:cNvPr>
          <p:cNvSpPr/>
          <p:nvPr userDrawn="1"/>
        </p:nvSpPr>
        <p:spPr>
          <a:xfrm>
            <a:off x="570777" y="1382674"/>
            <a:ext cx="2042508" cy="348624"/>
          </a:xfrm>
          <a:prstGeom prst="roundRect">
            <a:avLst>
              <a:gd name="adj" fmla="val 50000"/>
            </a:avLst>
          </a:prstGeom>
          <a:gradFill>
            <a:gsLst>
              <a:gs pos="0">
                <a:schemeClr val="accent2">
                  <a:lumMod val="40000"/>
                  <a:lumOff val="60000"/>
                </a:schemeClr>
              </a:gs>
              <a:gs pos="99000">
                <a:schemeClr val="accent1"/>
              </a:gs>
            </a:gsLst>
            <a:lin ang="3000000" scaled="0"/>
          </a:gra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latin typeface="Poppins" pitchFamily="2" charset="77"/>
            </a:endParaRPr>
          </a:p>
        </p:txBody>
      </p:sp>
      <p:sp>
        <p:nvSpPr>
          <p:cNvPr id="3" name="Shape 0">
            <a:extLst>
              <a:ext uri="{FF2B5EF4-FFF2-40B4-BE49-F238E27FC236}">
                <a16:creationId xmlns:a16="http://schemas.microsoft.com/office/drawing/2014/main" id="{8CCBE980-1166-D64C-2757-75952975A306}"/>
              </a:ext>
            </a:extLst>
          </p:cNvPr>
          <p:cNvSpPr/>
          <p:nvPr/>
        </p:nvSpPr>
        <p:spPr>
          <a:xfrm>
            <a:off x="571498" y="571500"/>
            <a:ext cx="2666986" cy="558800"/>
          </a:xfrm>
          <a:prstGeom prst="rect">
            <a:avLst/>
          </a:prstGeom>
          <a:noFill/>
          <a:ln/>
        </p:spPr>
        <p:txBody>
          <a:bodyPr/>
          <a:lstStyle/>
          <a:p>
            <a:endParaRPr lang="en-US" sz="900" b="0" i="0">
              <a:latin typeface="Poppins" pitchFamily="2" charset="77"/>
            </a:endParaRPr>
          </a:p>
        </p:txBody>
      </p:sp>
      <p:sp>
        <p:nvSpPr>
          <p:cNvPr id="6" name="Picture Placeholder 5">
            <a:extLst>
              <a:ext uri="{FF2B5EF4-FFF2-40B4-BE49-F238E27FC236}">
                <a16:creationId xmlns:a16="http://schemas.microsoft.com/office/drawing/2014/main" id="{07CE0F48-F10D-F23F-D764-4E5E986157A6}"/>
              </a:ext>
            </a:extLst>
          </p:cNvPr>
          <p:cNvSpPr>
            <a:spLocks noGrp="1"/>
          </p:cNvSpPr>
          <p:nvPr>
            <p:ph type="pic" sz="quarter" idx="28"/>
          </p:nvPr>
        </p:nvSpPr>
        <p:spPr>
          <a:xfrm>
            <a:off x="5271401" y="571500"/>
            <a:ext cx="6342824" cy="5657850"/>
          </a:xfrm>
          <a:prstGeom prst="roundRect">
            <a:avLst>
              <a:gd name="adj" fmla="val 3536"/>
            </a:avLst>
          </a:prstGeom>
          <a:solidFill>
            <a:schemeClr val="bg1"/>
          </a:solidFill>
          <a:ln w="38100">
            <a:gradFill>
              <a:gsLst>
                <a:gs pos="0">
                  <a:schemeClr val="accent3"/>
                </a:gs>
                <a:gs pos="32000">
                  <a:schemeClr val="accent6"/>
                </a:gs>
                <a:gs pos="65000">
                  <a:srgbClr val="8853F0"/>
                </a:gs>
                <a:gs pos="100000">
                  <a:schemeClr val="accent1"/>
                </a:gs>
              </a:gsLst>
              <a:lin ang="3000000" scaled="0"/>
            </a:gradFill>
          </a:ln>
          <a:effectLst>
            <a:glow rad="254000">
              <a:schemeClr val="accent4">
                <a:alpha val="9137"/>
              </a:schemeClr>
            </a:glow>
            <a:softEdge rad="0"/>
          </a:effectLst>
        </p:spPr>
        <p:style>
          <a:lnRef idx="2">
            <a:schemeClr val="accent1">
              <a:shade val="15000"/>
            </a:schemeClr>
          </a:lnRef>
          <a:fillRef idx="1">
            <a:schemeClr val="accent1"/>
          </a:fillRef>
          <a:effectRef idx="0">
            <a:schemeClr val="accent1"/>
          </a:effectRef>
          <a:fontRef idx="minor">
            <a:schemeClr val="lt1"/>
          </a:fontRef>
        </p:style>
        <p:txBody>
          <a:bodyPr/>
          <a:lstStyle>
            <a:lvl1pPr>
              <a:defRPr lang="en-US" sz="900" b="0" i="0">
                <a:solidFill>
                  <a:schemeClr val="lt1"/>
                </a:solidFill>
                <a:latin typeface="Poppins" pitchFamily="2" charset="77"/>
              </a:defRPr>
            </a:lvl1pPr>
          </a:lstStyle>
          <a:p>
            <a:pPr marL="0" lvl="0" algn="ctr"/>
            <a:r>
              <a:rPr lang="en-US"/>
              <a:t>Click icon to add picture</a:t>
            </a:r>
          </a:p>
        </p:txBody>
      </p:sp>
      <p:sp>
        <p:nvSpPr>
          <p:cNvPr id="5" name="Text Placeholder 19">
            <a:extLst>
              <a:ext uri="{FF2B5EF4-FFF2-40B4-BE49-F238E27FC236}">
                <a16:creationId xmlns:a16="http://schemas.microsoft.com/office/drawing/2014/main" id="{C757D76F-7DA2-9B95-2B7F-60D1F4C2F9D3}"/>
              </a:ext>
            </a:extLst>
          </p:cNvPr>
          <p:cNvSpPr>
            <a:spLocks noGrp="1"/>
          </p:cNvSpPr>
          <p:nvPr>
            <p:ph type="body" sz="quarter" idx="16" hasCustomPrompt="1"/>
          </p:nvPr>
        </p:nvSpPr>
        <p:spPr>
          <a:xfrm>
            <a:off x="571497" y="2501007"/>
            <a:ext cx="3490003" cy="317500"/>
          </a:xfrm>
          <a:prstGeom prst="rect">
            <a:avLst/>
          </a:prstGeom>
        </p:spPr>
        <p:txBody>
          <a:bodyPr>
            <a:noAutofit/>
          </a:bodyPr>
          <a:lstStyle>
            <a:lvl1pPr marL="0" indent="0" algn="l" defTabSz="457155" rtl="0" eaLnBrk="1" latinLnBrk="0" hangingPunct="1">
              <a:lnSpc>
                <a:spcPct val="100000"/>
              </a:lnSpc>
              <a:buNone/>
              <a:defRPr lang="en-US" sz="2800" b="0" i="0" kern="0" spc="-36" dirty="0" smtClean="0">
                <a:solidFill>
                  <a:schemeClr val="tx1"/>
                </a:solidFill>
                <a:latin typeface="+mj-lt"/>
                <a:ea typeface="Poppins" pitchFamily="2" charset="77"/>
                <a:cs typeface="Poppins" pitchFamily="2" charset="77"/>
              </a:defRPr>
            </a:lvl1pPr>
          </a:lstStyle>
          <a:p>
            <a:pPr lvl="0"/>
            <a:r>
              <a:rPr lang="en-US"/>
              <a:t>Title of the thing on the right</a:t>
            </a:r>
          </a:p>
        </p:txBody>
      </p:sp>
      <p:sp>
        <p:nvSpPr>
          <p:cNvPr id="7" name="Text Placeholder 19">
            <a:extLst>
              <a:ext uri="{FF2B5EF4-FFF2-40B4-BE49-F238E27FC236}">
                <a16:creationId xmlns:a16="http://schemas.microsoft.com/office/drawing/2014/main" id="{A294B971-0886-BEA4-DC01-FFECE1D6BD19}"/>
              </a:ext>
            </a:extLst>
          </p:cNvPr>
          <p:cNvSpPr>
            <a:spLocks noGrp="1"/>
          </p:cNvSpPr>
          <p:nvPr>
            <p:ph type="body" sz="quarter" idx="29" hasCustomPrompt="1"/>
          </p:nvPr>
        </p:nvSpPr>
        <p:spPr>
          <a:xfrm>
            <a:off x="570777" y="3561946"/>
            <a:ext cx="3490003" cy="650691"/>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Description of the thing on the right. Try to keep it focused</a:t>
            </a:r>
          </a:p>
        </p:txBody>
      </p:sp>
      <p:sp>
        <p:nvSpPr>
          <p:cNvPr id="8" name="Text Placeholder 19">
            <a:extLst>
              <a:ext uri="{FF2B5EF4-FFF2-40B4-BE49-F238E27FC236}">
                <a16:creationId xmlns:a16="http://schemas.microsoft.com/office/drawing/2014/main" id="{77BC7EA6-3EEA-A404-2CA6-4D22B135B4E9}"/>
              </a:ext>
            </a:extLst>
          </p:cNvPr>
          <p:cNvSpPr>
            <a:spLocks noGrp="1"/>
          </p:cNvSpPr>
          <p:nvPr>
            <p:ph type="body" sz="quarter" idx="30" hasCustomPrompt="1"/>
          </p:nvPr>
        </p:nvSpPr>
        <p:spPr>
          <a:xfrm>
            <a:off x="577775" y="1358831"/>
            <a:ext cx="2035510" cy="354200"/>
          </a:xfrm>
          <a:prstGeom prst="rect">
            <a:avLst/>
          </a:prstGeom>
        </p:spPr>
        <p:txBody>
          <a:bodyPr>
            <a:spAutoFit/>
          </a:bodyPr>
          <a:lstStyle>
            <a:lvl1pPr marL="0" indent="0" algn="ctr" defTabSz="457155" rtl="0" eaLnBrk="1" latinLnBrk="0" hangingPunct="1">
              <a:lnSpc>
                <a:spcPts val="2200"/>
              </a:lnSpc>
              <a:buNone/>
              <a:defRPr lang="en-US" sz="1400" b="1" i="0" kern="0" spc="-36" dirty="0" smtClean="0">
                <a:solidFill>
                  <a:schemeClr val="tx1"/>
                </a:solidFill>
                <a:latin typeface="+mn-lt"/>
                <a:ea typeface="Poppins" pitchFamily="2" charset="77"/>
                <a:cs typeface="Poppins" pitchFamily="2" charset="77"/>
              </a:defRPr>
            </a:lvl1pPr>
          </a:lstStyle>
          <a:p>
            <a:pPr lvl="0"/>
            <a:r>
              <a:rPr lang="en-US"/>
              <a:t>Released</a:t>
            </a:r>
          </a:p>
        </p:txBody>
      </p:sp>
    </p:spTree>
    <p:extLst>
      <p:ext uri="{BB962C8B-B14F-4D97-AF65-F5344CB8AC3E}">
        <p14:creationId xmlns:p14="http://schemas.microsoft.com/office/powerpoint/2010/main" val="1486408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nnouncement 2">
    <p:bg>
      <p:bgPr>
        <a:solidFill>
          <a:srgbClr val="F9F8FF"/>
        </a:solid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779170A4-C689-C991-16BB-C14BE2602D91}"/>
              </a:ext>
            </a:extLst>
          </p:cNvPr>
          <p:cNvSpPr>
            <a:spLocks noGrp="1"/>
          </p:cNvSpPr>
          <p:nvPr>
            <p:ph type="pic" sz="quarter" idx="28"/>
          </p:nvPr>
        </p:nvSpPr>
        <p:spPr>
          <a:xfrm>
            <a:off x="5271401" y="571500"/>
            <a:ext cx="6342824" cy="5657850"/>
          </a:xfrm>
          <a:prstGeom prst="roundRect">
            <a:avLst>
              <a:gd name="adj" fmla="val 3536"/>
            </a:avLst>
          </a:prstGeom>
          <a:solidFill>
            <a:schemeClr val="bg1"/>
          </a:solidFill>
          <a:ln w="38100">
            <a:gradFill>
              <a:gsLst>
                <a:gs pos="0">
                  <a:schemeClr val="accent3"/>
                </a:gs>
                <a:gs pos="32000">
                  <a:schemeClr val="accent6"/>
                </a:gs>
                <a:gs pos="65000">
                  <a:srgbClr val="8853F0"/>
                </a:gs>
                <a:gs pos="100000">
                  <a:schemeClr val="accent1"/>
                </a:gs>
              </a:gsLst>
              <a:lin ang="3000000" scaled="0"/>
            </a:gradFill>
          </a:ln>
          <a:effectLst>
            <a:glow rad="254000">
              <a:schemeClr val="accent4">
                <a:alpha val="9137"/>
              </a:schemeClr>
            </a:glow>
            <a:softEdge rad="0"/>
          </a:effectLst>
        </p:spPr>
        <p:style>
          <a:lnRef idx="2">
            <a:schemeClr val="accent1">
              <a:shade val="15000"/>
            </a:schemeClr>
          </a:lnRef>
          <a:fillRef idx="1">
            <a:schemeClr val="accent1"/>
          </a:fillRef>
          <a:effectRef idx="0">
            <a:schemeClr val="accent1"/>
          </a:effectRef>
          <a:fontRef idx="minor">
            <a:schemeClr val="lt1"/>
          </a:fontRef>
        </p:style>
        <p:txBody>
          <a:bodyPr/>
          <a:lstStyle>
            <a:lvl1pPr>
              <a:defRPr lang="en-US" sz="900" b="0" i="0" dirty="0">
                <a:latin typeface="Poppins" pitchFamily="2" charset="77"/>
              </a:defRPr>
            </a:lvl1pPr>
          </a:lstStyle>
          <a:p>
            <a:pPr marL="0" lvl="0" algn="ctr"/>
            <a:r>
              <a:rPr lang="en-US"/>
              <a:t>Click icon to add picture</a:t>
            </a:r>
          </a:p>
        </p:txBody>
      </p:sp>
      <p:sp>
        <p:nvSpPr>
          <p:cNvPr id="3" name="Text Placeholder 19">
            <a:extLst>
              <a:ext uri="{FF2B5EF4-FFF2-40B4-BE49-F238E27FC236}">
                <a16:creationId xmlns:a16="http://schemas.microsoft.com/office/drawing/2014/main" id="{52B8338E-A199-325F-6CA5-D220933A03CF}"/>
              </a:ext>
            </a:extLst>
          </p:cNvPr>
          <p:cNvSpPr>
            <a:spLocks noGrp="1"/>
          </p:cNvSpPr>
          <p:nvPr>
            <p:ph type="body" sz="quarter" idx="16" hasCustomPrompt="1"/>
          </p:nvPr>
        </p:nvSpPr>
        <p:spPr>
          <a:xfrm>
            <a:off x="571497" y="2501007"/>
            <a:ext cx="3490003" cy="954107"/>
          </a:xfrm>
          <a:prstGeom prst="rect">
            <a:avLst/>
          </a:prstGeom>
        </p:spPr>
        <p:txBody>
          <a:bodyPr>
            <a:spAutoFit/>
          </a:bodyPr>
          <a:lstStyle>
            <a:lvl1pPr marL="0" indent="0" algn="l" defTabSz="457155" rtl="0" eaLnBrk="1" latinLnBrk="0" hangingPunct="1">
              <a:lnSpc>
                <a:spcPct val="100000"/>
              </a:lnSpc>
              <a:buNone/>
              <a:defRPr lang="en-US" sz="2800" b="0" i="0" kern="0" spc="-36" dirty="0" smtClean="0">
                <a:solidFill>
                  <a:schemeClr val="tx1"/>
                </a:solidFill>
                <a:latin typeface="+mj-lt"/>
                <a:ea typeface="Poppins" pitchFamily="2" charset="77"/>
                <a:cs typeface="Poppins" pitchFamily="2" charset="77"/>
              </a:defRPr>
            </a:lvl1pPr>
          </a:lstStyle>
          <a:p>
            <a:pPr lvl="0"/>
            <a:r>
              <a:rPr lang="en-US"/>
              <a:t>Title of the thing on the right</a:t>
            </a:r>
          </a:p>
        </p:txBody>
      </p:sp>
      <p:sp>
        <p:nvSpPr>
          <p:cNvPr id="4" name="Text Placeholder 19">
            <a:extLst>
              <a:ext uri="{FF2B5EF4-FFF2-40B4-BE49-F238E27FC236}">
                <a16:creationId xmlns:a16="http://schemas.microsoft.com/office/drawing/2014/main" id="{CF236573-E93B-B284-46DB-625E2E0463D2}"/>
              </a:ext>
            </a:extLst>
          </p:cNvPr>
          <p:cNvSpPr>
            <a:spLocks noGrp="1"/>
          </p:cNvSpPr>
          <p:nvPr>
            <p:ph type="body" sz="quarter" idx="29" hasCustomPrompt="1"/>
          </p:nvPr>
        </p:nvSpPr>
        <p:spPr>
          <a:xfrm>
            <a:off x="570777" y="3561946"/>
            <a:ext cx="3490003" cy="650691"/>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tx1"/>
                </a:solidFill>
                <a:latin typeface="+mn-lt"/>
                <a:ea typeface="Poppins" pitchFamily="2" charset="77"/>
                <a:cs typeface="Poppins" pitchFamily="2" charset="77"/>
              </a:defRPr>
            </a:lvl1pPr>
          </a:lstStyle>
          <a:p>
            <a:pPr lvl="0"/>
            <a:r>
              <a:rPr lang="en-US"/>
              <a:t>Description of the thing on the right. Try to keep it focused.</a:t>
            </a:r>
          </a:p>
        </p:txBody>
      </p:sp>
    </p:spTree>
    <p:extLst>
      <p:ext uri="{BB962C8B-B14F-4D97-AF65-F5344CB8AC3E}">
        <p14:creationId xmlns:p14="http://schemas.microsoft.com/office/powerpoint/2010/main" val="251784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ta viz ">
    <p:bg>
      <p:bgPr>
        <a:solidFill>
          <a:srgbClr val="F9F8FF"/>
        </a:solidFill>
        <a:effectLst/>
      </p:bgPr>
    </p:bg>
    <p:spTree>
      <p:nvGrpSpPr>
        <p:cNvPr id="1" name=""/>
        <p:cNvGrpSpPr/>
        <p:nvPr/>
      </p:nvGrpSpPr>
      <p:grpSpPr>
        <a:xfrm>
          <a:off x="0" y="0"/>
          <a:ext cx="0" cy="0"/>
          <a:chOff x="0" y="0"/>
          <a:chExt cx="0" cy="0"/>
        </a:xfrm>
      </p:grpSpPr>
      <p:sp>
        <p:nvSpPr>
          <p:cNvPr id="12" name="Text Placeholder 19">
            <a:extLst>
              <a:ext uri="{FF2B5EF4-FFF2-40B4-BE49-F238E27FC236}">
                <a16:creationId xmlns:a16="http://schemas.microsoft.com/office/drawing/2014/main" id="{1F1761AC-6860-62E8-20FB-998D7529F2E8}"/>
              </a:ext>
            </a:extLst>
          </p:cNvPr>
          <p:cNvSpPr>
            <a:spLocks noGrp="1"/>
          </p:cNvSpPr>
          <p:nvPr>
            <p:ph type="body" sz="quarter" idx="15" hasCustomPrompt="1"/>
          </p:nvPr>
        </p:nvSpPr>
        <p:spPr>
          <a:xfrm>
            <a:off x="551733" y="2375711"/>
            <a:ext cx="4482527" cy="317500"/>
          </a:xfrm>
          <a:prstGeom prst="rect">
            <a:avLst/>
          </a:prstGeom>
        </p:spPr>
        <p:txBody>
          <a:bodyPr>
            <a:noAutofit/>
          </a:bodyPr>
          <a:lstStyle>
            <a:lvl1pPr marL="0" indent="0" algn="l" defTabSz="457155" rtl="0" eaLnBrk="1" latinLnBrk="0" hangingPunct="1">
              <a:lnSpc>
                <a:spcPts val="2200"/>
              </a:lnSpc>
              <a:buNone/>
              <a:defRPr lang="en-US" sz="1800" b="0" i="0" kern="0" spc="0" dirty="0" smtClean="0">
                <a:solidFill>
                  <a:srgbClr val="0F0F0F">
                    <a:alpha val="100000"/>
                  </a:srgbClr>
                </a:solidFill>
                <a:latin typeface="+mn-lt"/>
                <a:ea typeface="Poppins" pitchFamily="2" charset="77"/>
                <a:cs typeface="Poppins" pitchFamily="2" charset="77"/>
              </a:defRPr>
            </a:lvl1pPr>
          </a:lstStyle>
          <a:p>
            <a:pPr lvl="0"/>
            <a:r>
              <a:rPr lang="en-US"/>
              <a:t>Title</a:t>
            </a:r>
          </a:p>
        </p:txBody>
      </p:sp>
      <p:sp>
        <p:nvSpPr>
          <p:cNvPr id="3" name="Chart Placeholder 3">
            <a:extLst>
              <a:ext uri="{FF2B5EF4-FFF2-40B4-BE49-F238E27FC236}">
                <a16:creationId xmlns:a16="http://schemas.microsoft.com/office/drawing/2014/main" id="{BC045678-1AA5-6212-AFB5-D82596169602}"/>
              </a:ext>
            </a:extLst>
          </p:cNvPr>
          <p:cNvSpPr>
            <a:spLocks noGrp="1"/>
          </p:cNvSpPr>
          <p:nvPr>
            <p:ph type="chart" sz="quarter" idx="28"/>
          </p:nvPr>
        </p:nvSpPr>
        <p:spPr>
          <a:xfrm>
            <a:off x="578965" y="3867150"/>
            <a:ext cx="11034070" cy="2457450"/>
          </a:xfrm>
          <a:prstGeom prst="roundRect">
            <a:avLst>
              <a:gd name="adj" fmla="val 6783"/>
            </a:avLst>
          </a:prstGeom>
        </p:spPr>
        <p:txBody>
          <a:bodyPr/>
          <a:lstStyle>
            <a:lvl1pPr>
              <a:defRPr b="0" i="0">
                <a:latin typeface="Poppins" pitchFamily="2" charset="77"/>
              </a:defRPr>
            </a:lvl1pPr>
          </a:lstStyle>
          <a:p>
            <a:r>
              <a:rPr lang="en-US"/>
              <a:t>Click icon to add chart</a:t>
            </a:r>
          </a:p>
        </p:txBody>
      </p:sp>
      <p:sp>
        <p:nvSpPr>
          <p:cNvPr id="4" name="Text Placeholder 19">
            <a:extLst>
              <a:ext uri="{FF2B5EF4-FFF2-40B4-BE49-F238E27FC236}">
                <a16:creationId xmlns:a16="http://schemas.microsoft.com/office/drawing/2014/main" id="{13B531E2-B7BF-712D-ACDA-3F8E6231C2C7}"/>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5" name="Text Placeholder 19">
            <a:extLst>
              <a:ext uri="{FF2B5EF4-FFF2-40B4-BE49-F238E27FC236}">
                <a16:creationId xmlns:a16="http://schemas.microsoft.com/office/drawing/2014/main" id="{066B2C43-B7CE-52DE-EF28-67280B9B5E9B}"/>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
        <p:nvSpPr>
          <p:cNvPr id="6" name="Text Placeholder 19">
            <a:extLst>
              <a:ext uri="{FF2B5EF4-FFF2-40B4-BE49-F238E27FC236}">
                <a16:creationId xmlns:a16="http://schemas.microsoft.com/office/drawing/2014/main" id="{E94D16B7-7CDD-984D-D969-3E0C6970F189}"/>
              </a:ext>
            </a:extLst>
          </p:cNvPr>
          <p:cNvSpPr>
            <a:spLocks noGrp="1"/>
          </p:cNvSpPr>
          <p:nvPr>
            <p:ph type="body" sz="quarter" idx="29" hasCustomPrompt="1"/>
          </p:nvPr>
        </p:nvSpPr>
        <p:spPr>
          <a:xfrm>
            <a:off x="551733" y="2715641"/>
            <a:ext cx="4482527" cy="317500"/>
          </a:xfrm>
          <a:prstGeom prst="rect">
            <a:avLst/>
          </a:prstGeom>
        </p:spPr>
        <p:txBody>
          <a:bodyPr>
            <a:noAutofit/>
          </a:bodyPr>
          <a:lstStyle>
            <a:lvl1pPr marL="0" indent="0" algn="l" defTabSz="457155" rtl="0" eaLnBrk="1" latinLnBrk="0" hangingPunct="1">
              <a:lnSpc>
                <a:spcPts val="2200"/>
              </a:lnSpc>
              <a:buNone/>
              <a:defRPr lang="en-US" sz="1200" b="0" i="0" kern="0" spc="-36" dirty="0" smtClean="0">
                <a:solidFill>
                  <a:schemeClr val="tx1"/>
                </a:solidFill>
                <a:latin typeface="+mn-lt"/>
                <a:ea typeface="Poppins" pitchFamily="2" charset="77"/>
                <a:cs typeface="Poppins" pitchFamily="2" charset="77"/>
              </a:defRPr>
            </a:lvl1pPr>
          </a:lstStyle>
          <a:p>
            <a:pPr lvl="0"/>
            <a:r>
              <a:rPr lang="en-US"/>
              <a:t>Ask questions to deepen your knowledge, synthesize the information you gather, and tell compelling stories. Your contributions will be informed, impactful, and valuable.</a:t>
            </a:r>
          </a:p>
        </p:txBody>
      </p:sp>
    </p:spTree>
    <p:extLst>
      <p:ext uri="{BB962C8B-B14F-4D97-AF65-F5344CB8AC3E}">
        <p14:creationId xmlns:p14="http://schemas.microsoft.com/office/powerpoint/2010/main" val="41058921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eaker">
    <p:bg>
      <p:bgPr>
        <a:solidFill>
          <a:srgbClr val="F9F8FF"/>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C6FFFD9-3411-3D2C-CC57-DDEB3BE71656}"/>
              </a:ext>
            </a:extLst>
          </p:cNvPr>
          <p:cNvSpPr>
            <a:spLocks noGrp="1"/>
          </p:cNvSpPr>
          <p:nvPr>
            <p:ph type="pic" sz="quarter" idx="24"/>
          </p:nvPr>
        </p:nvSpPr>
        <p:spPr>
          <a:xfrm>
            <a:off x="5301645" y="2167731"/>
            <a:ext cx="1693644" cy="1693864"/>
          </a:xfrm>
          <a:prstGeom prst="ellipse">
            <a:avLst/>
          </a:prstGeom>
        </p:spPr>
        <p:txBody>
          <a:bodyPr/>
          <a:lstStyle>
            <a:lvl1pPr>
              <a:defRPr b="0" i="0">
                <a:latin typeface="Poppins" pitchFamily="2" charset="77"/>
              </a:defRPr>
            </a:lvl1pPr>
          </a:lstStyle>
          <a:p>
            <a:endParaRPr lang="en-US"/>
          </a:p>
        </p:txBody>
      </p:sp>
      <p:sp>
        <p:nvSpPr>
          <p:cNvPr id="6" name="Text Placeholder 19">
            <a:extLst>
              <a:ext uri="{FF2B5EF4-FFF2-40B4-BE49-F238E27FC236}">
                <a16:creationId xmlns:a16="http://schemas.microsoft.com/office/drawing/2014/main" id="{2AC2F738-54F7-71D7-80CA-B9D325AFECAD}"/>
              </a:ext>
            </a:extLst>
          </p:cNvPr>
          <p:cNvSpPr>
            <a:spLocks noGrp="1"/>
          </p:cNvSpPr>
          <p:nvPr>
            <p:ph type="body" sz="quarter" idx="15" hasCustomPrompt="1"/>
          </p:nvPr>
        </p:nvSpPr>
        <p:spPr>
          <a:xfrm>
            <a:off x="4721903" y="4089587"/>
            <a:ext cx="2853128" cy="317500"/>
          </a:xfrm>
          <a:prstGeom prst="rect">
            <a:avLst/>
          </a:prstGeom>
        </p:spPr>
        <p:txBody>
          <a:bodyPr>
            <a:noAutofit/>
          </a:bodyPr>
          <a:lstStyle>
            <a:lvl1pPr marL="0" indent="0" algn="ctr" defTabSz="457155" rtl="0" eaLnBrk="1" latinLnBrk="0" hangingPunct="1">
              <a:lnSpc>
                <a:spcPts val="2200"/>
              </a:lnSpc>
              <a:buNone/>
              <a:defRPr lang="en-US" sz="1800" b="0" i="0" kern="0" spc="0" dirty="0" smtClean="0">
                <a:solidFill>
                  <a:srgbClr val="0F0F0F">
                    <a:alpha val="100000"/>
                  </a:srgbClr>
                </a:solidFill>
                <a:latin typeface="+mj-lt"/>
                <a:ea typeface="Poppins" pitchFamily="2" charset="77"/>
                <a:cs typeface="Poppins" pitchFamily="2" charset="77"/>
              </a:defRPr>
            </a:lvl1pPr>
          </a:lstStyle>
          <a:p>
            <a:pPr lvl="0"/>
            <a:r>
              <a:rPr lang="en-US"/>
              <a:t>Speaker Name</a:t>
            </a:r>
          </a:p>
        </p:txBody>
      </p:sp>
      <p:sp>
        <p:nvSpPr>
          <p:cNvPr id="8" name="Text Placeholder 19">
            <a:extLst>
              <a:ext uri="{FF2B5EF4-FFF2-40B4-BE49-F238E27FC236}">
                <a16:creationId xmlns:a16="http://schemas.microsoft.com/office/drawing/2014/main" id="{815DF261-1797-0538-D4E0-51D841564E9F}"/>
              </a:ext>
            </a:extLst>
          </p:cNvPr>
          <p:cNvSpPr>
            <a:spLocks noGrp="1"/>
          </p:cNvSpPr>
          <p:nvPr>
            <p:ph type="body" sz="quarter" idx="25" hasCustomPrompt="1"/>
          </p:nvPr>
        </p:nvSpPr>
        <p:spPr>
          <a:xfrm>
            <a:off x="4721903" y="4476329"/>
            <a:ext cx="2853128" cy="317500"/>
          </a:xfrm>
          <a:prstGeom prst="rect">
            <a:avLst/>
          </a:prstGeom>
        </p:spPr>
        <p:txBody>
          <a:bodyPr>
            <a:noAutofit/>
          </a:bodyPr>
          <a:lstStyle>
            <a:lvl1pPr marL="0" indent="0" algn="ctr" defTabSz="457155" rtl="0" eaLnBrk="1" latinLnBrk="0" hangingPunct="1">
              <a:lnSpc>
                <a:spcPts val="2200"/>
              </a:lnSpc>
              <a:buNone/>
              <a:defRPr lang="en-US" sz="1800" b="0" i="0" kern="0" spc="0" dirty="0" smtClean="0">
                <a:solidFill>
                  <a:schemeClr val="tx1">
                    <a:lumMod val="65000"/>
                    <a:lumOff val="35000"/>
                  </a:schemeClr>
                </a:solidFill>
                <a:latin typeface="+mn-lt"/>
                <a:ea typeface="Poppins" pitchFamily="2" charset="77"/>
                <a:cs typeface="Poppins" pitchFamily="2" charset="77"/>
              </a:defRPr>
            </a:lvl1pPr>
          </a:lstStyle>
          <a:p>
            <a:pPr lvl="0"/>
            <a:r>
              <a:rPr lang="en-US"/>
              <a:t>Title</a:t>
            </a:r>
          </a:p>
        </p:txBody>
      </p:sp>
    </p:spTree>
    <p:extLst>
      <p:ext uri="{BB962C8B-B14F-4D97-AF65-F5344CB8AC3E}">
        <p14:creationId xmlns:p14="http://schemas.microsoft.com/office/powerpoint/2010/main" val="15571424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meline">
    <p:bg>
      <p:bgPr>
        <a:solidFill>
          <a:srgbClr val="F9F8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96D34A49-E8B2-6533-BACD-DDD9E5B86722}"/>
              </a:ext>
            </a:extLst>
          </p:cNvPr>
          <p:cNvCxnSpPr>
            <a:cxnSpLocks/>
          </p:cNvCxnSpPr>
          <p:nvPr/>
        </p:nvCxnSpPr>
        <p:spPr>
          <a:xfrm>
            <a:off x="568322" y="3116179"/>
            <a:ext cx="1067429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F7B5F278-8B80-F414-CEAD-B40CBB54EF63}"/>
              </a:ext>
            </a:extLst>
          </p:cNvPr>
          <p:cNvSpPr/>
          <p:nvPr/>
        </p:nvSpPr>
        <p:spPr>
          <a:xfrm>
            <a:off x="568321" y="3060700"/>
            <a:ext cx="101587" cy="101600"/>
          </a:xfrm>
          <a:prstGeom prst="ellipse">
            <a:avLst/>
          </a:prstGeom>
          <a:solidFill>
            <a:schemeClr val="tx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latin typeface="+mn-lt"/>
            </a:endParaRPr>
          </a:p>
        </p:txBody>
      </p:sp>
      <p:sp>
        <p:nvSpPr>
          <p:cNvPr id="25" name="Oval 24">
            <a:extLst>
              <a:ext uri="{FF2B5EF4-FFF2-40B4-BE49-F238E27FC236}">
                <a16:creationId xmlns:a16="http://schemas.microsoft.com/office/drawing/2014/main" id="{EF0DBECD-5629-6082-6EBB-F5B15437DC5F}"/>
              </a:ext>
            </a:extLst>
          </p:cNvPr>
          <p:cNvSpPr/>
          <p:nvPr/>
        </p:nvSpPr>
        <p:spPr>
          <a:xfrm>
            <a:off x="2361184" y="3060700"/>
            <a:ext cx="101587" cy="101600"/>
          </a:xfrm>
          <a:prstGeom prst="ellipse">
            <a:avLst/>
          </a:prstGeom>
          <a:solidFill>
            <a:schemeClr val="tx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latin typeface="+mn-lt"/>
            </a:endParaRPr>
          </a:p>
        </p:txBody>
      </p:sp>
      <p:sp>
        <p:nvSpPr>
          <p:cNvPr id="26" name="Oval 25">
            <a:extLst>
              <a:ext uri="{FF2B5EF4-FFF2-40B4-BE49-F238E27FC236}">
                <a16:creationId xmlns:a16="http://schemas.microsoft.com/office/drawing/2014/main" id="{7236D392-42AF-BDF4-01D5-A1F418C7BBA6}"/>
              </a:ext>
            </a:extLst>
          </p:cNvPr>
          <p:cNvSpPr/>
          <p:nvPr/>
        </p:nvSpPr>
        <p:spPr>
          <a:xfrm>
            <a:off x="4154047" y="3060700"/>
            <a:ext cx="101587" cy="101600"/>
          </a:xfrm>
          <a:prstGeom prst="ellipse">
            <a:avLst/>
          </a:prstGeom>
          <a:solidFill>
            <a:schemeClr val="tx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latin typeface="+mn-lt"/>
            </a:endParaRPr>
          </a:p>
        </p:txBody>
      </p:sp>
      <p:sp>
        <p:nvSpPr>
          <p:cNvPr id="27" name="Oval 26">
            <a:extLst>
              <a:ext uri="{FF2B5EF4-FFF2-40B4-BE49-F238E27FC236}">
                <a16:creationId xmlns:a16="http://schemas.microsoft.com/office/drawing/2014/main" id="{9BC77707-EF41-7588-5F2B-F8D966D2B090}"/>
              </a:ext>
            </a:extLst>
          </p:cNvPr>
          <p:cNvSpPr/>
          <p:nvPr/>
        </p:nvSpPr>
        <p:spPr>
          <a:xfrm>
            <a:off x="5946910" y="3060700"/>
            <a:ext cx="101587" cy="101600"/>
          </a:xfrm>
          <a:prstGeom prst="ellipse">
            <a:avLst/>
          </a:prstGeom>
          <a:solidFill>
            <a:schemeClr val="tx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latin typeface="+mn-lt"/>
            </a:endParaRPr>
          </a:p>
        </p:txBody>
      </p:sp>
      <p:sp>
        <p:nvSpPr>
          <p:cNvPr id="28" name="Oval 27">
            <a:extLst>
              <a:ext uri="{FF2B5EF4-FFF2-40B4-BE49-F238E27FC236}">
                <a16:creationId xmlns:a16="http://schemas.microsoft.com/office/drawing/2014/main" id="{34935974-7A27-0EAF-F65E-9CD1EF64F995}"/>
              </a:ext>
            </a:extLst>
          </p:cNvPr>
          <p:cNvSpPr/>
          <p:nvPr/>
        </p:nvSpPr>
        <p:spPr>
          <a:xfrm>
            <a:off x="7739773" y="3060700"/>
            <a:ext cx="101587" cy="101600"/>
          </a:xfrm>
          <a:prstGeom prst="ellipse">
            <a:avLst/>
          </a:prstGeom>
          <a:solidFill>
            <a:schemeClr val="tx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latin typeface="+mn-lt"/>
            </a:endParaRPr>
          </a:p>
        </p:txBody>
      </p:sp>
      <p:sp>
        <p:nvSpPr>
          <p:cNvPr id="29" name="Oval 28">
            <a:extLst>
              <a:ext uri="{FF2B5EF4-FFF2-40B4-BE49-F238E27FC236}">
                <a16:creationId xmlns:a16="http://schemas.microsoft.com/office/drawing/2014/main" id="{A5ACF488-2BD4-FACB-396D-4D3924CEAC4B}"/>
              </a:ext>
            </a:extLst>
          </p:cNvPr>
          <p:cNvSpPr/>
          <p:nvPr/>
        </p:nvSpPr>
        <p:spPr>
          <a:xfrm>
            <a:off x="9532637" y="3060700"/>
            <a:ext cx="101587" cy="101600"/>
          </a:xfrm>
          <a:prstGeom prst="ellipse">
            <a:avLst/>
          </a:prstGeom>
          <a:solidFill>
            <a:schemeClr val="tx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latin typeface="+mn-lt"/>
            </a:endParaRPr>
          </a:p>
        </p:txBody>
      </p:sp>
      <p:sp>
        <p:nvSpPr>
          <p:cNvPr id="3" name="Text Placeholder 2">
            <a:extLst>
              <a:ext uri="{FF2B5EF4-FFF2-40B4-BE49-F238E27FC236}">
                <a16:creationId xmlns:a16="http://schemas.microsoft.com/office/drawing/2014/main" id="{6050E778-2646-7DE1-F70C-32E5060E4F65}"/>
              </a:ext>
            </a:extLst>
          </p:cNvPr>
          <p:cNvSpPr>
            <a:spLocks noGrp="1"/>
          </p:cNvSpPr>
          <p:nvPr>
            <p:ph type="body" sz="quarter" idx="17" hasCustomPrompt="1"/>
          </p:nvPr>
        </p:nvSpPr>
        <p:spPr>
          <a:xfrm>
            <a:off x="514040"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rgbClr val="0F0F0F">
                    <a:alpha val="100000"/>
                  </a:srgbClr>
                </a:solidFill>
                <a:latin typeface="Poppins" pitchFamily="2" charset="77"/>
                <a:ea typeface="Poppins" pitchFamily="2" charset="77"/>
                <a:cs typeface="Poppins" pitchFamily="2" charset="77"/>
              </a:defRPr>
            </a:lvl1pPr>
          </a:lstStyle>
          <a:p>
            <a:pPr lvl="0"/>
            <a:r>
              <a:rPr lang="en-US"/>
              <a:t>Month</a:t>
            </a:r>
          </a:p>
        </p:txBody>
      </p:sp>
      <p:sp>
        <p:nvSpPr>
          <p:cNvPr id="39" name="Text Placeholder 2">
            <a:extLst>
              <a:ext uri="{FF2B5EF4-FFF2-40B4-BE49-F238E27FC236}">
                <a16:creationId xmlns:a16="http://schemas.microsoft.com/office/drawing/2014/main" id="{39F066E0-91B7-2498-04ED-A26B3EE7835B}"/>
              </a:ext>
            </a:extLst>
          </p:cNvPr>
          <p:cNvSpPr>
            <a:spLocks noGrp="1"/>
          </p:cNvSpPr>
          <p:nvPr>
            <p:ph type="body" sz="quarter" idx="20" hasCustomPrompt="1"/>
          </p:nvPr>
        </p:nvSpPr>
        <p:spPr>
          <a:xfrm>
            <a:off x="2307437"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rgbClr val="0F0F0F">
                    <a:alpha val="100000"/>
                  </a:srgbClr>
                </a:solidFill>
                <a:latin typeface="Poppins" pitchFamily="2" charset="77"/>
                <a:ea typeface="Poppins" pitchFamily="2" charset="77"/>
                <a:cs typeface="Poppins" pitchFamily="2" charset="77"/>
              </a:defRPr>
            </a:lvl1pPr>
          </a:lstStyle>
          <a:p>
            <a:pPr lvl="0"/>
            <a:r>
              <a:rPr lang="en-US"/>
              <a:t>Month</a:t>
            </a:r>
          </a:p>
        </p:txBody>
      </p:sp>
      <p:sp>
        <p:nvSpPr>
          <p:cNvPr id="41" name="Text Placeholder 2">
            <a:extLst>
              <a:ext uri="{FF2B5EF4-FFF2-40B4-BE49-F238E27FC236}">
                <a16:creationId xmlns:a16="http://schemas.microsoft.com/office/drawing/2014/main" id="{F4992439-7519-A93F-0602-FE954DF166ED}"/>
              </a:ext>
            </a:extLst>
          </p:cNvPr>
          <p:cNvSpPr>
            <a:spLocks noGrp="1"/>
          </p:cNvSpPr>
          <p:nvPr>
            <p:ph type="body" sz="quarter" idx="22" hasCustomPrompt="1"/>
          </p:nvPr>
        </p:nvSpPr>
        <p:spPr>
          <a:xfrm>
            <a:off x="4100835"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rgbClr val="0F0F0F">
                    <a:alpha val="100000"/>
                  </a:srgbClr>
                </a:solidFill>
                <a:latin typeface="Poppins" pitchFamily="2" charset="77"/>
                <a:ea typeface="Poppins" pitchFamily="2" charset="77"/>
                <a:cs typeface="Poppins" pitchFamily="2" charset="77"/>
              </a:defRPr>
            </a:lvl1pPr>
          </a:lstStyle>
          <a:p>
            <a:pPr lvl="0"/>
            <a:r>
              <a:rPr lang="en-US"/>
              <a:t>Month</a:t>
            </a:r>
          </a:p>
        </p:txBody>
      </p:sp>
      <p:sp>
        <p:nvSpPr>
          <p:cNvPr id="43" name="Text Placeholder 2">
            <a:extLst>
              <a:ext uri="{FF2B5EF4-FFF2-40B4-BE49-F238E27FC236}">
                <a16:creationId xmlns:a16="http://schemas.microsoft.com/office/drawing/2014/main" id="{C4A15BA1-6F75-5848-0BE5-9972EB528DF3}"/>
              </a:ext>
            </a:extLst>
          </p:cNvPr>
          <p:cNvSpPr>
            <a:spLocks noGrp="1"/>
          </p:cNvSpPr>
          <p:nvPr>
            <p:ph type="body" sz="quarter" idx="24" hasCustomPrompt="1"/>
          </p:nvPr>
        </p:nvSpPr>
        <p:spPr>
          <a:xfrm>
            <a:off x="5894231"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rgbClr val="0F0F0F">
                    <a:alpha val="100000"/>
                  </a:srgbClr>
                </a:solidFill>
                <a:latin typeface="Poppins" pitchFamily="2" charset="77"/>
                <a:ea typeface="Poppins" pitchFamily="2" charset="77"/>
                <a:cs typeface="Poppins" pitchFamily="2" charset="77"/>
              </a:defRPr>
            </a:lvl1pPr>
          </a:lstStyle>
          <a:p>
            <a:pPr lvl="0"/>
            <a:r>
              <a:rPr lang="en-US"/>
              <a:t>Month</a:t>
            </a:r>
          </a:p>
        </p:txBody>
      </p:sp>
      <p:sp>
        <p:nvSpPr>
          <p:cNvPr id="45" name="Text Placeholder 2">
            <a:extLst>
              <a:ext uri="{FF2B5EF4-FFF2-40B4-BE49-F238E27FC236}">
                <a16:creationId xmlns:a16="http://schemas.microsoft.com/office/drawing/2014/main" id="{38CC13D9-910F-E88A-80F3-A1CE25C93582}"/>
              </a:ext>
            </a:extLst>
          </p:cNvPr>
          <p:cNvSpPr>
            <a:spLocks noGrp="1"/>
          </p:cNvSpPr>
          <p:nvPr>
            <p:ph type="body" sz="quarter" idx="26" hasCustomPrompt="1"/>
          </p:nvPr>
        </p:nvSpPr>
        <p:spPr>
          <a:xfrm>
            <a:off x="7687629"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rgbClr val="0F0F0F">
                    <a:alpha val="100000"/>
                  </a:srgbClr>
                </a:solidFill>
                <a:latin typeface="Poppins" pitchFamily="2" charset="77"/>
                <a:ea typeface="Poppins" pitchFamily="2" charset="77"/>
                <a:cs typeface="Poppins" pitchFamily="2" charset="77"/>
              </a:defRPr>
            </a:lvl1pPr>
          </a:lstStyle>
          <a:p>
            <a:pPr lvl="0"/>
            <a:r>
              <a:rPr lang="en-US"/>
              <a:t>Month</a:t>
            </a:r>
          </a:p>
        </p:txBody>
      </p:sp>
      <p:sp>
        <p:nvSpPr>
          <p:cNvPr id="47" name="Text Placeholder 2">
            <a:extLst>
              <a:ext uri="{FF2B5EF4-FFF2-40B4-BE49-F238E27FC236}">
                <a16:creationId xmlns:a16="http://schemas.microsoft.com/office/drawing/2014/main" id="{178A6E13-DFF2-3D21-D580-85A75DD25803}"/>
              </a:ext>
            </a:extLst>
          </p:cNvPr>
          <p:cNvSpPr>
            <a:spLocks noGrp="1"/>
          </p:cNvSpPr>
          <p:nvPr>
            <p:ph type="body" sz="quarter" idx="28" hasCustomPrompt="1"/>
          </p:nvPr>
        </p:nvSpPr>
        <p:spPr>
          <a:xfrm>
            <a:off x="9481026"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rgbClr val="0F0F0F">
                    <a:alpha val="100000"/>
                  </a:srgbClr>
                </a:solidFill>
                <a:latin typeface="Poppins" pitchFamily="2" charset="77"/>
                <a:ea typeface="Poppins" pitchFamily="2" charset="77"/>
                <a:cs typeface="Poppins" pitchFamily="2" charset="77"/>
              </a:defRPr>
            </a:lvl1pPr>
          </a:lstStyle>
          <a:p>
            <a:pPr lvl="0"/>
            <a:r>
              <a:rPr lang="en-US"/>
              <a:t>Month</a:t>
            </a:r>
          </a:p>
        </p:txBody>
      </p:sp>
      <p:sp>
        <p:nvSpPr>
          <p:cNvPr id="2" name="Text Placeholder 19">
            <a:extLst>
              <a:ext uri="{FF2B5EF4-FFF2-40B4-BE49-F238E27FC236}">
                <a16:creationId xmlns:a16="http://schemas.microsoft.com/office/drawing/2014/main" id="{22875B44-AF61-8CB8-ACC6-757D2C841F58}"/>
              </a:ext>
            </a:extLst>
          </p:cNvPr>
          <p:cNvSpPr>
            <a:spLocks noGrp="1"/>
          </p:cNvSpPr>
          <p:nvPr>
            <p:ph type="body" sz="quarter" idx="36" hasCustomPrompt="1"/>
          </p:nvPr>
        </p:nvSpPr>
        <p:spPr>
          <a:xfrm>
            <a:off x="514040"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4" name="Text Placeholder 19">
            <a:extLst>
              <a:ext uri="{FF2B5EF4-FFF2-40B4-BE49-F238E27FC236}">
                <a16:creationId xmlns:a16="http://schemas.microsoft.com/office/drawing/2014/main" id="{39FD035D-9C12-F41F-8D79-9F597AEF882B}"/>
              </a:ext>
            </a:extLst>
          </p:cNvPr>
          <p:cNvSpPr>
            <a:spLocks noGrp="1"/>
          </p:cNvSpPr>
          <p:nvPr>
            <p:ph type="body" sz="quarter" idx="37" hasCustomPrompt="1"/>
          </p:nvPr>
        </p:nvSpPr>
        <p:spPr>
          <a:xfrm>
            <a:off x="2307437"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5" name="Text Placeholder 19">
            <a:extLst>
              <a:ext uri="{FF2B5EF4-FFF2-40B4-BE49-F238E27FC236}">
                <a16:creationId xmlns:a16="http://schemas.microsoft.com/office/drawing/2014/main" id="{3942584E-A756-7215-9E43-1936A5261761}"/>
              </a:ext>
            </a:extLst>
          </p:cNvPr>
          <p:cNvSpPr>
            <a:spLocks noGrp="1"/>
          </p:cNvSpPr>
          <p:nvPr>
            <p:ph type="body" sz="quarter" idx="38" hasCustomPrompt="1"/>
          </p:nvPr>
        </p:nvSpPr>
        <p:spPr>
          <a:xfrm>
            <a:off x="4100835"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6" name="Text Placeholder 19">
            <a:extLst>
              <a:ext uri="{FF2B5EF4-FFF2-40B4-BE49-F238E27FC236}">
                <a16:creationId xmlns:a16="http://schemas.microsoft.com/office/drawing/2014/main" id="{F31F0407-91C0-5D0E-364C-A699FB24C03E}"/>
              </a:ext>
            </a:extLst>
          </p:cNvPr>
          <p:cNvSpPr>
            <a:spLocks noGrp="1"/>
          </p:cNvSpPr>
          <p:nvPr>
            <p:ph type="body" sz="quarter" idx="39" hasCustomPrompt="1"/>
          </p:nvPr>
        </p:nvSpPr>
        <p:spPr>
          <a:xfrm>
            <a:off x="5894230"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7" name="Text Placeholder 19">
            <a:extLst>
              <a:ext uri="{FF2B5EF4-FFF2-40B4-BE49-F238E27FC236}">
                <a16:creationId xmlns:a16="http://schemas.microsoft.com/office/drawing/2014/main" id="{48F96590-2A25-F87E-9F30-27910D937D86}"/>
              </a:ext>
            </a:extLst>
          </p:cNvPr>
          <p:cNvSpPr>
            <a:spLocks noGrp="1"/>
          </p:cNvSpPr>
          <p:nvPr>
            <p:ph type="body" sz="quarter" idx="40" hasCustomPrompt="1"/>
          </p:nvPr>
        </p:nvSpPr>
        <p:spPr>
          <a:xfrm>
            <a:off x="7687627"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8" name="Text Placeholder 19">
            <a:extLst>
              <a:ext uri="{FF2B5EF4-FFF2-40B4-BE49-F238E27FC236}">
                <a16:creationId xmlns:a16="http://schemas.microsoft.com/office/drawing/2014/main" id="{D5F01208-F70E-E93C-0A47-23742F07A6C4}"/>
              </a:ext>
            </a:extLst>
          </p:cNvPr>
          <p:cNvSpPr>
            <a:spLocks noGrp="1"/>
          </p:cNvSpPr>
          <p:nvPr>
            <p:ph type="body" sz="quarter" idx="41" hasCustomPrompt="1"/>
          </p:nvPr>
        </p:nvSpPr>
        <p:spPr>
          <a:xfrm>
            <a:off x="9481026"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9" name="Text Placeholder 19">
            <a:extLst>
              <a:ext uri="{FF2B5EF4-FFF2-40B4-BE49-F238E27FC236}">
                <a16:creationId xmlns:a16="http://schemas.microsoft.com/office/drawing/2014/main" id="{C435A5F1-435A-7DE6-AFC7-2C4E7DDF94A5}"/>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Project roadmap</a:t>
            </a:r>
          </a:p>
          <a:p>
            <a:pPr lvl="0"/>
            <a:endParaRPr lang="en-US"/>
          </a:p>
        </p:txBody>
      </p:sp>
      <p:sp>
        <p:nvSpPr>
          <p:cNvPr id="10" name="Text Placeholder 19">
            <a:extLst>
              <a:ext uri="{FF2B5EF4-FFF2-40B4-BE49-F238E27FC236}">
                <a16:creationId xmlns:a16="http://schemas.microsoft.com/office/drawing/2014/main" id="{F23D5B8E-5E15-4A7D-CE93-7AFA6AAA5A28}"/>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p:txBody>
      </p:sp>
      <p:sp>
        <p:nvSpPr>
          <p:cNvPr id="11" name="Text Placeholder 19">
            <a:extLst>
              <a:ext uri="{FF2B5EF4-FFF2-40B4-BE49-F238E27FC236}">
                <a16:creationId xmlns:a16="http://schemas.microsoft.com/office/drawing/2014/main" id="{DA9BCA77-767B-99C5-16EF-E6199D49105C}"/>
              </a:ext>
            </a:extLst>
          </p:cNvPr>
          <p:cNvSpPr>
            <a:spLocks noGrp="1"/>
          </p:cNvSpPr>
          <p:nvPr>
            <p:ph type="body" sz="quarter" idx="15" hasCustomPrompt="1"/>
          </p:nvPr>
        </p:nvSpPr>
        <p:spPr>
          <a:xfrm>
            <a:off x="514040" y="2444751"/>
            <a:ext cx="1793398" cy="354200"/>
          </a:xfrm>
          <a:prstGeom prst="rect">
            <a:avLst/>
          </a:prstGeom>
        </p:spPr>
        <p:txBody>
          <a:bodyPr wrap="square">
            <a:spAutoFit/>
          </a:bodyPr>
          <a:lstStyle>
            <a:lvl1pPr marL="0" indent="0" algn="l" defTabSz="457155" rtl="0" eaLnBrk="1" latinLnBrk="0" hangingPunct="1">
              <a:lnSpc>
                <a:spcPts val="2200"/>
              </a:lnSpc>
              <a:buNone/>
              <a:defRPr lang="en-US" sz="1400" b="0" i="0" kern="0" spc="0" dirty="0" smtClean="0">
                <a:solidFill>
                  <a:srgbClr val="0F0F0F">
                    <a:alpha val="100000"/>
                  </a:srgbClr>
                </a:solidFill>
                <a:latin typeface="+mj-lt"/>
                <a:ea typeface="Poppins" pitchFamily="2" charset="77"/>
                <a:cs typeface="Poppins" pitchFamily="2" charset="77"/>
              </a:defRPr>
            </a:lvl1pPr>
          </a:lstStyle>
          <a:p>
            <a:pPr lvl="0"/>
            <a:r>
              <a:rPr lang="en-US"/>
              <a:t>Milestone</a:t>
            </a:r>
          </a:p>
        </p:txBody>
      </p:sp>
      <p:sp>
        <p:nvSpPr>
          <p:cNvPr id="12" name="Text Placeholder 19">
            <a:extLst>
              <a:ext uri="{FF2B5EF4-FFF2-40B4-BE49-F238E27FC236}">
                <a16:creationId xmlns:a16="http://schemas.microsoft.com/office/drawing/2014/main" id="{28362263-5CB4-FF80-87E7-6A72134CBB5B}"/>
              </a:ext>
            </a:extLst>
          </p:cNvPr>
          <p:cNvSpPr>
            <a:spLocks noGrp="1"/>
          </p:cNvSpPr>
          <p:nvPr>
            <p:ph type="body" sz="quarter" idx="42" hasCustomPrompt="1"/>
          </p:nvPr>
        </p:nvSpPr>
        <p:spPr>
          <a:xfrm>
            <a:off x="2307972" y="2444898"/>
            <a:ext cx="1792863" cy="354200"/>
          </a:xfrm>
          <a:prstGeom prst="rect">
            <a:avLst/>
          </a:prstGeom>
        </p:spPr>
        <p:txBody>
          <a:bodyPr>
            <a:spAutoFit/>
          </a:bodyPr>
          <a:lstStyle>
            <a:lvl1pPr marL="0" indent="0" algn="l" defTabSz="457155" rtl="0" eaLnBrk="1" latinLnBrk="0" hangingPunct="1">
              <a:lnSpc>
                <a:spcPts val="2200"/>
              </a:lnSpc>
              <a:buNone/>
              <a:defRPr lang="en-US" sz="1400" b="0" i="0" kern="0" spc="0" dirty="0" smtClean="0">
                <a:solidFill>
                  <a:srgbClr val="0F0F0F">
                    <a:alpha val="100000"/>
                  </a:srgbClr>
                </a:solidFill>
                <a:latin typeface="+mj-lt"/>
                <a:ea typeface="Poppins" pitchFamily="2" charset="77"/>
                <a:cs typeface="Poppins" pitchFamily="2" charset="77"/>
              </a:defRPr>
            </a:lvl1pPr>
          </a:lstStyle>
          <a:p>
            <a:pPr lvl="0"/>
            <a:r>
              <a:rPr lang="en-US"/>
              <a:t>Milestone</a:t>
            </a:r>
          </a:p>
        </p:txBody>
      </p:sp>
      <p:sp>
        <p:nvSpPr>
          <p:cNvPr id="13" name="Text Placeholder 19">
            <a:extLst>
              <a:ext uri="{FF2B5EF4-FFF2-40B4-BE49-F238E27FC236}">
                <a16:creationId xmlns:a16="http://schemas.microsoft.com/office/drawing/2014/main" id="{B552EE48-05A0-0265-F470-5A2B5B47E98D}"/>
              </a:ext>
            </a:extLst>
          </p:cNvPr>
          <p:cNvSpPr>
            <a:spLocks noGrp="1"/>
          </p:cNvSpPr>
          <p:nvPr>
            <p:ph type="body" sz="quarter" idx="43" hasCustomPrompt="1"/>
          </p:nvPr>
        </p:nvSpPr>
        <p:spPr>
          <a:xfrm>
            <a:off x="4100835" y="2444604"/>
            <a:ext cx="1793398" cy="354200"/>
          </a:xfrm>
          <a:prstGeom prst="rect">
            <a:avLst/>
          </a:prstGeom>
        </p:spPr>
        <p:txBody>
          <a:bodyPr wrap="square">
            <a:spAutoFit/>
          </a:bodyPr>
          <a:lstStyle>
            <a:lvl1pPr marL="0" indent="0" algn="l" defTabSz="457155" rtl="0" eaLnBrk="1" latinLnBrk="0" hangingPunct="1">
              <a:lnSpc>
                <a:spcPts val="2200"/>
              </a:lnSpc>
              <a:buNone/>
              <a:defRPr lang="en-US" sz="1400" b="0" i="0" kern="0" spc="0" dirty="0" smtClean="0">
                <a:solidFill>
                  <a:srgbClr val="0F0F0F">
                    <a:alpha val="100000"/>
                  </a:srgbClr>
                </a:solidFill>
                <a:latin typeface="+mj-lt"/>
                <a:ea typeface="Poppins" pitchFamily="2" charset="77"/>
                <a:cs typeface="Poppins" pitchFamily="2" charset="77"/>
              </a:defRPr>
            </a:lvl1pPr>
          </a:lstStyle>
          <a:p>
            <a:pPr lvl="0"/>
            <a:r>
              <a:rPr lang="en-US"/>
              <a:t>Milestone</a:t>
            </a:r>
          </a:p>
        </p:txBody>
      </p:sp>
      <p:sp>
        <p:nvSpPr>
          <p:cNvPr id="14" name="Text Placeholder 19">
            <a:extLst>
              <a:ext uri="{FF2B5EF4-FFF2-40B4-BE49-F238E27FC236}">
                <a16:creationId xmlns:a16="http://schemas.microsoft.com/office/drawing/2014/main" id="{EB0B9FD9-7612-3433-CC37-BECA528518DE}"/>
              </a:ext>
            </a:extLst>
          </p:cNvPr>
          <p:cNvSpPr>
            <a:spLocks noGrp="1"/>
          </p:cNvSpPr>
          <p:nvPr>
            <p:ph type="body" sz="quarter" idx="44" hasCustomPrompt="1"/>
          </p:nvPr>
        </p:nvSpPr>
        <p:spPr>
          <a:xfrm>
            <a:off x="5894767" y="2444751"/>
            <a:ext cx="1792863" cy="354200"/>
          </a:xfrm>
          <a:prstGeom prst="rect">
            <a:avLst/>
          </a:prstGeom>
        </p:spPr>
        <p:txBody>
          <a:bodyPr>
            <a:spAutoFit/>
          </a:bodyPr>
          <a:lstStyle>
            <a:lvl1pPr marL="0" indent="0" algn="l" defTabSz="457155" rtl="0" eaLnBrk="1" latinLnBrk="0" hangingPunct="1">
              <a:lnSpc>
                <a:spcPts val="2200"/>
              </a:lnSpc>
              <a:buNone/>
              <a:defRPr lang="en-US" sz="1400" b="0" i="0" kern="0" spc="0" dirty="0" smtClean="0">
                <a:solidFill>
                  <a:srgbClr val="0F0F0F">
                    <a:alpha val="100000"/>
                  </a:srgbClr>
                </a:solidFill>
                <a:latin typeface="+mj-lt"/>
                <a:ea typeface="Poppins" pitchFamily="2" charset="77"/>
                <a:cs typeface="Poppins" pitchFamily="2" charset="77"/>
              </a:defRPr>
            </a:lvl1pPr>
          </a:lstStyle>
          <a:p>
            <a:pPr lvl="0"/>
            <a:r>
              <a:rPr lang="en-US"/>
              <a:t>Milestone</a:t>
            </a:r>
          </a:p>
        </p:txBody>
      </p:sp>
      <p:sp>
        <p:nvSpPr>
          <p:cNvPr id="15" name="Text Placeholder 19">
            <a:extLst>
              <a:ext uri="{FF2B5EF4-FFF2-40B4-BE49-F238E27FC236}">
                <a16:creationId xmlns:a16="http://schemas.microsoft.com/office/drawing/2014/main" id="{E6CDD66E-076D-2738-C2D3-85A0AED2FCEA}"/>
              </a:ext>
            </a:extLst>
          </p:cNvPr>
          <p:cNvSpPr>
            <a:spLocks noGrp="1"/>
          </p:cNvSpPr>
          <p:nvPr>
            <p:ph type="body" sz="quarter" idx="45" hasCustomPrompt="1"/>
          </p:nvPr>
        </p:nvSpPr>
        <p:spPr>
          <a:xfrm>
            <a:off x="7687096" y="2443436"/>
            <a:ext cx="1793398" cy="354200"/>
          </a:xfrm>
          <a:prstGeom prst="rect">
            <a:avLst/>
          </a:prstGeom>
        </p:spPr>
        <p:txBody>
          <a:bodyPr wrap="square">
            <a:spAutoFit/>
          </a:bodyPr>
          <a:lstStyle>
            <a:lvl1pPr marL="0" indent="0" algn="l" defTabSz="457155" rtl="0" eaLnBrk="1" latinLnBrk="0" hangingPunct="1">
              <a:lnSpc>
                <a:spcPts val="2200"/>
              </a:lnSpc>
              <a:buNone/>
              <a:defRPr lang="en-US" sz="1400" b="0" i="0" kern="0" spc="0" dirty="0" smtClean="0">
                <a:solidFill>
                  <a:srgbClr val="0F0F0F">
                    <a:alpha val="100000"/>
                  </a:srgbClr>
                </a:solidFill>
                <a:latin typeface="+mj-lt"/>
                <a:ea typeface="Poppins" pitchFamily="2" charset="77"/>
                <a:cs typeface="Poppins" pitchFamily="2" charset="77"/>
              </a:defRPr>
            </a:lvl1pPr>
          </a:lstStyle>
          <a:p>
            <a:pPr lvl="0"/>
            <a:r>
              <a:rPr lang="en-US"/>
              <a:t>Milestone</a:t>
            </a:r>
          </a:p>
        </p:txBody>
      </p:sp>
      <p:sp>
        <p:nvSpPr>
          <p:cNvPr id="16" name="Text Placeholder 19">
            <a:extLst>
              <a:ext uri="{FF2B5EF4-FFF2-40B4-BE49-F238E27FC236}">
                <a16:creationId xmlns:a16="http://schemas.microsoft.com/office/drawing/2014/main" id="{CBF7F5B8-807B-8204-BC14-C67C62CEECD6}"/>
              </a:ext>
            </a:extLst>
          </p:cNvPr>
          <p:cNvSpPr>
            <a:spLocks noGrp="1"/>
          </p:cNvSpPr>
          <p:nvPr>
            <p:ph type="body" sz="quarter" idx="46" hasCustomPrompt="1"/>
          </p:nvPr>
        </p:nvSpPr>
        <p:spPr>
          <a:xfrm>
            <a:off x="9481028" y="2443583"/>
            <a:ext cx="1792863" cy="354200"/>
          </a:xfrm>
          <a:prstGeom prst="rect">
            <a:avLst/>
          </a:prstGeom>
        </p:spPr>
        <p:txBody>
          <a:bodyPr>
            <a:spAutoFit/>
          </a:bodyPr>
          <a:lstStyle>
            <a:lvl1pPr marL="0" indent="0" algn="l" defTabSz="457155" rtl="0" eaLnBrk="1" latinLnBrk="0" hangingPunct="1">
              <a:lnSpc>
                <a:spcPts val="2200"/>
              </a:lnSpc>
              <a:buNone/>
              <a:defRPr lang="en-US" sz="1400" b="0" i="0" kern="0" spc="0" dirty="0" smtClean="0">
                <a:solidFill>
                  <a:srgbClr val="0F0F0F">
                    <a:alpha val="100000"/>
                  </a:srgbClr>
                </a:solidFill>
                <a:latin typeface="+mj-lt"/>
                <a:ea typeface="Poppins" pitchFamily="2" charset="77"/>
                <a:cs typeface="Poppins" pitchFamily="2" charset="77"/>
              </a:defRPr>
            </a:lvl1pPr>
          </a:lstStyle>
          <a:p>
            <a:pPr lvl="0"/>
            <a:r>
              <a:rPr lang="en-US"/>
              <a:t>Milestone</a:t>
            </a:r>
          </a:p>
        </p:txBody>
      </p:sp>
    </p:spTree>
    <p:extLst>
      <p:ext uri="{BB962C8B-B14F-4D97-AF65-F5344CB8AC3E}">
        <p14:creationId xmlns:p14="http://schemas.microsoft.com/office/powerpoint/2010/main" val="35758788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blocks">
    <p:bg>
      <p:bgPr>
        <a:solidFill>
          <a:srgbClr val="F9F8FF"/>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E72801E-F3B3-76DA-DC57-0276D87F411E}"/>
              </a:ext>
            </a:extLst>
          </p:cNvPr>
          <p:cNvSpPr/>
          <p:nvPr/>
        </p:nvSpPr>
        <p:spPr>
          <a:xfrm>
            <a:off x="5052034" y="1499394"/>
            <a:ext cx="2087869" cy="2908300"/>
          </a:xfrm>
          <a:prstGeom prst="roundRect">
            <a:avLst>
              <a:gd name="adj" fmla="val 4009"/>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3" name="Rounded Rectangle 2">
            <a:extLst>
              <a:ext uri="{FF2B5EF4-FFF2-40B4-BE49-F238E27FC236}">
                <a16:creationId xmlns:a16="http://schemas.microsoft.com/office/drawing/2014/main" id="{ECAB2535-986A-5928-8411-E031B3B9FCD9}"/>
              </a:ext>
            </a:extLst>
          </p:cNvPr>
          <p:cNvSpPr/>
          <p:nvPr/>
        </p:nvSpPr>
        <p:spPr>
          <a:xfrm>
            <a:off x="588902" y="1499394"/>
            <a:ext cx="2087869" cy="2908300"/>
          </a:xfrm>
          <a:prstGeom prst="roundRect">
            <a:avLst>
              <a:gd name="adj" fmla="val 4009"/>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4" name="Rounded Rectangle 3">
            <a:extLst>
              <a:ext uri="{FF2B5EF4-FFF2-40B4-BE49-F238E27FC236}">
                <a16:creationId xmlns:a16="http://schemas.microsoft.com/office/drawing/2014/main" id="{2C08EA4F-2695-1A87-B2B8-81F4665F4732}"/>
              </a:ext>
            </a:extLst>
          </p:cNvPr>
          <p:cNvSpPr/>
          <p:nvPr/>
        </p:nvSpPr>
        <p:spPr>
          <a:xfrm>
            <a:off x="9530582" y="1499394"/>
            <a:ext cx="2087869" cy="2908300"/>
          </a:xfrm>
          <a:prstGeom prst="roundRect">
            <a:avLst>
              <a:gd name="adj" fmla="val 4009"/>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5" name="Rounded Rectangle 4">
            <a:extLst>
              <a:ext uri="{FF2B5EF4-FFF2-40B4-BE49-F238E27FC236}">
                <a16:creationId xmlns:a16="http://schemas.microsoft.com/office/drawing/2014/main" id="{EA145E20-1E13-6952-0928-996DC519DB15}"/>
              </a:ext>
            </a:extLst>
          </p:cNvPr>
          <p:cNvSpPr/>
          <p:nvPr/>
        </p:nvSpPr>
        <p:spPr>
          <a:xfrm>
            <a:off x="6170180" y="4559300"/>
            <a:ext cx="5448272" cy="1727200"/>
          </a:xfrm>
          <a:prstGeom prst="roundRect">
            <a:avLst>
              <a:gd name="adj" fmla="val 4009"/>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6" name="Rounded Rectangle 5">
            <a:extLst>
              <a:ext uri="{FF2B5EF4-FFF2-40B4-BE49-F238E27FC236}">
                <a16:creationId xmlns:a16="http://schemas.microsoft.com/office/drawing/2014/main" id="{8624B87D-76EF-DD8B-D625-EF95FFBCDAD7}"/>
              </a:ext>
            </a:extLst>
          </p:cNvPr>
          <p:cNvSpPr/>
          <p:nvPr/>
        </p:nvSpPr>
        <p:spPr>
          <a:xfrm>
            <a:off x="570209" y="4559300"/>
            <a:ext cx="5448272" cy="1727200"/>
          </a:xfrm>
          <a:prstGeom prst="roundRect">
            <a:avLst>
              <a:gd name="adj" fmla="val 4009"/>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7" name="Rounded Rectangle 6">
            <a:extLst>
              <a:ext uri="{FF2B5EF4-FFF2-40B4-BE49-F238E27FC236}">
                <a16:creationId xmlns:a16="http://schemas.microsoft.com/office/drawing/2014/main" id="{819FA051-30FB-12EF-1A3B-5420FDB3E061}"/>
              </a:ext>
            </a:extLst>
          </p:cNvPr>
          <p:cNvSpPr/>
          <p:nvPr/>
        </p:nvSpPr>
        <p:spPr>
          <a:xfrm>
            <a:off x="2816332" y="1499394"/>
            <a:ext cx="2087869" cy="1377950"/>
          </a:xfrm>
          <a:prstGeom prst="roundRect">
            <a:avLst>
              <a:gd name="adj" fmla="val 452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8" name="Rounded Rectangle 7">
            <a:extLst>
              <a:ext uri="{FF2B5EF4-FFF2-40B4-BE49-F238E27FC236}">
                <a16:creationId xmlns:a16="http://schemas.microsoft.com/office/drawing/2014/main" id="{C269B9BA-693D-5C29-4793-E9AD1BCB8FC6}"/>
              </a:ext>
            </a:extLst>
          </p:cNvPr>
          <p:cNvSpPr/>
          <p:nvPr/>
        </p:nvSpPr>
        <p:spPr>
          <a:xfrm>
            <a:off x="2816332" y="3028156"/>
            <a:ext cx="2087869" cy="1377950"/>
          </a:xfrm>
          <a:prstGeom prst="roundRect">
            <a:avLst>
              <a:gd name="adj" fmla="val 452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9" name="Rounded Rectangle 8">
            <a:extLst>
              <a:ext uri="{FF2B5EF4-FFF2-40B4-BE49-F238E27FC236}">
                <a16:creationId xmlns:a16="http://schemas.microsoft.com/office/drawing/2014/main" id="{8C80E795-7FC8-D097-4D94-EA50BB0EBAD6}"/>
              </a:ext>
            </a:extLst>
          </p:cNvPr>
          <p:cNvSpPr/>
          <p:nvPr/>
        </p:nvSpPr>
        <p:spPr>
          <a:xfrm>
            <a:off x="7294879" y="1499394"/>
            <a:ext cx="2087869" cy="1377950"/>
          </a:xfrm>
          <a:prstGeom prst="roundRect">
            <a:avLst>
              <a:gd name="adj" fmla="val 452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10" name="Rounded Rectangle 9">
            <a:extLst>
              <a:ext uri="{FF2B5EF4-FFF2-40B4-BE49-F238E27FC236}">
                <a16:creationId xmlns:a16="http://schemas.microsoft.com/office/drawing/2014/main" id="{4FBE580C-645A-54F5-6552-2C604B78D514}"/>
              </a:ext>
            </a:extLst>
          </p:cNvPr>
          <p:cNvSpPr/>
          <p:nvPr/>
        </p:nvSpPr>
        <p:spPr>
          <a:xfrm>
            <a:off x="7294879" y="3028156"/>
            <a:ext cx="2087869" cy="1377950"/>
          </a:xfrm>
          <a:prstGeom prst="roundRect">
            <a:avLst>
              <a:gd name="adj" fmla="val 452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latin typeface="Poppins" pitchFamily="2" charset="77"/>
            </a:endParaRPr>
          </a:p>
        </p:txBody>
      </p:sp>
      <p:sp>
        <p:nvSpPr>
          <p:cNvPr id="31" name="Text Placeholder 19">
            <a:extLst>
              <a:ext uri="{FF2B5EF4-FFF2-40B4-BE49-F238E27FC236}">
                <a16:creationId xmlns:a16="http://schemas.microsoft.com/office/drawing/2014/main" id="{A2D71D46-4A53-319E-4638-A67D5C687F73}"/>
              </a:ext>
            </a:extLst>
          </p:cNvPr>
          <p:cNvSpPr>
            <a:spLocks noGrp="1"/>
          </p:cNvSpPr>
          <p:nvPr>
            <p:ph type="body" sz="quarter" idx="13" hasCustomPrompt="1"/>
          </p:nvPr>
        </p:nvSpPr>
        <p:spPr>
          <a:xfrm>
            <a:off x="541684" y="503196"/>
            <a:ext cx="11076767"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tx2"/>
                </a:solidFill>
                <a:latin typeface="+mn-lt"/>
                <a:ea typeface="Poppins" pitchFamily="2" charset="77"/>
                <a:cs typeface="Poppins" pitchFamily="2" charset="77"/>
              </a:defRPr>
            </a:lvl1pPr>
          </a:lstStyle>
          <a:p>
            <a:pPr lvl="0"/>
            <a:r>
              <a:rPr lang="en-US"/>
              <a:t>Subtitle</a:t>
            </a:r>
          </a:p>
        </p:txBody>
      </p:sp>
      <p:sp>
        <p:nvSpPr>
          <p:cNvPr id="32" name="Text Placeholder 19">
            <a:extLst>
              <a:ext uri="{FF2B5EF4-FFF2-40B4-BE49-F238E27FC236}">
                <a16:creationId xmlns:a16="http://schemas.microsoft.com/office/drawing/2014/main" id="{133FB886-FF57-19AF-0A4D-7E0F975251F0}"/>
              </a:ext>
            </a:extLst>
          </p:cNvPr>
          <p:cNvSpPr>
            <a:spLocks noGrp="1"/>
          </p:cNvSpPr>
          <p:nvPr>
            <p:ph type="body" sz="quarter" idx="15" hasCustomPrompt="1"/>
          </p:nvPr>
        </p:nvSpPr>
        <p:spPr>
          <a:xfrm>
            <a:off x="541684" y="926990"/>
            <a:ext cx="11076767" cy="317500"/>
          </a:xfrm>
          <a:prstGeom prst="rect">
            <a:avLst/>
          </a:prstGeom>
        </p:spPr>
        <p:txBody>
          <a:bodyPr>
            <a:noAutofit/>
          </a:bodyPr>
          <a:lstStyle>
            <a:lvl1pPr marL="0" indent="0" algn="l" defTabSz="457155" rtl="0" eaLnBrk="1" latinLnBrk="0" hangingPunct="1">
              <a:lnSpc>
                <a:spcPts val="2200"/>
              </a:lnSpc>
              <a:buNone/>
              <a:defRPr lang="en-US" sz="2400" b="0" i="0" kern="0" spc="-36" dirty="0" smtClean="0">
                <a:solidFill>
                  <a:srgbClr val="0F0F0F">
                    <a:alpha val="100000"/>
                  </a:srgbClr>
                </a:solidFill>
                <a:latin typeface="+mj-lt"/>
                <a:ea typeface="Poppins" pitchFamily="2" charset="77"/>
                <a:cs typeface="Poppins" pitchFamily="2" charset="77"/>
              </a:defRPr>
            </a:lvl1pPr>
          </a:lstStyle>
          <a:p>
            <a:pPr lvl="0"/>
            <a:r>
              <a:rPr lang="en-US"/>
              <a:t>Title</a:t>
            </a:r>
          </a:p>
        </p:txBody>
      </p:sp>
      <p:sp>
        <p:nvSpPr>
          <p:cNvPr id="12" name="Text Placeholder 11">
            <a:extLst>
              <a:ext uri="{FF2B5EF4-FFF2-40B4-BE49-F238E27FC236}">
                <a16:creationId xmlns:a16="http://schemas.microsoft.com/office/drawing/2014/main" id="{886ABE97-4550-BB35-04CE-50B646433E29}"/>
              </a:ext>
            </a:extLst>
          </p:cNvPr>
          <p:cNvSpPr>
            <a:spLocks noGrp="1"/>
          </p:cNvSpPr>
          <p:nvPr>
            <p:ph type="body" sz="quarter" idx="16" hasCustomPrompt="1"/>
          </p:nvPr>
        </p:nvSpPr>
        <p:spPr>
          <a:xfrm>
            <a:off x="9686588" y="1691232"/>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Visual Studio</a:t>
            </a:r>
          </a:p>
        </p:txBody>
      </p:sp>
      <p:sp>
        <p:nvSpPr>
          <p:cNvPr id="37" name="Text Placeholder 11">
            <a:extLst>
              <a:ext uri="{FF2B5EF4-FFF2-40B4-BE49-F238E27FC236}">
                <a16:creationId xmlns:a16="http://schemas.microsoft.com/office/drawing/2014/main" id="{5B7620F3-B2C0-B194-DEA0-149CE7065433}"/>
              </a:ext>
            </a:extLst>
          </p:cNvPr>
          <p:cNvSpPr>
            <a:spLocks noGrp="1"/>
          </p:cNvSpPr>
          <p:nvPr>
            <p:ph type="body" sz="quarter" idx="18" hasCustomPrompt="1"/>
          </p:nvPr>
        </p:nvSpPr>
        <p:spPr>
          <a:xfrm>
            <a:off x="2998095" y="1711983"/>
            <a:ext cx="1759180"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GitHub</a:t>
            </a:r>
          </a:p>
        </p:txBody>
      </p:sp>
      <p:sp>
        <p:nvSpPr>
          <p:cNvPr id="39" name="Text Placeholder 11">
            <a:extLst>
              <a:ext uri="{FF2B5EF4-FFF2-40B4-BE49-F238E27FC236}">
                <a16:creationId xmlns:a16="http://schemas.microsoft.com/office/drawing/2014/main" id="{A9DA79F8-4CAE-1EC4-9373-75963FEE1E94}"/>
              </a:ext>
            </a:extLst>
          </p:cNvPr>
          <p:cNvSpPr>
            <a:spLocks noGrp="1"/>
          </p:cNvSpPr>
          <p:nvPr>
            <p:ph type="body" sz="quarter" idx="20" hasCustomPrompt="1"/>
          </p:nvPr>
        </p:nvSpPr>
        <p:spPr>
          <a:xfrm>
            <a:off x="2998095" y="3209187"/>
            <a:ext cx="1759180"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Azure</a:t>
            </a:r>
          </a:p>
        </p:txBody>
      </p:sp>
      <p:sp>
        <p:nvSpPr>
          <p:cNvPr id="41" name="Text Placeholder 11">
            <a:extLst>
              <a:ext uri="{FF2B5EF4-FFF2-40B4-BE49-F238E27FC236}">
                <a16:creationId xmlns:a16="http://schemas.microsoft.com/office/drawing/2014/main" id="{BB3A2383-F830-07D8-0764-C882357FB82A}"/>
              </a:ext>
            </a:extLst>
          </p:cNvPr>
          <p:cNvSpPr>
            <a:spLocks noGrp="1"/>
          </p:cNvSpPr>
          <p:nvPr>
            <p:ph type="body" sz="quarter" idx="22" hasCustomPrompt="1"/>
          </p:nvPr>
        </p:nvSpPr>
        <p:spPr>
          <a:xfrm>
            <a:off x="5208445" y="1711983"/>
            <a:ext cx="1759180"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VS Code</a:t>
            </a:r>
          </a:p>
        </p:txBody>
      </p:sp>
      <p:sp>
        <p:nvSpPr>
          <p:cNvPr id="47" name="Text Placeholder 11">
            <a:extLst>
              <a:ext uri="{FF2B5EF4-FFF2-40B4-BE49-F238E27FC236}">
                <a16:creationId xmlns:a16="http://schemas.microsoft.com/office/drawing/2014/main" id="{58352444-9C3C-333D-00D4-136BD6518505}"/>
              </a:ext>
            </a:extLst>
          </p:cNvPr>
          <p:cNvSpPr>
            <a:spLocks noGrp="1"/>
          </p:cNvSpPr>
          <p:nvPr>
            <p:ph type="body" sz="quarter" idx="28" hasCustomPrompt="1"/>
          </p:nvPr>
        </p:nvSpPr>
        <p:spPr>
          <a:xfrm>
            <a:off x="7453959" y="3209187"/>
            <a:ext cx="1759180"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.NET</a:t>
            </a:r>
          </a:p>
        </p:txBody>
      </p:sp>
      <p:sp>
        <p:nvSpPr>
          <p:cNvPr id="11" name="Text Placeholder 11">
            <a:extLst>
              <a:ext uri="{FF2B5EF4-FFF2-40B4-BE49-F238E27FC236}">
                <a16:creationId xmlns:a16="http://schemas.microsoft.com/office/drawing/2014/main" id="{2C18A2D3-D8C4-5BCF-2147-8E2D7E5CF373}"/>
              </a:ext>
            </a:extLst>
          </p:cNvPr>
          <p:cNvSpPr>
            <a:spLocks noGrp="1"/>
          </p:cNvSpPr>
          <p:nvPr>
            <p:ph type="body" sz="quarter" idx="34" hasCustomPrompt="1"/>
          </p:nvPr>
        </p:nvSpPr>
        <p:spPr>
          <a:xfrm>
            <a:off x="7485852" y="1691232"/>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Power Platform</a:t>
            </a:r>
          </a:p>
        </p:txBody>
      </p:sp>
      <p:sp>
        <p:nvSpPr>
          <p:cNvPr id="13" name="Text Placeholder 11">
            <a:extLst>
              <a:ext uri="{FF2B5EF4-FFF2-40B4-BE49-F238E27FC236}">
                <a16:creationId xmlns:a16="http://schemas.microsoft.com/office/drawing/2014/main" id="{1057802E-E0F6-840F-C8B8-64738730A1BF}"/>
              </a:ext>
            </a:extLst>
          </p:cNvPr>
          <p:cNvSpPr>
            <a:spLocks noGrp="1"/>
          </p:cNvSpPr>
          <p:nvPr>
            <p:ph type="body" sz="quarter" idx="35" hasCustomPrompt="1"/>
          </p:nvPr>
        </p:nvSpPr>
        <p:spPr>
          <a:xfrm>
            <a:off x="754333" y="4751609"/>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Community OSS</a:t>
            </a:r>
          </a:p>
        </p:txBody>
      </p:sp>
      <p:sp>
        <p:nvSpPr>
          <p:cNvPr id="14" name="Text Placeholder 11">
            <a:extLst>
              <a:ext uri="{FF2B5EF4-FFF2-40B4-BE49-F238E27FC236}">
                <a16:creationId xmlns:a16="http://schemas.microsoft.com/office/drawing/2014/main" id="{2EF02260-FF9D-D3DE-6C06-07CB5B09F6E8}"/>
              </a:ext>
            </a:extLst>
          </p:cNvPr>
          <p:cNvSpPr>
            <a:spLocks noGrp="1"/>
          </p:cNvSpPr>
          <p:nvPr>
            <p:ph type="body" sz="quarter" idx="36" hasCustomPrompt="1"/>
          </p:nvPr>
        </p:nvSpPr>
        <p:spPr>
          <a:xfrm>
            <a:off x="754333" y="1711983"/>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Aspire</a:t>
            </a:r>
          </a:p>
        </p:txBody>
      </p:sp>
      <p:sp>
        <p:nvSpPr>
          <p:cNvPr id="15" name="Text Placeholder 11">
            <a:extLst>
              <a:ext uri="{FF2B5EF4-FFF2-40B4-BE49-F238E27FC236}">
                <a16:creationId xmlns:a16="http://schemas.microsoft.com/office/drawing/2014/main" id="{64630E3A-DA2C-0F92-E565-A5712912080B}"/>
              </a:ext>
            </a:extLst>
          </p:cNvPr>
          <p:cNvSpPr>
            <a:spLocks noGrp="1"/>
          </p:cNvSpPr>
          <p:nvPr>
            <p:ph type="body" sz="quarter" idx="37" hasCustomPrompt="1"/>
          </p:nvPr>
        </p:nvSpPr>
        <p:spPr>
          <a:xfrm>
            <a:off x="6355561" y="4752863"/>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j-lt"/>
                <a:ea typeface="Poppins" pitchFamily="2" charset="77"/>
                <a:cs typeface="Poppins" pitchFamily="2" charset="77"/>
              </a:defRPr>
            </a:lvl1pPr>
          </a:lstStyle>
          <a:p>
            <a:pPr lvl="0"/>
            <a:r>
              <a:rPr lang="en-US"/>
              <a:t>Microsoft Foundry</a:t>
            </a:r>
          </a:p>
        </p:txBody>
      </p:sp>
      <p:sp>
        <p:nvSpPr>
          <p:cNvPr id="19" name="Text Placeholder 11">
            <a:extLst>
              <a:ext uri="{FF2B5EF4-FFF2-40B4-BE49-F238E27FC236}">
                <a16:creationId xmlns:a16="http://schemas.microsoft.com/office/drawing/2014/main" id="{71A9CE9B-E996-5D03-74FB-66E40FF2564C}"/>
              </a:ext>
            </a:extLst>
          </p:cNvPr>
          <p:cNvSpPr>
            <a:spLocks noGrp="1"/>
          </p:cNvSpPr>
          <p:nvPr>
            <p:ph type="body" sz="quarter" idx="38" hasCustomPrompt="1"/>
          </p:nvPr>
        </p:nvSpPr>
        <p:spPr>
          <a:xfrm>
            <a:off x="754333" y="2012268"/>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0" name="Text Placeholder 11">
            <a:extLst>
              <a:ext uri="{FF2B5EF4-FFF2-40B4-BE49-F238E27FC236}">
                <a16:creationId xmlns:a16="http://schemas.microsoft.com/office/drawing/2014/main" id="{4BFBB1F5-CAEB-4BAE-7177-BB5F9C509176}"/>
              </a:ext>
            </a:extLst>
          </p:cNvPr>
          <p:cNvSpPr>
            <a:spLocks noGrp="1"/>
          </p:cNvSpPr>
          <p:nvPr>
            <p:ph type="body" sz="quarter" idx="39" hasCustomPrompt="1"/>
          </p:nvPr>
        </p:nvSpPr>
        <p:spPr>
          <a:xfrm>
            <a:off x="3014042" y="2012268"/>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1" name="Text Placeholder 11">
            <a:extLst>
              <a:ext uri="{FF2B5EF4-FFF2-40B4-BE49-F238E27FC236}">
                <a16:creationId xmlns:a16="http://schemas.microsoft.com/office/drawing/2014/main" id="{C44051F9-9E36-47B1-ABDF-BF72E69B3400}"/>
              </a:ext>
            </a:extLst>
          </p:cNvPr>
          <p:cNvSpPr>
            <a:spLocks noGrp="1"/>
          </p:cNvSpPr>
          <p:nvPr>
            <p:ph type="body" sz="quarter" idx="40" hasCustomPrompt="1"/>
          </p:nvPr>
        </p:nvSpPr>
        <p:spPr>
          <a:xfrm>
            <a:off x="5208445" y="2012268"/>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11">
            <a:extLst>
              <a:ext uri="{FF2B5EF4-FFF2-40B4-BE49-F238E27FC236}">
                <a16:creationId xmlns:a16="http://schemas.microsoft.com/office/drawing/2014/main" id="{64869F71-0DE0-ECD5-7B6A-BC005C026B7A}"/>
              </a:ext>
            </a:extLst>
          </p:cNvPr>
          <p:cNvSpPr>
            <a:spLocks noGrp="1"/>
          </p:cNvSpPr>
          <p:nvPr>
            <p:ph type="body" sz="quarter" idx="41" hasCustomPrompt="1"/>
          </p:nvPr>
        </p:nvSpPr>
        <p:spPr>
          <a:xfrm>
            <a:off x="7469906" y="2012268"/>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3" name="Text Placeholder 11">
            <a:extLst>
              <a:ext uri="{FF2B5EF4-FFF2-40B4-BE49-F238E27FC236}">
                <a16:creationId xmlns:a16="http://schemas.microsoft.com/office/drawing/2014/main" id="{DC1FD996-957C-8453-A367-B9DFC7DB54CB}"/>
              </a:ext>
            </a:extLst>
          </p:cNvPr>
          <p:cNvSpPr>
            <a:spLocks noGrp="1"/>
          </p:cNvSpPr>
          <p:nvPr>
            <p:ph type="body" sz="quarter" idx="42" hasCustomPrompt="1"/>
          </p:nvPr>
        </p:nvSpPr>
        <p:spPr>
          <a:xfrm>
            <a:off x="9686588" y="2012268"/>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4" name="Text Placeholder 11">
            <a:extLst>
              <a:ext uri="{FF2B5EF4-FFF2-40B4-BE49-F238E27FC236}">
                <a16:creationId xmlns:a16="http://schemas.microsoft.com/office/drawing/2014/main" id="{DE72D71A-F57B-3249-6823-19DA0CCFABDC}"/>
              </a:ext>
            </a:extLst>
          </p:cNvPr>
          <p:cNvSpPr>
            <a:spLocks noGrp="1"/>
          </p:cNvSpPr>
          <p:nvPr>
            <p:ph type="body" sz="quarter" idx="43" hasCustomPrompt="1"/>
          </p:nvPr>
        </p:nvSpPr>
        <p:spPr>
          <a:xfrm>
            <a:off x="7453959" y="3539530"/>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6" name="Text Placeholder 11">
            <a:extLst>
              <a:ext uri="{FF2B5EF4-FFF2-40B4-BE49-F238E27FC236}">
                <a16:creationId xmlns:a16="http://schemas.microsoft.com/office/drawing/2014/main" id="{550DCE71-AF3C-BC75-0336-4C8C50D858FA}"/>
              </a:ext>
            </a:extLst>
          </p:cNvPr>
          <p:cNvSpPr>
            <a:spLocks noGrp="1"/>
          </p:cNvSpPr>
          <p:nvPr>
            <p:ph type="body" sz="quarter" idx="44" hasCustomPrompt="1"/>
          </p:nvPr>
        </p:nvSpPr>
        <p:spPr>
          <a:xfrm>
            <a:off x="3014042" y="3539530"/>
            <a:ext cx="1727287" cy="219869"/>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p>
        </p:txBody>
      </p:sp>
      <p:sp>
        <p:nvSpPr>
          <p:cNvPr id="27" name="Text Placeholder 11">
            <a:extLst>
              <a:ext uri="{FF2B5EF4-FFF2-40B4-BE49-F238E27FC236}">
                <a16:creationId xmlns:a16="http://schemas.microsoft.com/office/drawing/2014/main" id="{1D15B7FC-7950-6937-528C-43C232781CB2}"/>
              </a:ext>
            </a:extLst>
          </p:cNvPr>
          <p:cNvSpPr>
            <a:spLocks noGrp="1"/>
          </p:cNvSpPr>
          <p:nvPr>
            <p:ph type="body" sz="quarter" idx="45" hasCustomPrompt="1"/>
          </p:nvPr>
        </p:nvSpPr>
        <p:spPr>
          <a:xfrm>
            <a:off x="754333" y="5111012"/>
            <a:ext cx="5183524" cy="462702"/>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8" name="Text Placeholder 11">
            <a:extLst>
              <a:ext uri="{FF2B5EF4-FFF2-40B4-BE49-F238E27FC236}">
                <a16:creationId xmlns:a16="http://schemas.microsoft.com/office/drawing/2014/main" id="{6D763EBF-8378-71EB-41BB-61289F3873F8}"/>
              </a:ext>
            </a:extLst>
          </p:cNvPr>
          <p:cNvSpPr>
            <a:spLocks noGrp="1"/>
          </p:cNvSpPr>
          <p:nvPr>
            <p:ph type="body" sz="quarter" idx="46" hasCustomPrompt="1"/>
          </p:nvPr>
        </p:nvSpPr>
        <p:spPr>
          <a:xfrm>
            <a:off x="6355561" y="5111012"/>
            <a:ext cx="5183524" cy="462702"/>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rgbClr val="0F0F0F">
                    <a:alpha val="100000"/>
                  </a:srgbClr>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6805994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umber highlights">
    <p:bg>
      <p:bgPr>
        <a:solidFill>
          <a:srgbClr val="F9F8FF"/>
        </a:solidFill>
        <a:effectLst/>
      </p:bgPr>
    </p:bg>
    <p:spTree>
      <p:nvGrpSpPr>
        <p:cNvPr id="1" name=""/>
        <p:cNvGrpSpPr/>
        <p:nvPr/>
      </p:nvGrpSpPr>
      <p:grpSpPr>
        <a:xfrm>
          <a:off x="0" y="0"/>
          <a:ext cx="0" cy="0"/>
          <a:chOff x="0" y="0"/>
          <a:chExt cx="0" cy="0"/>
        </a:xfrm>
      </p:grpSpPr>
      <p:sp>
        <p:nvSpPr>
          <p:cNvPr id="14" name="Text Placeholder 19">
            <a:extLst>
              <a:ext uri="{FF2B5EF4-FFF2-40B4-BE49-F238E27FC236}">
                <a16:creationId xmlns:a16="http://schemas.microsoft.com/office/drawing/2014/main" id="{09EF05C4-F9A2-413D-F49D-C452C0BE0F33}"/>
              </a:ext>
            </a:extLst>
          </p:cNvPr>
          <p:cNvSpPr>
            <a:spLocks noGrp="1"/>
          </p:cNvSpPr>
          <p:nvPr>
            <p:ph type="body" sz="quarter" idx="14" hasCustomPrompt="1"/>
          </p:nvPr>
        </p:nvSpPr>
        <p:spPr>
          <a:xfrm>
            <a:off x="4346058" y="3428209"/>
            <a:ext cx="3504744" cy="368562"/>
          </a:xfrm>
          <a:prstGeom prst="rect">
            <a:avLst/>
          </a:prstGeom>
        </p:spPr>
        <p:txBody>
          <a:bodyPr>
            <a:spAutoFit/>
          </a:bodyPr>
          <a:lstStyle>
            <a:lvl1pPr marL="0" indent="0" algn="ctr"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r>
              <a:rPr lang="en-US"/>
              <a:t>Aspire installs</a:t>
            </a:r>
          </a:p>
        </p:txBody>
      </p:sp>
      <p:sp>
        <p:nvSpPr>
          <p:cNvPr id="4" name="Text Placeholder 3">
            <a:extLst>
              <a:ext uri="{FF2B5EF4-FFF2-40B4-BE49-F238E27FC236}">
                <a16:creationId xmlns:a16="http://schemas.microsoft.com/office/drawing/2014/main" id="{036E970A-38F0-9044-9A1F-FB9CF8012B4F}"/>
              </a:ext>
            </a:extLst>
          </p:cNvPr>
          <p:cNvSpPr>
            <a:spLocks noGrp="1"/>
          </p:cNvSpPr>
          <p:nvPr>
            <p:ph type="body" sz="quarter" idx="17" hasCustomPrompt="1"/>
          </p:nvPr>
        </p:nvSpPr>
        <p:spPr>
          <a:xfrm>
            <a:off x="4346058" y="2637693"/>
            <a:ext cx="3504744" cy="791242"/>
          </a:xfrm>
          <a:prstGeom prst="rect">
            <a:avLst/>
          </a:prstGeom>
        </p:spPr>
        <p:txBody>
          <a:bodyPr>
            <a:spAutoFit/>
          </a:bodyPr>
          <a:lstStyle>
            <a:lvl1pPr marL="0" indent="0" algn="ctr" defTabSz="457155" rtl="0" eaLnBrk="1" latinLnBrk="0" hangingPunct="1">
              <a:lnSpc>
                <a:spcPts val="5400"/>
              </a:lnSpc>
              <a:buNone/>
              <a:defRPr lang="en-US" sz="5000" b="1" i="0" kern="0" spc="-200" dirty="0">
                <a:solidFill>
                  <a:schemeClr val="accent2"/>
                </a:solidFill>
                <a:latin typeface="Poppins" pitchFamily="2" charset="77"/>
                <a:ea typeface="Segoe UI Variable Display Bold" pitchFamily="34" charset="-122"/>
                <a:cs typeface="Segoe UI Variable Display Bold" pitchFamily="34" charset="-120"/>
              </a:defRPr>
            </a:lvl1pPr>
          </a:lstStyle>
          <a:p>
            <a:pPr lvl="0"/>
            <a:r>
              <a:rPr lang="en-US"/>
              <a:t>7M</a:t>
            </a:r>
          </a:p>
        </p:txBody>
      </p:sp>
      <p:sp>
        <p:nvSpPr>
          <p:cNvPr id="8" name="Text Placeholder 19">
            <a:extLst>
              <a:ext uri="{FF2B5EF4-FFF2-40B4-BE49-F238E27FC236}">
                <a16:creationId xmlns:a16="http://schemas.microsoft.com/office/drawing/2014/main" id="{A947F27F-37AA-5A6B-6FC1-993683EEAA08}"/>
              </a:ext>
            </a:extLst>
          </p:cNvPr>
          <p:cNvSpPr>
            <a:spLocks noGrp="1"/>
          </p:cNvSpPr>
          <p:nvPr>
            <p:ph type="body" sz="quarter" idx="18" hasCustomPrompt="1"/>
          </p:nvPr>
        </p:nvSpPr>
        <p:spPr>
          <a:xfrm>
            <a:off x="613581" y="3428209"/>
            <a:ext cx="3504744" cy="368562"/>
          </a:xfrm>
          <a:prstGeom prst="rect">
            <a:avLst/>
          </a:prstGeom>
        </p:spPr>
        <p:txBody>
          <a:bodyPr>
            <a:spAutoFit/>
          </a:bodyPr>
          <a:lstStyle>
            <a:lvl1pPr marL="0" indent="0" algn="ctr"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r>
              <a:rPr lang="en-US"/>
              <a:t>of users prefer Aspire</a:t>
            </a:r>
          </a:p>
        </p:txBody>
      </p:sp>
      <p:sp>
        <p:nvSpPr>
          <p:cNvPr id="16" name="Text Placeholder 3">
            <a:extLst>
              <a:ext uri="{FF2B5EF4-FFF2-40B4-BE49-F238E27FC236}">
                <a16:creationId xmlns:a16="http://schemas.microsoft.com/office/drawing/2014/main" id="{1FB3D27F-3AC7-6D93-0F65-54170E7AE847}"/>
              </a:ext>
            </a:extLst>
          </p:cNvPr>
          <p:cNvSpPr>
            <a:spLocks noGrp="1"/>
          </p:cNvSpPr>
          <p:nvPr>
            <p:ph type="body" sz="quarter" idx="19" hasCustomPrompt="1"/>
          </p:nvPr>
        </p:nvSpPr>
        <p:spPr>
          <a:xfrm>
            <a:off x="613581" y="2637693"/>
            <a:ext cx="3504744" cy="791242"/>
          </a:xfrm>
          <a:prstGeom prst="rect">
            <a:avLst/>
          </a:prstGeom>
        </p:spPr>
        <p:txBody>
          <a:bodyPr>
            <a:spAutoFit/>
          </a:bodyPr>
          <a:lstStyle>
            <a:lvl1pPr marL="0" indent="0" algn="ctr" defTabSz="457155" rtl="0" eaLnBrk="1" latinLnBrk="0" hangingPunct="1">
              <a:lnSpc>
                <a:spcPts val="5400"/>
              </a:lnSpc>
              <a:buNone/>
              <a:defRPr lang="en-US" sz="5000" b="1" i="0" kern="0" spc="-200" dirty="0">
                <a:solidFill>
                  <a:schemeClr val="accent2"/>
                </a:solidFill>
                <a:latin typeface="Poppins" pitchFamily="2" charset="77"/>
                <a:ea typeface="Segoe UI Variable Display Bold" pitchFamily="34" charset="-122"/>
                <a:cs typeface="Segoe UI Variable Display Bold" pitchFamily="34" charset="-120"/>
              </a:defRPr>
            </a:lvl1pPr>
          </a:lstStyle>
          <a:p>
            <a:pPr lvl="0"/>
            <a:r>
              <a:rPr lang="en-US"/>
              <a:t>95%</a:t>
            </a:r>
          </a:p>
        </p:txBody>
      </p:sp>
      <p:sp>
        <p:nvSpPr>
          <p:cNvPr id="17" name="Text Placeholder 19">
            <a:extLst>
              <a:ext uri="{FF2B5EF4-FFF2-40B4-BE49-F238E27FC236}">
                <a16:creationId xmlns:a16="http://schemas.microsoft.com/office/drawing/2014/main" id="{A7FB7A8B-2C5A-EA02-F0D9-15BCE17F504E}"/>
              </a:ext>
            </a:extLst>
          </p:cNvPr>
          <p:cNvSpPr>
            <a:spLocks noGrp="1"/>
          </p:cNvSpPr>
          <p:nvPr>
            <p:ph type="body" sz="quarter" idx="20" hasCustomPrompt="1"/>
          </p:nvPr>
        </p:nvSpPr>
        <p:spPr>
          <a:xfrm>
            <a:off x="8053417" y="3432480"/>
            <a:ext cx="3504744" cy="368562"/>
          </a:xfrm>
          <a:prstGeom prst="rect">
            <a:avLst/>
          </a:prstGeom>
        </p:spPr>
        <p:txBody>
          <a:bodyPr>
            <a:spAutoFit/>
          </a:bodyPr>
          <a:lstStyle>
            <a:lvl1pPr marL="0" indent="0" algn="ctr" defTabSz="457155" rtl="0" eaLnBrk="1" latinLnBrk="0" hangingPunct="1">
              <a:lnSpc>
                <a:spcPts val="2200"/>
              </a:lnSpc>
              <a:buNone/>
              <a:defRPr lang="en-US" sz="1800" b="0" i="0" kern="0" spc="-36" dirty="0" smtClean="0">
                <a:solidFill>
                  <a:srgbClr val="0F0F0F">
                    <a:alpha val="100000"/>
                  </a:srgbClr>
                </a:solidFill>
                <a:latin typeface="Poppins" pitchFamily="2" charset="77"/>
                <a:ea typeface="Poppins" pitchFamily="2" charset="77"/>
                <a:cs typeface="Poppins" pitchFamily="2" charset="77"/>
              </a:defRPr>
            </a:lvl1pPr>
          </a:lstStyle>
          <a:p>
            <a:r>
              <a:rPr lang="en-US"/>
              <a:t>Aspire NPS</a:t>
            </a:r>
          </a:p>
        </p:txBody>
      </p:sp>
      <p:sp>
        <p:nvSpPr>
          <p:cNvPr id="18" name="Text Placeholder 3">
            <a:extLst>
              <a:ext uri="{FF2B5EF4-FFF2-40B4-BE49-F238E27FC236}">
                <a16:creationId xmlns:a16="http://schemas.microsoft.com/office/drawing/2014/main" id="{94FC965F-C728-DFAE-51FC-465EA5E7E461}"/>
              </a:ext>
            </a:extLst>
          </p:cNvPr>
          <p:cNvSpPr>
            <a:spLocks noGrp="1"/>
          </p:cNvSpPr>
          <p:nvPr>
            <p:ph type="body" sz="quarter" idx="21" hasCustomPrompt="1"/>
          </p:nvPr>
        </p:nvSpPr>
        <p:spPr>
          <a:xfrm>
            <a:off x="8053417" y="2637693"/>
            <a:ext cx="3504744" cy="791242"/>
          </a:xfrm>
          <a:prstGeom prst="rect">
            <a:avLst/>
          </a:prstGeom>
        </p:spPr>
        <p:txBody>
          <a:bodyPr>
            <a:spAutoFit/>
          </a:bodyPr>
          <a:lstStyle>
            <a:lvl1pPr marL="0" indent="0" algn="ctr" defTabSz="457155" rtl="0" eaLnBrk="1" latinLnBrk="0" hangingPunct="1">
              <a:lnSpc>
                <a:spcPts val="5400"/>
              </a:lnSpc>
              <a:buNone/>
              <a:defRPr lang="en-US" sz="5000" b="1" i="0" kern="0" spc="-200" dirty="0">
                <a:solidFill>
                  <a:schemeClr val="accent2"/>
                </a:solidFill>
                <a:latin typeface="Poppins" pitchFamily="2" charset="77"/>
                <a:ea typeface="Segoe UI Variable Display Bold" pitchFamily="34" charset="-122"/>
                <a:cs typeface="Segoe UI Variable Display Bold" pitchFamily="34" charset="-120"/>
              </a:defRPr>
            </a:lvl1pPr>
          </a:lstStyle>
          <a:p>
            <a:pPr lvl="0"/>
            <a:r>
              <a:rPr lang="en-US"/>
              <a:t>100</a:t>
            </a:r>
          </a:p>
        </p:txBody>
      </p:sp>
      <p:sp>
        <p:nvSpPr>
          <p:cNvPr id="5" name="Text Placeholder 19">
            <a:extLst>
              <a:ext uri="{FF2B5EF4-FFF2-40B4-BE49-F238E27FC236}">
                <a16:creationId xmlns:a16="http://schemas.microsoft.com/office/drawing/2014/main" id="{9FA9D2DF-2B28-1176-7CE5-D30F5187C045}"/>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rgbClr val="0F0F0F">
                    <a:alpha val="100000"/>
                  </a:srgbClr>
                </a:solidFill>
                <a:latin typeface="+mj-lt"/>
                <a:ea typeface="Poppins" pitchFamily="2" charset="77"/>
                <a:cs typeface="Poppins" pitchFamily="2" charset="77"/>
              </a:defRPr>
            </a:lvl1pPr>
          </a:lstStyle>
          <a:p>
            <a:pPr lvl="0"/>
            <a:r>
              <a:rPr lang="en-US"/>
              <a:t>Title</a:t>
            </a:r>
          </a:p>
          <a:p>
            <a:pPr lvl="0"/>
            <a:endParaRPr lang="en-US"/>
          </a:p>
        </p:txBody>
      </p:sp>
      <p:sp>
        <p:nvSpPr>
          <p:cNvPr id="6" name="Text Placeholder 19">
            <a:extLst>
              <a:ext uri="{FF2B5EF4-FFF2-40B4-BE49-F238E27FC236}">
                <a16:creationId xmlns:a16="http://schemas.microsoft.com/office/drawing/2014/main" id="{F2398DB6-F58E-E19C-961F-3A30C148EB90}"/>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tx2"/>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25074049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eadline">
    <p:bg>
      <p:bgPr>
        <a:solidFill>
          <a:srgbClr val="F9F8FF"/>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E67ADACF-F79B-A473-9CBA-8A380C9E1801}"/>
              </a:ext>
            </a:extLst>
          </p:cNvPr>
          <p:cNvSpPr/>
          <p:nvPr/>
        </p:nvSpPr>
        <p:spPr>
          <a:xfrm>
            <a:off x="634997" y="1225550"/>
            <a:ext cx="5448272" cy="1295400"/>
          </a:xfrm>
          <a:prstGeom prst="rect">
            <a:avLst/>
          </a:prstGeom>
          <a:noFill/>
          <a:ln/>
        </p:spPr>
        <p:txBody>
          <a:bodyPr/>
          <a:lstStyle/>
          <a:p>
            <a:endParaRPr lang="en-US" sz="900" b="0" i="0">
              <a:latin typeface="Poppins" pitchFamily="2" charset="77"/>
            </a:endParaRPr>
          </a:p>
        </p:txBody>
      </p:sp>
      <p:sp>
        <p:nvSpPr>
          <p:cNvPr id="8" name="Text Placeholder 19">
            <a:extLst>
              <a:ext uri="{FF2B5EF4-FFF2-40B4-BE49-F238E27FC236}">
                <a16:creationId xmlns:a16="http://schemas.microsoft.com/office/drawing/2014/main" id="{623E3780-FEAF-C145-C230-9D3871E7B7F6}"/>
              </a:ext>
            </a:extLst>
          </p:cNvPr>
          <p:cNvSpPr>
            <a:spLocks noGrp="1"/>
          </p:cNvSpPr>
          <p:nvPr>
            <p:ph type="body" sz="quarter" idx="16" hasCustomPrompt="1"/>
          </p:nvPr>
        </p:nvSpPr>
        <p:spPr>
          <a:xfrm>
            <a:off x="610314" y="1151669"/>
            <a:ext cx="5322465" cy="2062103"/>
          </a:xfrm>
          <a:prstGeom prst="rect">
            <a:avLst/>
          </a:prstGeom>
        </p:spPr>
        <p:txBody>
          <a:bodyPr>
            <a:spAutoFit/>
          </a:bodyPr>
          <a:lstStyle>
            <a:lvl1pPr marL="0" indent="0" algn="l" defTabSz="457155" rtl="0" eaLnBrk="1" latinLnBrk="0" hangingPunct="1">
              <a:lnSpc>
                <a:spcPct val="100000"/>
              </a:lnSpc>
              <a:buNone/>
              <a:defRPr lang="en-US" sz="3200" b="0" i="0" kern="0" spc="-36" dirty="0" smtClean="0">
                <a:solidFill>
                  <a:srgbClr val="0F0F0F">
                    <a:alpha val="100000"/>
                  </a:srgbClr>
                </a:solidFill>
                <a:latin typeface="+mn-lt"/>
                <a:ea typeface="Poppins" pitchFamily="2" charset="77"/>
                <a:cs typeface="Poppins" pitchFamily="2" charset="77"/>
              </a:defRPr>
            </a:lvl1pPr>
          </a:lstStyle>
          <a:p>
            <a:r>
              <a:rPr lang="en-US" spc="-60"/>
              <a:t>Azure AI Foundry provides a complete infrastructure for developing AI applications and agents.</a:t>
            </a:r>
            <a:endParaRPr lang="en-US"/>
          </a:p>
        </p:txBody>
      </p:sp>
    </p:spTree>
    <p:extLst>
      <p:ext uri="{BB962C8B-B14F-4D97-AF65-F5344CB8AC3E}">
        <p14:creationId xmlns:p14="http://schemas.microsoft.com/office/powerpoint/2010/main" val="11229324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rgbClr val="F9F8FF"/>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23AAF7A5-E692-9045-D935-808912903F97}"/>
              </a:ext>
            </a:extLst>
          </p:cNvPr>
          <p:cNvSpPr>
            <a:spLocks noGrp="1"/>
          </p:cNvSpPr>
          <p:nvPr>
            <p:ph type="body" sz="quarter" idx="16" hasCustomPrompt="1"/>
          </p:nvPr>
        </p:nvSpPr>
        <p:spPr>
          <a:xfrm>
            <a:off x="2895957" y="2136339"/>
            <a:ext cx="6400086" cy="2585323"/>
          </a:xfrm>
          <a:prstGeom prst="rect">
            <a:avLst/>
          </a:prstGeom>
        </p:spPr>
        <p:txBody>
          <a:bodyPr wrap="square">
            <a:spAutoFit/>
          </a:bodyPr>
          <a:lstStyle>
            <a:lvl1pPr marL="0" indent="0" algn="ctr" defTabSz="457155" rtl="0" eaLnBrk="1" latinLnBrk="0" hangingPunct="1">
              <a:lnSpc>
                <a:spcPct val="100000"/>
              </a:lnSpc>
              <a:buNone/>
              <a:defRPr lang="en-US" sz="5400" b="0" i="0" kern="0" spc="0" dirty="0" smtClean="0">
                <a:solidFill>
                  <a:srgbClr val="0F0F0F">
                    <a:alpha val="100000"/>
                  </a:srgbClr>
                </a:solidFill>
                <a:latin typeface="+mj-lt"/>
                <a:ea typeface="Poppins" pitchFamily="2" charset="77"/>
                <a:cs typeface="Poppins" pitchFamily="2" charset="77"/>
              </a:defRPr>
            </a:lvl1pPr>
          </a:lstStyle>
          <a:p>
            <a:r>
              <a:rPr lang="en-US" spc="-60"/>
              <a:t>A large statement looks great with 10 words or less</a:t>
            </a:r>
            <a:endParaRPr lang="en-US"/>
          </a:p>
        </p:txBody>
      </p:sp>
    </p:spTree>
    <p:extLst>
      <p:ext uri="{BB962C8B-B14F-4D97-AF65-F5344CB8AC3E}">
        <p14:creationId xmlns:p14="http://schemas.microsoft.com/office/powerpoint/2010/main" val="29643533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eatures">
    <p:bg>
      <p:bgPr>
        <a:solidFill>
          <a:srgbClr val="F9F8FF"/>
        </a:solidFill>
        <a:effectLst/>
      </p:bgPr>
    </p:b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0256E2F0-88DF-8BF3-796F-C770A5748766}"/>
              </a:ext>
            </a:extLst>
          </p:cNvPr>
          <p:cNvSpPr/>
          <p:nvPr/>
        </p:nvSpPr>
        <p:spPr>
          <a:xfrm>
            <a:off x="571498" y="876300"/>
            <a:ext cx="5460972" cy="1295400"/>
          </a:xfrm>
          <a:prstGeom prst="rect">
            <a:avLst/>
          </a:prstGeom>
          <a:noFill/>
          <a:ln/>
        </p:spPr>
        <p:txBody>
          <a:bodyPr/>
          <a:lstStyle/>
          <a:p>
            <a:endParaRPr lang="en-US" sz="900" b="0" i="0">
              <a:latin typeface="Poppins" pitchFamily="2" charset="77"/>
            </a:endParaRPr>
          </a:p>
        </p:txBody>
      </p:sp>
      <p:sp>
        <p:nvSpPr>
          <p:cNvPr id="2" name="Text Placeholder 19">
            <a:extLst>
              <a:ext uri="{FF2B5EF4-FFF2-40B4-BE49-F238E27FC236}">
                <a16:creationId xmlns:a16="http://schemas.microsoft.com/office/drawing/2014/main" id="{112F7974-15CA-0119-418A-955F7FE83801}"/>
              </a:ext>
            </a:extLst>
          </p:cNvPr>
          <p:cNvSpPr>
            <a:spLocks noGrp="1"/>
          </p:cNvSpPr>
          <p:nvPr>
            <p:ph type="body" sz="quarter" idx="16" hasCustomPrompt="1"/>
          </p:nvPr>
        </p:nvSpPr>
        <p:spPr>
          <a:xfrm>
            <a:off x="529938" y="852596"/>
            <a:ext cx="4860301" cy="1836400"/>
          </a:xfrm>
          <a:prstGeom prst="rect">
            <a:avLst/>
          </a:prstGeom>
        </p:spPr>
        <p:txBody>
          <a:bodyPr>
            <a:spAutoFit/>
          </a:bodyPr>
          <a:lstStyle>
            <a:lvl1pPr marL="0" indent="0" algn="l" defTabSz="457155" rtl="0" eaLnBrk="1" latinLnBrk="0" hangingPunct="1">
              <a:lnSpc>
                <a:spcPts val="3399"/>
              </a:lnSpc>
              <a:buNone/>
              <a:defRPr lang="en-US" sz="3000" b="0" i="0" kern="0" spc="-36" dirty="0" smtClean="0">
                <a:solidFill>
                  <a:srgbClr val="0F0F0F">
                    <a:alpha val="100000"/>
                  </a:srgbClr>
                </a:solidFill>
                <a:latin typeface="+mj-lt"/>
                <a:ea typeface="Poppins" pitchFamily="2" charset="77"/>
                <a:cs typeface="Poppins" pitchFamily="2" charset="77"/>
              </a:defRPr>
            </a:lvl1pPr>
          </a:lstStyle>
          <a:p>
            <a:r>
              <a:rPr lang="en-US" spc="-60"/>
              <a:t>Aspire makes it easy to define everything your app needs using integrations</a:t>
            </a:r>
            <a:endParaRPr lang="en-US"/>
          </a:p>
        </p:txBody>
      </p:sp>
      <p:sp>
        <p:nvSpPr>
          <p:cNvPr id="6" name="Picture Placeholder 5">
            <a:extLst>
              <a:ext uri="{FF2B5EF4-FFF2-40B4-BE49-F238E27FC236}">
                <a16:creationId xmlns:a16="http://schemas.microsoft.com/office/drawing/2014/main" id="{6ED64ED9-4A23-F6BA-880B-98C7EB258AE9}"/>
              </a:ext>
            </a:extLst>
          </p:cNvPr>
          <p:cNvSpPr>
            <a:spLocks noGrp="1"/>
          </p:cNvSpPr>
          <p:nvPr>
            <p:ph type="pic" sz="quarter" idx="39"/>
          </p:nvPr>
        </p:nvSpPr>
        <p:spPr>
          <a:xfrm>
            <a:off x="6159493" y="571500"/>
            <a:ext cx="5502352" cy="5715000"/>
          </a:xfrm>
          <a:prstGeom prst="roundRect">
            <a:avLst>
              <a:gd name="adj" fmla="val 4278"/>
            </a:avLst>
          </a:prstGeom>
        </p:spPr>
        <p:txBody>
          <a:bodyPr/>
          <a:lstStyle>
            <a:lvl1pPr>
              <a:defRPr b="0" i="0">
                <a:latin typeface="Poppins" pitchFamily="2" charset="77"/>
              </a:defRPr>
            </a:lvl1pPr>
          </a:lstStyle>
          <a:p>
            <a:r>
              <a:rPr lang="en-US"/>
              <a:t>Click icon to add picture</a:t>
            </a:r>
          </a:p>
        </p:txBody>
      </p:sp>
      <p:sp>
        <p:nvSpPr>
          <p:cNvPr id="5" name="Text Placeholder 19">
            <a:extLst>
              <a:ext uri="{FF2B5EF4-FFF2-40B4-BE49-F238E27FC236}">
                <a16:creationId xmlns:a16="http://schemas.microsoft.com/office/drawing/2014/main" id="{396D4932-36C6-8161-1100-46AD4271AC44}"/>
              </a:ext>
            </a:extLst>
          </p:cNvPr>
          <p:cNvSpPr>
            <a:spLocks noGrp="1"/>
          </p:cNvSpPr>
          <p:nvPr>
            <p:ph type="body" sz="quarter" idx="34" hasCustomPrompt="1"/>
          </p:nvPr>
        </p:nvSpPr>
        <p:spPr>
          <a:xfrm>
            <a:off x="529938" y="2712700"/>
            <a:ext cx="4860300"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tx1"/>
                </a:solidFill>
                <a:latin typeface="+mn-lt"/>
                <a:ea typeface="Poppins Light" panose="00000400000000000000" pitchFamily="2" charset="0"/>
                <a:cs typeface="Poppins Light" panose="00000400000000000000" pitchFamily="2" charset="0"/>
              </a:defRPr>
            </a:lvl1pPr>
          </a:lstStyle>
          <a:p>
            <a:r>
              <a:rPr lang="en-US" spc="-60"/>
              <a:t>Packages designed to simplify connections to popular services and platforms. Each integration handles cloud resource setup and provides standardized patterns for health checks, telemetry, </a:t>
            </a:r>
            <a:br>
              <a:rPr lang="en-US" spc="-60"/>
            </a:br>
            <a:r>
              <a:rPr lang="en-US" spc="-60"/>
              <a:t>and configuration</a:t>
            </a:r>
          </a:p>
        </p:txBody>
      </p:sp>
      <p:sp>
        <p:nvSpPr>
          <p:cNvPr id="12" name="Text Placeholder 19">
            <a:extLst>
              <a:ext uri="{FF2B5EF4-FFF2-40B4-BE49-F238E27FC236}">
                <a16:creationId xmlns:a16="http://schemas.microsoft.com/office/drawing/2014/main" id="{F3954DD3-145A-4908-0D44-FB7BBA6F510F}"/>
              </a:ext>
            </a:extLst>
          </p:cNvPr>
          <p:cNvSpPr>
            <a:spLocks noGrp="1"/>
          </p:cNvSpPr>
          <p:nvPr>
            <p:ph type="body" sz="quarter" idx="40" hasCustomPrompt="1"/>
          </p:nvPr>
        </p:nvSpPr>
        <p:spPr>
          <a:xfrm>
            <a:off x="529938" y="521115"/>
            <a:ext cx="4860300" cy="307777"/>
          </a:xfrm>
          <a:prstGeom prst="rect">
            <a:avLst/>
          </a:prstGeom>
        </p:spPr>
        <p:txBody>
          <a:bodyPr wrap="square">
            <a:spAutoFit/>
          </a:bodyPr>
          <a:lstStyle>
            <a:lvl1pPr marL="0" indent="0" algn="l" defTabSz="457155" rtl="0" eaLnBrk="1" latinLnBrk="0" hangingPunct="1">
              <a:lnSpc>
                <a:spcPct val="100000"/>
              </a:lnSpc>
              <a:buNone/>
              <a:defRPr lang="en-US" sz="1400" b="0" i="0" kern="0" spc="0" dirty="0" smtClean="0">
                <a:solidFill>
                  <a:schemeClr val="tx1"/>
                </a:solidFill>
                <a:latin typeface="+mn-lt"/>
                <a:ea typeface="Poppins Light" panose="00000400000000000000" pitchFamily="2" charset="0"/>
                <a:cs typeface="Poppins Light" panose="00000400000000000000" pitchFamily="2" charset="0"/>
              </a:defRPr>
            </a:lvl1pPr>
          </a:lstStyle>
          <a:p>
            <a:r>
              <a:rPr lang="en-US" spc="-60"/>
              <a:t>Caption</a:t>
            </a:r>
          </a:p>
        </p:txBody>
      </p:sp>
    </p:spTree>
    <p:extLst>
      <p:ext uri="{BB962C8B-B14F-4D97-AF65-F5344CB8AC3E}">
        <p14:creationId xmlns:p14="http://schemas.microsoft.com/office/powerpoint/2010/main" val="477417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a:blip r:embed="rId2"/>
          <a:stretch>
            <a:fillRect/>
          </a:stretch>
        </a:blip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2ADD14FD-3506-7695-917A-E1C5E0AFAA20}"/>
              </a:ext>
            </a:extLst>
          </p:cNvPr>
          <p:cNvSpPr>
            <a:spLocks noGrp="1"/>
          </p:cNvSpPr>
          <p:nvPr>
            <p:ph type="body" sz="quarter" idx="16" hasCustomPrompt="1"/>
          </p:nvPr>
        </p:nvSpPr>
        <p:spPr>
          <a:xfrm>
            <a:off x="639538" y="3122092"/>
            <a:ext cx="6400086" cy="707886"/>
          </a:xfrm>
          <a:prstGeom prst="rect">
            <a:avLst/>
          </a:prstGeom>
        </p:spPr>
        <p:txBody>
          <a:bodyPr wrap="square">
            <a:spAutoFit/>
          </a:bodyPr>
          <a:lstStyle>
            <a:lvl1pPr marL="0" indent="0" algn="l" defTabSz="457155" rtl="0" eaLnBrk="1" latinLnBrk="0" hangingPunct="1">
              <a:lnSpc>
                <a:spcPct val="100000"/>
              </a:lnSpc>
              <a:buNone/>
              <a:defRPr lang="en-US" sz="4000" b="0" i="0" kern="0" spc="0" dirty="0" smtClean="0">
                <a:solidFill>
                  <a:schemeClr val="bg1"/>
                </a:solidFill>
                <a:latin typeface="+mj-lt"/>
                <a:ea typeface="Poppins" pitchFamily="2" charset="77"/>
                <a:cs typeface="Poppins" pitchFamily="2" charset="77"/>
              </a:defRPr>
            </a:lvl1pPr>
          </a:lstStyle>
          <a:p>
            <a:r>
              <a:rPr lang="en-US" spc="-60"/>
              <a:t>Section Title</a:t>
            </a:r>
            <a:endParaRPr lang="en-US"/>
          </a:p>
        </p:txBody>
      </p:sp>
    </p:spTree>
    <p:extLst>
      <p:ext uri="{BB962C8B-B14F-4D97-AF65-F5344CB8AC3E}">
        <p14:creationId xmlns:p14="http://schemas.microsoft.com/office/powerpoint/2010/main" val="4138556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68AE85-9944-3C9E-CEE1-4BAF97F6CEFF}"/>
              </a:ext>
            </a:extLst>
          </p:cNvPr>
          <p:cNvSpPr txBox="1"/>
          <p:nvPr userDrawn="1"/>
        </p:nvSpPr>
        <p:spPr>
          <a:xfrm>
            <a:off x="615219" y="3208525"/>
            <a:ext cx="6400086" cy="707886"/>
          </a:xfrm>
          <a:prstGeom prst="rect">
            <a:avLst/>
          </a:prstGeom>
          <a:noFill/>
        </p:spPr>
        <p:txBody>
          <a:bodyPr wrap="square" rtlCol="0">
            <a:spAutoFit/>
          </a:bodyPr>
          <a:lstStyle/>
          <a:p>
            <a:r>
              <a:rPr lang="en-US" sz="4000">
                <a:latin typeface="+mj-lt"/>
              </a:rPr>
              <a:t>Thank you</a:t>
            </a:r>
          </a:p>
        </p:txBody>
      </p:sp>
      <p:sp>
        <p:nvSpPr>
          <p:cNvPr id="5" name="TextBox 4">
            <a:extLst>
              <a:ext uri="{FF2B5EF4-FFF2-40B4-BE49-F238E27FC236}">
                <a16:creationId xmlns:a16="http://schemas.microsoft.com/office/drawing/2014/main" id="{6E7C77F3-20E4-A828-883F-6919812565A2}"/>
              </a:ext>
            </a:extLst>
          </p:cNvPr>
          <p:cNvSpPr txBox="1"/>
          <p:nvPr userDrawn="1"/>
        </p:nvSpPr>
        <p:spPr>
          <a:xfrm>
            <a:off x="615218" y="6039602"/>
            <a:ext cx="6738893" cy="400110"/>
          </a:xfrm>
          <a:prstGeom prst="rect">
            <a:avLst/>
          </a:prstGeom>
          <a:noFill/>
        </p:spPr>
        <p:txBody>
          <a:bodyPr wrap="square" rtlCol="0">
            <a:spAutoFit/>
          </a:bodyPr>
          <a:lstStyle/>
          <a:p>
            <a:r>
              <a:rPr lang="en-US" sz="2000">
                <a:solidFill>
                  <a:schemeClr val="tx1"/>
                </a:solidFill>
                <a:latin typeface="+mn-lt"/>
              </a:rPr>
              <a:t>Connect with us: @aspiredotdev | aspire.dev</a:t>
            </a:r>
          </a:p>
        </p:txBody>
      </p:sp>
    </p:spTree>
    <p:extLst>
      <p:ext uri="{BB962C8B-B14F-4D97-AF65-F5344CB8AC3E}">
        <p14:creationId xmlns:p14="http://schemas.microsoft.com/office/powerpoint/2010/main" val="3225685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E73C4-7B65-3835-6818-A0E73FB701BE}"/>
              </a:ext>
            </a:extLst>
          </p:cNvPr>
          <p:cNvSpPr>
            <a:spLocks noGrp="1"/>
          </p:cNvSpPr>
          <p:nvPr>
            <p:ph type="ctrTitle" hasCustomPrompt="1"/>
          </p:nvPr>
        </p:nvSpPr>
        <p:spPr>
          <a:xfrm>
            <a:off x="667965" y="487428"/>
            <a:ext cx="5523689" cy="4093537"/>
          </a:xfrm>
        </p:spPr>
        <p:txBody>
          <a:bodyPr anchor="t"/>
          <a:lstStyle>
            <a:lvl1pPr algn="l">
              <a:defRPr sz="6000">
                <a:solidFill>
                  <a:schemeClr val="bg1"/>
                </a:solidFill>
              </a:defRPr>
            </a:lvl1pPr>
          </a:lstStyle>
          <a:p>
            <a:r>
              <a:rPr lang="en-US"/>
              <a:t>Title</a:t>
            </a:r>
          </a:p>
        </p:txBody>
      </p:sp>
      <p:sp>
        <p:nvSpPr>
          <p:cNvPr id="3" name="Subtitle 2">
            <a:extLst>
              <a:ext uri="{FF2B5EF4-FFF2-40B4-BE49-F238E27FC236}">
                <a16:creationId xmlns:a16="http://schemas.microsoft.com/office/drawing/2014/main" id="{3BD23B36-5378-43DA-49B4-3A5A63391C39}"/>
              </a:ext>
            </a:extLst>
          </p:cNvPr>
          <p:cNvSpPr>
            <a:spLocks noGrp="1"/>
          </p:cNvSpPr>
          <p:nvPr>
            <p:ph type="subTitle" idx="1" hasCustomPrompt="1"/>
          </p:nvPr>
        </p:nvSpPr>
        <p:spPr>
          <a:xfrm>
            <a:off x="667965" y="4808268"/>
            <a:ext cx="5523689" cy="459259"/>
          </a:xfrm>
        </p:spPr>
        <p:txBody>
          <a:bodyPr>
            <a:sp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Speaker</a:t>
            </a:r>
          </a:p>
        </p:txBody>
      </p:sp>
      <p:pic>
        <p:nvPicPr>
          <p:cNvPr id="9" name="Graphic 8">
            <a:extLst>
              <a:ext uri="{FF2B5EF4-FFF2-40B4-BE49-F238E27FC236}">
                <a16:creationId xmlns:a16="http://schemas.microsoft.com/office/drawing/2014/main" id="{4616170F-B5D0-4A11-9857-883436A621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37789" y="487083"/>
            <a:ext cx="710254" cy="710346"/>
          </a:xfrm>
          <a:prstGeom prst="rect">
            <a:avLst/>
          </a:prstGeom>
        </p:spPr>
      </p:pic>
      <p:pic>
        <p:nvPicPr>
          <p:cNvPr id="10" name="Graphic 9">
            <a:extLst>
              <a:ext uri="{FF2B5EF4-FFF2-40B4-BE49-F238E27FC236}">
                <a16:creationId xmlns:a16="http://schemas.microsoft.com/office/drawing/2014/main" id="{0F3DCA70-68BF-B25F-3C63-3C044CD3914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02918" y="770409"/>
            <a:ext cx="1169510" cy="427020"/>
          </a:xfrm>
          <a:prstGeom prst="rect">
            <a:avLst/>
          </a:prstGeom>
        </p:spPr>
      </p:pic>
      <p:grpSp>
        <p:nvGrpSpPr>
          <p:cNvPr id="6" name="Group 5">
            <a:extLst>
              <a:ext uri="{FF2B5EF4-FFF2-40B4-BE49-F238E27FC236}">
                <a16:creationId xmlns:a16="http://schemas.microsoft.com/office/drawing/2014/main" id="{964BF278-F9CA-DD73-5C81-8380C9FFF5C9}"/>
              </a:ext>
            </a:extLst>
          </p:cNvPr>
          <p:cNvGrpSpPr/>
          <p:nvPr userDrawn="1"/>
        </p:nvGrpSpPr>
        <p:grpSpPr>
          <a:xfrm>
            <a:off x="4105072" y="1210191"/>
            <a:ext cx="8086929" cy="5886138"/>
            <a:chOff x="4105072" y="1210191"/>
            <a:chExt cx="8086929" cy="5886138"/>
          </a:xfrm>
        </p:grpSpPr>
        <p:pic>
          <p:nvPicPr>
            <p:cNvPr id="4" name="Picture 3">
              <a:extLst>
                <a:ext uri="{FF2B5EF4-FFF2-40B4-BE49-F238E27FC236}">
                  <a16:creationId xmlns:a16="http://schemas.microsoft.com/office/drawing/2014/main" id="{6ED209BC-E53E-9A02-4E4C-36DDE7841752}"/>
                </a:ext>
              </a:extLst>
            </p:cNvPr>
            <p:cNvPicPr>
              <a:picLocks noChangeAspect="1"/>
            </p:cNvPicPr>
            <p:nvPr userDrawn="1"/>
          </p:nvPicPr>
          <p:blipFill>
            <a:blip r:embed="rId4"/>
            <a:stretch>
              <a:fillRect/>
            </a:stretch>
          </p:blipFill>
          <p:spPr>
            <a:xfrm>
              <a:off x="4105072" y="1210191"/>
              <a:ext cx="8086929" cy="5886138"/>
            </a:xfrm>
            <a:prstGeom prst="rect">
              <a:avLst/>
            </a:prstGeom>
          </p:spPr>
        </p:pic>
        <p:pic>
          <p:nvPicPr>
            <p:cNvPr id="5" name="Picture 4" descr="A triangle with purple lines on a black background&#10;&#10;AI-generated content may be incorrect.">
              <a:extLst>
                <a:ext uri="{FF2B5EF4-FFF2-40B4-BE49-F238E27FC236}">
                  <a16:creationId xmlns:a16="http://schemas.microsoft.com/office/drawing/2014/main" id="{36DAD992-1900-5D38-F32B-B871F3813A19}"/>
                </a:ext>
              </a:extLst>
            </p:cNvPr>
            <p:cNvPicPr>
              <a:picLocks noChangeAspect="1"/>
            </p:cNvPicPr>
            <p:nvPr userDrawn="1"/>
          </p:nvPicPr>
          <p:blipFill>
            <a:blip r:embed="rId5"/>
            <a:stretch>
              <a:fillRect/>
            </a:stretch>
          </p:blipFill>
          <p:spPr>
            <a:xfrm>
              <a:off x="7159562" y="1809345"/>
              <a:ext cx="3107315" cy="2024767"/>
            </a:xfrm>
            <a:prstGeom prst="rect">
              <a:avLst/>
            </a:prstGeom>
          </p:spPr>
        </p:pic>
      </p:grpSp>
    </p:spTree>
    <p:extLst>
      <p:ext uri="{BB962C8B-B14F-4D97-AF65-F5344CB8AC3E}">
        <p14:creationId xmlns:p14="http://schemas.microsoft.com/office/powerpoint/2010/main" val="14597460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CC7B-3C9D-DD34-F84C-CFEE5F31E509}"/>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E2A7C1F-907A-A01E-A2A8-2E13AEDCE5A5}"/>
              </a:ext>
            </a:extLst>
          </p:cNvPr>
          <p:cNvSpPr>
            <a:spLocks noGrp="1"/>
          </p:cNvSpPr>
          <p:nvPr>
            <p:ph idx="1"/>
          </p:nvPr>
        </p:nvSpPr>
        <p:spPr>
          <a:xfrm>
            <a:off x="570209" y="1825625"/>
            <a:ext cx="1104665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30422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48174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emo 1">
    <p:bg>
      <p:bgPr>
        <a:solidFill>
          <a:schemeClr val="tx2"/>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45EE767-04FB-8F51-EEAF-BD14B6933979}"/>
              </a:ext>
            </a:extLst>
          </p:cNvPr>
          <p:cNvSpPr/>
          <p:nvPr/>
        </p:nvSpPr>
        <p:spPr>
          <a:xfrm>
            <a:off x="571498" y="571500"/>
            <a:ext cx="2666986" cy="279400"/>
          </a:xfrm>
          <a:prstGeom prst="rect">
            <a:avLst/>
          </a:prstGeom>
          <a:noFill/>
          <a:ln/>
        </p:spPr>
        <p:txBody>
          <a:bodyPr/>
          <a:lstStyle/>
          <a:p>
            <a:endParaRPr lang="en-US" sz="900" b="0" i="0" spc="0">
              <a:latin typeface="Poppins" pitchFamily="2" charset="77"/>
            </a:endParaRPr>
          </a:p>
        </p:txBody>
      </p:sp>
      <p:sp>
        <p:nvSpPr>
          <p:cNvPr id="4" name="Shape 1">
            <a:extLst>
              <a:ext uri="{FF2B5EF4-FFF2-40B4-BE49-F238E27FC236}">
                <a16:creationId xmlns:a16="http://schemas.microsoft.com/office/drawing/2014/main" id="{ADF1DEE8-9F0C-BB31-1360-9C3004DECCCD}"/>
              </a:ext>
            </a:extLst>
          </p:cNvPr>
          <p:cNvSpPr/>
          <p:nvPr/>
        </p:nvSpPr>
        <p:spPr>
          <a:xfrm>
            <a:off x="571498" y="571500"/>
            <a:ext cx="2666986" cy="279400"/>
          </a:xfrm>
          <a:prstGeom prst="rect">
            <a:avLst/>
          </a:prstGeom>
          <a:noFill/>
          <a:ln/>
        </p:spPr>
        <p:txBody>
          <a:bodyPr/>
          <a:lstStyle/>
          <a:p>
            <a:endParaRPr lang="en-US" sz="900" b="0" i="0" spc="0">
              <a:latin typeface="Poppins" pitchFamily="2" charset="77"/>
            </a:endParaRPr>
          </a:p>
        </p:txBody>
      </p:sp>
      <p:sp>
        <p:nvSpPr>
          <p:cNvPr id="6" name="Text Placeholder 19">
            <a:extLst>
              <a:ext uri="{FF2B5EF4-FFF2-40B4-BE49-F238E27FC236}">
                <a16:creationId xmlns:a16="http://schemas.microsoft.com/office/drawing/2014/main" id="{0B9D9174-12FF-9C28-25F8-E25F1E9EE013}"/>
              </a:ext>
            </a:extLst>
          </p:cNvPr>
          <p:cNvSpPr>
            <a:spLocks noGrp="1"/>
          </p:cNvSpPr>
          <p:nvPr>
            <p:ph type="body" sz="quarter" idx="15" hasCustomPrompt="1"/>
          </p:nvPr>
        </p:nvSpPr>
        <p:spPr>
          <a:xfrm>
            <a:off x="541684" y="546942"/>
            <a:ext cx="11055081" cy="368562"/>
          </a:xfrm>
          <a:prstGeom prst="rect">
            <a:avLst/>
          </a:prstGeom>
        </p:spPr>
        <p:txBody>
          <a:bodyPr>
            <a:spAutoFit/>
          </a:bodyPr>
          <a:lstStyle>
            <a:lvl1pPr marL="0" indent="0" algn="l" defTabSz="457155" rtl="0" eaLnBrk="1" latinLnBrk="0" hangingPunct="1">
              <a:lnSpc>
                <a:spcPts val="2200"/>
              </a:lnSpc>
              <a:buNone/>
              <a:defRPr lang="en-US" sz="1800" b="0" i="0" kern="0" spc="0" dirty="0" smtClean="0">
                <a:solidFill>
                  <a:schemeClr val="bg1"/>
                </a:solidFill>
                <a:latin typeface="+mj-lt"/>
                <a:ea typeface="Poppins" pitchFamily="2" charset="77"/>
                <a:cs typeface="Poppins" pitchFamily="2" charset="77"/>
              </a:defRPr>
            </a:lvl1pPr>
          </a:lstStyle>
          <a:p>
            <a:pPr lvl="0"/>
            <a:r>
              <a:rPr lang="en-US"/>
              <a:t>Demo title</a:t>
            </a:r>
          </a:p>
        </p:txBody>
      </p:sp>
      <p:sp>
        <p:nvSpPr>
          <p:cNvPr id="12" name="Media Placeholder 11">
            <a:extLst>
              <a:ext uri="{FF2B5EF4-FFF2-40B4-BE49-F238E27FC236}">
                <a16:creationId xmlns:a16="http://schemas.microsoft.com/office/drawing/2014/main" id="{352801BD-1573-00A3-B1EC-19E2831948F6}"/>
              </a:ext>
            </a:extLst>
          </p:cNvPr>
          <p:cNvSpPr>
            <a:spLocks noGrp="1"/>
          </p:cNvSpPr>
          <p:nvPr>
            <p:ph type="media" sz="quarter" idx="40"/>
          </p:nvPr>
        </p:nvSpPr>
        <p:spPr>
          <a:xfrm>
            <a:off x="595235" y="1128713"/>
            <a:ext cx="11001530" cy="5182346"/>
          </a:xfrm>
          <a:prstGeom prst="roundRect">
            <a:avLst>
              <a:gd name="adj" fmla="val 3473"/>
            </a:avLst>
          </a:prstGeom>
          <a:noFill/>
        </p:spPr>
        <p:txBody>
          <a:bodyPr/>
          <a:lstStyle>
            <a:lvl1pPr>
              <a:defRPr b="0" i="0">
                <a:latin typeface="Poppins" pitchFamily="2" charset="77"/>
              </a:defRPr>
            </a:lvl1pPr>
          </a:lstStyle>
          <a:p>
            <a:r>
              <a:rPr lang="en-US"/>
              <a:t>Click icon to add media</a:t>
            </a:r>
          </a:p>
        </p:txBody>
      </p:sp>
    </p:spTree>
    <p:extLst>
      <p:ext uri="{BB962C8B-B14F-4D97-AF65-F5344CB8AC3E}">
        <p14:creationId xmlns:p14="http://schemas.microsoft.com/office/powerpoint/2010/main" val="21548912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emo 2">
    <p:bg>
      <p:bgPr>
        <a:solidFill>
          <a:schemeClr val="tx2"/>
        </a:solidFill>
        <a:effectLst/>
      </p:bgPr>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5" y="550334"/>
            <a:ext cx="2855779" cy="315727"/>
          </a:xfrm>
          <a:prstGeom prst="rect">
            <a:avLst/>
          </a:prstGeom>
        </p:spPr>
        <p:txBody>
          <a:bodyPr>
            <a:spAutoFit/>
          </a:bodyPr>
          <a:lstStyle>
            <a:lvl1pPr marL="0" indent="0" algn="l" defTabSz="457155" rtl="0" eaLnBrk="1" latinLnBrk="0" hangingPunct="1">
              <a:lnSpc>
                <a:spcPts val="1800"/>
              </a:lnSpc>
              <a:buNone/>
              <a:defRPr lang="en-US" sz="1400" b="0" i="0" kern="0" spc="-28" dirty="0">
                <a:solidFill>
                  <a:schemeClr val="bg1"/>
                </a:solidFill>
                <a:latin typeface="+mn-lt"/>
                <a:ea typeface="Poppins" pitchFamily="2" charset="77"/>
                <a:cs typeface="Poppins" pitchFamily="2" charset="77"/>
              </a:defRPr>
            </a:lvl1pPr>
          </a:lstStyle>
          <a:p>
            <a:pPr lvl="0"/>
            <a:r>
              <a:rPr lang="en-US"/>
              <a:t>Product name</a:t>
            </a: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940225"/>
            <a:ext cx="2855779"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mj-lt"/>
                <a:ea typeface="Poppins" pitchFamily="2" charset="77"/>
                <a:cs typeface="Poppins" pitchFamily="2" charset="77"/>
              </a:defRPr>
            </a:lvl1pPr>
          </a:lstStyle>
          <a:p>
            <a:pPr lvl="0"/>
            <a:r>
              <a:rPr lang="en-US"/>
              <a:t>Demo title</a:t>
            </a:r>
          </a:p>
        </p:txBody>
      </p:sp>
      <p:sp>
        <p:nvSpPr>
          <p:cNvPr id="2" name="Media Placeholder 11">
            <a:extLst>
              <a:ext uri="{FF2B5EF4-FFF2-40B4-BE49-F238E27FC236}">
                <a16:creationId xmlns:a16="http://schemas.microsoft.com/office/drawing/2014/main" id="{2C9BDD7E-69FE-F198-F5B1-A2A72F3F39DB}"/>
              </a:ext>
            </a:extLst>
          </p:cNvPr>
          <p:cNvSpPr>
            <a:spLocks noGrp="1"/>
          </p:cNvSpPr>
          <p:nvPr>
            <p:ph type="media" sz="quarter" idx="40"/>
          </p:nvPr>
        </p:nvSpPr>
        <p:spPr>
          <a:xfrm>
            <a:off x="3878321" y="550334"/>
            <a:ext cx="7718444" cy="5720442"/>
          </a:xfrm>
          <a:prstGeom prst="roundRect">
            <a:avLst>
              <a:gd name="adj" fmla="val 3473"/>
            </a:avLst>
          </a:prstGeom>
          <a:blipFill dpi="0" rotWithShape="1">
            <a:blip r:embed="rId2"/>
            <a:srcRect/>
            <a:stretch>
              <a:fillRect/>
            </a:stretch>
          </a:blipFill>
        </p:spPr>
        <p:txBody>
          <a:bodyPr/>
          <a:lstStyle>
            <a:lvl1pPr>
              <a:defRPr b="0" i="0">
                <a:latin typeface="Poppins" pitchFamily="2" charset="77"/>
              </a:defRPr>
            </a:lvl1pPr>
          </a:lstStyle>
          <a:p>
            <a:r>
              <a:rPr lang="en-US"/>
              <a:t>Click icon to add media</a:t>
            </a:r>
          </a:p>
        </p:txBody>
      </p:sp>
    </p:spTree>
    <p:extLst>
      <p:ext uri="{BB962C8B-B14F-4D97-AF65-F5344CB8AC3E}">
        <p14:creationId xmlns:p14="http://schemas.microsoft.com/office/powerpoint/2010/main" val="18182329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 colorful">
    <p:bg>
      <p:bgPr>
        <a:solidFill>
          <a:srgbClr val="F2F2F2"/>
        </a:solidFill>
        <a:effectLst/>
      </p:bgPr>
    </p:bg>
    <p:spTree>
      <p:nvGrpSpPr>
        <p:cNvPr id="1" name=""/>
        <p:cNvGrpSpPr/>
        <p:nvPr/>
      </p:nvGrpSpPr>
      <p:grpSpPr>
        <a:xfrm>
          <a:off x="0" y="0"/>
          <a:ext cx="0" cy="0"/>
          <a:chOff x="0" y="0"/>
          <a:chExt cx="0" cy="0"/>
        </a:xfrm>
      </p:grpSpPr>
      <p:pic>
        <p:nvPicPr>
          <p:cNvPr id="7" name="Picture 6" descr="A group of purple and white cubes&#10;&#10;AI-generated content may be incorrect.">
            <a:extLst>
              <a:ext uri="{FF2B5EF4-FFF2-40B4-BE49-F238E27FC236}">
                <a16:creationId xmlns:a16="http://schemas.microsoft.com/office/drawing/2014/main" id="{8FF125A4-E09A-D3A5-881A-BEEF31D0A42D}"/>
              </a:ext>
            </a:extLst>
          </p:cNvPr>
          <p:cNvPicPr>
            <a:picLocks noChangeAspect="1"/>
          </p:cNvPicPr>
          <p:nvPr/>
        </p:nvPicPr>
        <p:blipFill>
          <a:blip r:embed="rId2"/>
          <a:stretch>
            <a:fillRect/>
          </a:stretch>
        </p:blipFill>
        <p:spPr>
          <a:xfrm>
            <a:off x="1588" y="0"/>
            <a:ext cx="12190413" cy="6858000"/>
          </a:xfrm>
          <a:prstGeom prst="rect">
            <a:avLst/>
          </a:prstGeom>
        </p:spPr>
      </p:pic>
      <p:sp>
        <p:nvSpPr>
          <p:cNvPr id="2" name="Rectangle: Rounded Corners 4">
            <a:extLst>
              <a:ext uri="{FF2B5EF4-FFF2-40B4-BE49-F238E27FC236}">
                <a16:creationId xmlns:a16="http://schemas.microsoft.com/office/drawing/2014/main" id="{347099ED-422B-195B-39D3-C493846C7463}"/>
              </a:ext>
            </a:extLst>
          </p:cNvPr>
          <p:cNvSpPr/>
          <p:nvPr/>
        </p:nvSpPr>
        <p:spPr>
          <a:xfrm>
            <a:off x="960396" y="498843"/>
            <a:ext cx="10271144" cy="6020736"/>
          </a:xfrm>
          <a:prstGeom prst="roundRect">
            <a:avLst>
              <a:gd name="adj" fmla="val 4099"/>
            </a:avLst>
          </a:prstGeom>
          <a:gradFill>
            <a:gsLst>
              <a:gs pos="0">
                <a:schemeClr val="accent2">
                  <a:lumMod val="60000"/>
                  <a:lumOff val="40000"/>
                  <a:alpha val="56103"/>
                </a:schemeClr>
              </a:gs>
              <a:gs pos="99000">
                <a:schemeClr val="bg2">
                  <a:lumMod val="60000"/>
                  <a:lumOff val="40000"/>
                  <a:alpha val="50407"/>
                </a:schemeClr>
              </a:gs>
            </a:gsLst>
            <a:lin ang="3000000" scaled="0"/>
          </a:gradFill>
          <a:ln>
            <a:noFill/>
          </a:ln>
          <a:effectLst>
            <a:outerShdw blurRad="165100" dist="38100" dir="2700000" sx="101000" sy="101000" algn="tl" rotWithShape="0">
              <a:prstClr val="black">
                <a:alpha val="3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latin typeface="Poppins" pitchFamily="2" charset="77"/>
            </a:endParaRPr>
          </a:p>
        </p:txBody>
      </p:sp>
      <p:pic>
        <p:nvPicPr>
          <p:cNvPr id="4" name="Image 2">
            <a:extLst>
              <a:ext uri="{FF2B5EF4-FFF2-40B4-BE49-F238E27FC236}">
                <a16:creationId xmlns:a16="http://schemas.microsoft.com/office/drawing/2014/main" id="{2673596A-66CF-D63B-AAD0-2A8EA43EA2E6}"/>
              </a:ext>
            </a:extLst>
          </p:cNvPr>
          <p:cNvPicPr>
            <a:picLocks noChangeAspect="1"/>
          </p:cNvPicPr>
          <p:nvPr/>
        </p:nvPicPr>
        <p:blipFill>
          <a:blip r:embed="rId3"/>
          <a:srcRect/>
          <a:stretch/>
        </p:blipFill>
        <p:spPr>
          <a:xfrm>
            <a:off x="1297327" y="783726"/>
            <a:ext cx="9793507" cy="5643351"/>
          </a:xfrm>
          <a:prstGeom prst="rect">
            <a:avLst/>
          </a:prstGeom>
        </p:spPr>
      </p:pic>
      <p:sp>
        <p:nvSpPr>
          <p:cNvPr id="5" name="Rectangle: Rounded Corners 6">
            <a:extLst>
              <a:ext uri="{FF2B5EF4-FFF2-40B4-BE49-F238E27FC236}">
                <a16:creationId xmlns:a16="http://schemas.microsoft.com/office/drawing/2014/main" id="{F8E682AB-4C51-9351-5329-2820E25A366B}"/>
              </a:ext>
            </a:extLst>
          </p:cNvPr>
          <p:cNvSpPr/>
          <p:nvPr/>
        </p:nvSpPr>
        <p:spPr>
          <a:xfrm>
            <a:off x="960428" y="489575"/>
            <a:ext cx="10271144" cy="6020736"/>
          </a:xfrm>
          <a:prstGeom prst="roundRect">
            <a:avLst>
              <a:gd name="adj" fmla="val 4099"/>
            </a:avLst>
          </a:prstGeom>
          <a:noFill/>
          <a:ln w="25400">
            <a:gradFill>
              <a:gsLst>
                <a:gs pos="0">
                  <a:schemeClr val="accent1">
                    <a:lumMod val="5000"/>
                    <a:lumOff val="95000"/>
                    <a:alpha val="39000"/>
                  </a:schemeClr>
                </a:gs>
                <a:gs pos="100000">
                  <a:schemeClr val="accent1">
                    <a:lumMod val="30000"/>
                    <a:lumOff val="70000"/>
                  </a:schemeClr>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latin typeface="Poppins" pitchFamily="2" charset="77"/>
            </a:endParaRPr>
          </a:p>
        </p:txBody>
      </p:sp>
      <p:sp>
        <p:nvSpPr>
          <p:cNvPr id="6" name="Media Placeholder 11">
            <a:extLst>
              <a:ext uri="{FF2B5EF4-FFF2-40B4-BE49-F238E27FC236}">
                <a16:creationId xmlns:a16="http://schemas.microsoft.com/office/drawing/2014/main" id="{1557052E-6C30-1A00-5CF1-71E30F79C8CA}"/>
              </a:ext>
            </a:extLst>
          </p:cNvPr>
          <p:cNvSpPr>
            <a:spLocks noGrp="1"/>
          </p:cNvSpPr>
          <p:nvPr>
            <p:ph type="media" sz="quarter" idx="40"/>
          </p:nvPr>
        </p:nvSpPr>
        <p:spPr>
          <a:xfrm>
            <a:off x="1350404" y="846083"/>
            <a:ext cx="9463334" cy="5312979"/>
          </a:xfrm>
          <a:prstGeom prst="roundRect">
            <a:avLst>
              <a:gd name="adj" fmla="val 1678"/>
            </a:avLst>
          </a:prstGeom>
          <a:noFill/>
        </p:spPr>
        <p:txBody>
          <a:bodyPr/>
          <a:lstStyle>
            <a:lvl1pPr marL="0" indent="0">
              <a:buNone/>
              <a:defRPr b="0" i="0">
                <a:latin typeface="Poppins" pitchFamily="2" charset="77"/>
              </a:defRPr>
            </a:lvl1pPr>
          </a:lstStyle>
          <a:p>
            <a:r>
              <a:rPr lang="en-US"/>
              <a:t>Click icon to add media</a:t>
            </a:r>
          </a:p>
        </p:txBody>
      </p:sp>
    </p:spTree>
    <p:extLst>
      <p:ext uri="{BB962C8B-B14F-4D97-AF65-F5344CB8AC3E}">
        <p14:creationId xmlns:p14="http://schemas.microsoft.com/office/powerpoint/2010/main" val="6694781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BC98B-BB9E-F61C-6E10-2B96E37F873B}"/>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12DD572F-A58D-A72A-8AA1-2102067F1E24}"/>
              </a:ext>
            </a:extLst>
          </p:cNvPr>
          <p:cNvSpPr>
            <a:spLocks noGrp="1"/>
          </p:cNvSpPr>
          <p:nvPr>
            <p:ph type="body" sz="quarter" idx="10" hasCustomPrompt="1"/>
          </p:nvPr>
        </p:nvSpPr>
        <p:spPr>
          <a:xfrm>
            <a:off x="570209" y="1766094"/>
            <a:ext cx="11046657" cy="4726781"/>
          </a:xfrm>
        </p:spPr>
        <p:txBody>
          <a:bodyPr/>
          <a:lstStyle>
            <a:lvl1pPr>
              <a:buNone/>
              <a:defRPr>
                <a:latin typeface="Consolas" panose="020B0609020204030204" pitchFamily="49" charset="0"/>
                <a:cs typeface="Cascadia Code" panose="020B0609020000020004" pitchFamily="49" charset="0"/>
              </a:defRPr>
            </a:lvl1pPr>
          </a:lstStyle>
          <a:p>
            <a:pPr lvl="0"/>
            <a:r>
              <a:rPr lang="en-US"/>
              <a:t>Demo code here</a:t>
            </a:r>
          </a:p>
        </p:txBody>
      </p:sp>
    </p:spTree>
    <p:extLst>
      <p:ext uri="{BB962C8B-B14F-4D97-AF65-F5344CB8AC3E}">
        <p14:creationId xmlns:p14="http://schemas.microsoft.com/office/powerpoint/2010/main" val="14916453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eature list">
    <p:bg>
      <p:bgPr>
        <a:solidFill>
          <a:schemeClr val="tx2"/>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C48ED571-A8AC-EED4-F2A9-9C2361D8AD61}"/>
              </a:ext>
            </a:extLst>
          </p:cNvPr>
          <p:cNvSpPr/>
          <p:nvPr/>
        </p:nvSpPr>
        <p:spPr>
          <a:xfrm>
            <a:off x="570209" y="2679701"/>
            <a:ext cx="5333972" cy="736600"/>
          </a:xfrm>
          <a:prstGeom prst="roundRect">
            <a:avLst>
              <a:gd name="adj" fmla="val 18952"/>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Poppins" pitchFamily="2" charset="77"/>
            </a:endParaRPr>
          </a:p>
        </p:txBody>
      </p:sp>
      <p:sp>
        <p:nvSpPr>
          <p:cNvPr id="4" name="Rounded Rectangle 3">
            <a:extLst>
              <a:ext uri="{FF2B5EF4-FFF2-40B4-BE49-F238E27FC236}">
                <a16:creationId xmlns:a16="http://schemas.microsoft.com/office/drawing/2014/main" id="{182C4E15-A127-94BF-30AA-731C7AFC004F}"/>
              </a:ext>
            </a:extLst>
          </p:cNvPr>
          <p:cNvSpPr/>
          <p:nvPr/>
        </p:nvSpPr>
        <p:spPr>
          <a:xfrm>
            <a:off x="570209" y="3544094"/>
            <a:ext cx="5333972" cy="736600"/>
          </a:xfrm>
          <a:prstGeom prst="roundRect">
            <a:avLst>
              <a:gd name="adj" fmla="val 18952"/>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5" name="Rounded Rectangle 4">
            <a:extLst>
              <a:ext uri="{FF2B5EF4-FFF2-40B4-BE49-F238E27FC236}">
                <a16:creationId xmlns:a16="http://schemas.microsoft.com/office/drawing/2014/main" id="{87C6542C-4162-F7AC-EE60-48448EE2A733}"/>
              </a:ext>
            </a:extLst>
          </p:cNvPr>
          <p:cNvSpPr/>
          <p:nvPr/>
        </p:nvSpPr>
        <p:spPr>
          <a:xfrm>
            <a:off x="570209" y="4408489"/>
            <a:ext cx="5333972" cy="736600"/>
          </a:xfrm>
          <a:prstGeom prst="roundRect">
            <a:avLst>
              <a:gd name="adj" fmla="val 18952"/>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6" name="Rounded Rectangle 5">
            <a:extLst>
              <a:ext uri="{FF2B5EF4-FFF2-40B4-BE49-F238E27FC236}">
                <a16:creationId xmlns:a16="http://schemas.microsoft.com/office/drawing/2014/main" id="{F280668C-FC2C-D27B-6FB5-ECDBD9580455}"/>
              </a:ext>
            </a:extLst>
          </p:cNvPr>
          <p:cNvSpPr/>
          <p:nvPr/>
        </p:nvSpPr>
        <p:spPr>
          <a:xfrm>
            <a:off x="6287820" y="2679701"/>
            <a:ext cx="5316330" cy="736600"/>
          </a:xfrm>
          <a:prstGeom prst="roundRect">
            <a:avLst>
              <a:gd name="adj" fmla="val 18952"/>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Poppins" pitchFamily="2" charset="77"/>
            </a:endParaRPr>
          </a:p>
        </p:txBody>
      </p:sp>
      <p:sp>
        <p:nvSpPr>
          <p:cNvPr id="7" name="Rounded Rectangle 6">
            <a:extLst>
              <a:ext uri="{FF2B5EF4-FFF2-40B4-BE49-F238E27FC236}">
                <a16:creationId xmlns:a16="http://schemas.microsoft.com/office/drawing/2014/main" id="{4F453BF1-87F1-27DE-9D90-05A37337BB1A}"/>
              </a:ext>
            </a:extLst>
          </p:cNvPr>
          <p:cNvSpPr/>
          <p:nvPr/>
        </p:nvSpPr>
        <p:spPr>
          <a:xfrm>
            <a:off x="6270179" y="3544094"/>
            <a:ext cx="5333972" cy="736600"/>
          </a:xfrm>
          <a:prstGeom prst="roundRect">
            <a:avLst>
              <a:gd name="adj" fmla="val 18952"/>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8" name="Rounded Rectangle 7">
            <a:extLst>
              <a:ext uri="{FF2B5EF4-FFF2-40B4-BE49-F238E27FC236}">
                <a16:creationId xmlns:a16="http://schemas.microsoft.com/office/drawing/2014/main" id="{6EBF8327-C872-0E93-E2D2-27A336896A24}"/>
              </a:ext>
            </a:extLst>
          </p:cNvPr>
          <p:cNvSpPr/>
          <p:nvPr/>
        </p:nvSpPr>
        <p:spPr>
          <a:xfrm>
            <a:off x="6270179" y="4408489"/>
            <a:ext cx="5333972" cy="736600"/>
          </a:xfrm>
          <a:prstGeom prst="roundRect">
            <a:avLst>
              <a:gd name="adj" fmla="val 18952"/>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spc="0">
              <a:latin typeface=""/>
            </a:endParaRPr>
          </a:p>
        </p:txBody>
      </p:sp>
      <p:sp>
        <p:nvSpPr>
          <p:cNvPr id="10" name="Text Placeholder 8">
            <a:extLst>
              <a:ext uri="{FF2B5EF4-FFF2-40B4-BE49-F238E27FC236}">
                <a16:creationId xmlns:a16="http://schemas.microsoft.com/office/drawing/2014/main" id="{46CF9050-1185-50CA-8889-5E6D9F993C1A}"/>
              </a:ext>
            </a:extLst>
          </p:cNvPr>
          <p:cNvSpPr>
            <a:spLocks noGrp="1"/>
          </p:cNvSpPr>
          <p:nvPr>
            <p:ph type="body" sz="quarter" idx="21" hasCustomPrompt="1"/>
          </p:nvPr>
        </p:nvSpPr>
        <p:spPr>
          <a:xfrm>
            <a:off x="770937" y="2900626"/>
            <a:ext cx="4932514" cy="294750"/>
          </a:xfrm>
          <a:prstGeom prst="rect">
            <a:avLst/>
          </a:prstGeom>
          <a:solidFill>
            <a:schemeClr val="tx2">
              <a:lumMod val="75000"/>
              <a:lumOff val="25000"/>
            </a:schemeClr>
          </a:solidFill>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2" name="Text Placeholder 8">
            <a:extLst>
              <a:ext uri="{FF2B5EF4-FFF2-40B4-BE49-F238E27FC236}">
                <a16:creationId xmlns:a16="http://schemas.microsoft.com/office/drawing/2014/main" id="{00C22135-2533-7ABF-F6AB-357B7DF7F208}"/>
              </a:ext>
            </a:extLst>
          </p:cNvPr>
          <p:cNvSpPr>
            <a:spLocks noGrp="1"/>
          </p:cNvSpPr>
          <p:nvPr>
            <p:ph type="body" sz="quarter" idx="22" hasCustomPrompt="1"/>
          </p:nvPr>
        </p:nvSpPr>
        <p:spPr>
          <a:xfrm>
            <a:off x="770937" y="3760781"/>
            <a:ext cx="4932514" cy="294750"/>
          </a:xfrm>
          <a:prstGeom prst="rect">
            <a:avLst/>
          </a:prstGeom>
          <a:solidFill>
            <a:schemeClr val="tx2">
              <a:lumMod val="75000"/>
              <a:lumOff val="25000"/>
            </a:schemeClr>
          </a:solidFill>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3" name="Text Placeholder 8">
            <a:extLst>
              <a:ext uri="{FF2B5EF4-FFF2-40B4-BE49-F238E27FC236}">
                <a16:creationId xmlns:a16="http://schemas.microsoft.com/office/drawing/2014/main" id="{31F06BD1-1213-36A3-AAAF-D170FD7CC002}"/>
              </a:ext>
            </a:extLst>
          </p:cNvPr>
          <p:cNvSpPr>
            <a:spLocks noGrp="1"/>
          </p:cNvSpPr>
          <p:nvPr>
            <p:ph type="body" sz="quarter" idx="23" hasCustomPrompt="1"/>
          </p:nvPr>
        </p:nvSpPr>
        <p:spPr>
          <a:xfrm>
            <a:off x="770937" y="4628686"/>
            <a:ext cx="4932514" cy="294750"/>
          </a:xfrm>
          <a:prstGeom prst="rect">
            <a:avLst/>
          </a:prstGeom>
          <a:solidFill>
            <a:schemeClr val="tx2">
              <a:lumMod val="75000"/>
              <a:lumOff val="25000"/>
            </a:schemeClr>
          </a:solidFill>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4" name="Text Placeholder 8">
            <a:extLst>
              <a:ext uri="{FF2B5EF4-FFF2-40B4-BE49-F238E27FC236}">
                <a16:creationId xmlns:a16="http://schemas.microsoft.com/office/drawing/2014/main" id="{A6B7160B-D15F-D172-B25C-0E9EE63BBCEA}"/>
              </a:ext>
            </a:extLst>
          </p:cNvPr>
          <p:cNvSpPr>
            <a:spLocks noGrp="1"/>
          </p:cNvSpPr>
          <p:nvPr>
            <p:ph type="body" sz="quarter" idx="24" hasCustomPrompt="1"/>
          </p:nvPr>
        </p:nvSpPr>
        <p:spPr>
          <a:xfrm>
            <a:off x="6473571" y="2908375"/>
            <a:ext cx="4932514" cy="294750"/>
          </a:xfrm>
          <a:prstGeom prst="rect">
            <a:avLst/>
          </a:prstGeom>
          <a:solidFill>
            <a:schemeClr val="tx2">
              <a:lumMod val="75000"/>
              <a:lumOff val="25000"/>
            </a:schemeClr>
          </a:solidFill>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5" name="Text Placeholder 8">
            <a:extLst>
              <a:ext uri="{FF2B5EF4-FFF2-40B4-BE49-F238E27FC236}">
                <a16:creationId xmlns:a16="http://schemas.microsoft.com/office/drawing/2014/main" id="{634F3F99-C798-FAD5-78E1-99DA5F2A388E}"/>
              </a:ext>
            </a:extLst>
          </p:cNvPr>
          <p:cNvSpPr>
            <a:spLocks noGrp="1"/>
          </p:cNvSpPr>
          <p:nvPr>
            <p:ph type="body" sz="quarter" idx="25" hasCustomPrompt="1"/>
          </p:nvPr>
        </p:nvSpPr>
        <p:spPr>
          <a:xfrm>
            <a:off x="6473571" y="3760781"/>
            <a:ext cx="4932514" cy="294750"/>
          </a:xfrm>
          <a:prstGeom prst="rect">
            <a:avLst/>
          </a:prstGeom>
          <a:solidFill>
            <a:schemeClr val="tx2">
              <a:lumMod val="75000"/>
              <a:lumOff val="25000"/>
            </a:schemeClr>
          </a:solidFill>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16" name="Text Placeholder 8">
            <a:extLst>
              <a:ext uri="{FF2B5EF4-FFF2-40B4-BE49-F238E27FC236}">
                <a16:creationId xmlns:a16="http://schemas.microsoft.com/office/drawing/2014/main" id="{251E807B-C260-B492-A3DC-AE0C3E62951D}"/>
              </a:ext>
            </a:extLst>
          </p:cNvPr>
          <p:cNvSpPr>
            <a:spLocks noGrp="1"/>
          </p:cNvSpPr>
          <p:nvPr>
            <p:ph type="body" sz="quarter" idx="26" hasCustomPrompt="1"/>
          </p:nvPr>
        </p:nvSpPr>
        <p:spPr>
          <a:xfrm>
            <a:off x="6473571" y="4628686"/>
            <a:ext cx="4932514" cy="294750"/>
          </a:xfrm>
          <a:prstGeom prst="rect">
            <a:avLst/>
          </a:prstGeom>
          <a:solidFill>
            <a:schemeClr val="tx2">
              <a:lumMod val="75000"/>
              <a:lumOff val="25000"/>
            </a:schemeClr>
          </a:solidFill>
        </p:spPr>
        <p:txBody>
          <a:bodyPr>
            <a:noAutofit/>
          </a:bodyPr>
          <a:lstStyle>
            <a:lvl1pPr marL="0" indent="0">
              <a:buNone/>
              <a:defRPr sz="1400" spc="0">
                <a:latin typeface="+mn-lt"/>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This is a list item and can work as a bullet point</a:t>
            </a:r>
          </a:p>
        </p:txBody>
      </p:sp>
      <p:sp>
        <p:nvSpPr>
          <p:cNvPr id="2" name="Text Placeholder 19">
            <a:extLst>
              <a:ext uri="{FF2B5EF4-FFF2-40B4-BE49-F238E27FC236}">
                <a16:creationId xmlns:a16="http://schemas.microsoft.com/office/drawing/2014/main" id="{4E3FD322-2A62-03BF-0DD2-7D7BC7103E97}"/>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11" name="Text Placeholder 19">
            <a:extLst>
              <a:ext uri="{FF2B5EF4-FFF2-40B4-BE49-F238E27FC236}">
                <a16:creationId xmlns:a16="http://schemas.microsoft.com/office/drawing/2014/main" id="{661BB894-C548-9893-AB8D-9B2330E76DA4}"/>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13812679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Agenda">
    <p:bg>
      <p:bgPr>
        <a:solidFill>
          <a:schemeClr val="tx2"/>
        </a:solidFill>
        <a:effectLst/>
      </p:bgPr>
    </p:bg>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B8A08768-A8D1-56B8-9E72-F5247632A5A0}"/>
              </a:ext>
            </a:extLst>
          </p:cNvPr>
          <p:cNvSpPr>
            <a:spLocks noGrp="1"/>
          </p:cNvSpPr>
          <p:nvPr>
            <p:ph type="body" sz="quarter" idx="10" hasCustomPrompt="1"/>
          </p:nvPr>
        </p:nvSpPr>
        <p:spPr>
          <a:xfrm>
            <a:off x="4999676" y="531468"/>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22" name="Text Placeholder 19">
            <a:extLst>
              <a:ext uri="{FF2B5EF4-FFF2-40B4-BE49-F238E27FC236}">
                <a16:creationId xmlns:a16="http://schemas.microsoft.com/office/drawing/2014/main" id="{9D36D911-7F66-D321-2E3E-25348A43CD12}"/>
              </a:ext>
            </a:extLst>
          </p:cNvPr>
          <p:cNvSpPr>
            <a:spLocks noGrp="1"/>
          </p:cNvSpPr>
          <p:nvPr>
            <p:ph type="body" sz="quarter" idx="11" hasCustomPrompt="1"/>
          </p:nvPr>
        </p:nvSpPr>
        <p:spPr>
          <a:xfrm>
            <a:off x="4290927" y="533400"/>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00</a:t>
            </a:r>
          </a:p>
          <a:p>
            <a:pPr lvl="0"/>
            <a:endParaRPr lang="en-US"/>
          </a:p>
        </p:txBody>
      </p:sp>
      <p:sp>
        <p:nvSpPr>
          <p:cNvPr id="23" name="Text Placeholder 19">
            <a:extLst>
              <a:ext uri="{FF2B5EF4-FFF2-40B4-BE49-F238E27FC236}">
                <a16:creationId xmlns:a16="http://schemas.microsoft.com/office/drawing/2014/main" id="{2BB80305-533F-525A-2094-2BA8CC178E8A}"/>
              </a:ext>
            </a:extLst>
          </p:cNvPr>
          <p:cNvSpPr>
            <a:spLocks noGrp="1"/>
          </p:cNvSpPr>
          <p:nvPr>
            <p:ph type="body" sz="quarter" idx="13" hasCustomPrompt="1"/>
          </p:nvPr>
        </p:nvSpPr>
        <p:spPr>
          <a:xfrm>
            <a:off x="541684" y="551622"/>
            <a:ext cx="3504744" cy="317500"/>
          </a:xfrm>
          <a:prstGeom prst="rect">
            <a:avLst/>
          </a:prstGeom>
        </p:spPr>
        <p:txBody>
          <a:bodyPr>
            <a:noAutofit/>
          </a:bodyPr>
          <a:lstStyle>
            <a:lvl1pPr marL="0" indent="0" algn="l" defTabSz="457155" rtl="0" eaLnBrk="1" latinLnBrk="0" hangingPunct="1">
              <a:lnSpc>
                <a:spcPts val="2200"/>
              </a:lnSpc>
              <a:buNone/>
              <a:defRPr lang="en-US" sz="1800" b="0" i="0" kern="0" spc="0" dirty="0" smtClean="0">
                <a:solidFill>
                  <a:schemeClr val="bg1"/>
                </a:solidFill>
                <a:latin typeface="+mn-lt"/>
                <a:ea typeface="Poppins" pitchFamily="2" charset="77"/>
                <a:cs typeface="Poppins" pitchFamily="2" charset="77"/>
              </a:defRPr>
            </a:lvl1pPr>
          </a:lstStyle>
          <a:p>
            <a:pPr lvl="0"/>
            <a:r>
              <a:rPr lang="en-US"/>
              <a:t>Agenda</a:t>
            </a:r>
          </a:p>
        </p:txBody>
      </p:sp>
      <p:sp>
        <p:nvSpPr>
          <p:cNvPr id="25" name="Text Placeholder 19">
            <a:extLst>
              <a:ext uri="{FF2B5EF4-FFF2-40B4-BE49-F238E27FC236}">
                <a16:creationId xmlns:a16="http://schemas.microsoft.com/office/drawing/2014/main" id="{9D750292-3DAA-64F4-E346-058EF93A4730}"/>
              </a:ext>
            </a:extLst>
          </p:cNvPr>
          <p:cNvSpPr>
            <a:spLocks noGrp="1"/>
          </p:cNvSpPr>
          <p:nvPr>
            <p:ph type="body" sz="quarter" idx="15" hasCustomPrompt="1"/>
          </p:nvPr>
        </p:nvSpPr>
        <p:spPr>
          <a:xfrm>
            <a:off x="541684" y="937550"/>
            <a:ext cx="3504744" cy="368562"/>
          </a:xfrm>
          <a:prstGeom prst="rect">
            <a:avLst/>
          </a:prstGeom>
        </p:spPr>
        <p:txBody>
          <a:bodyPr>
            <a:spAutoFit/>
          </a:bodyPr>
          <a:lstStyle>
            <a:lvl1pPr marL="0" indent="0" algn="l" defTabSz="457155" rtl="0" eaLnBrk="1" latinLnBrk="0" hangingPunct="1">
              <a:lnSpc>
                <a:spcPts val="2200"/>
              </a:lnSpc>
              <a:buNone/>
              <a:defRPr lang="en-US" sz="1800" b="0" i="0" kern="0" spc="0" dirty="0" smtClean="0">
                <a:solidFill>
                  <a:schemeClr val="bg1"/>
                </a:solidFill>
                <a:latin typeface="+mj-lt"/>
                <a:ea typeface="Poppins" pitchFamily="2" charset="77"/>
                <a:cs typeface="Poppins" pitchFamily="2" charset="77"/>
              </a:defRPr>
            </a:lvl1pPr>
          </a:lstStyle>
          <a:p>
            <a:pPr lvl="0"/>
            <a:r>
              <a:rPr lang="en-US"/>
              <a:t>Title</a:t>
            </a:r>
          </a:p>
        </p:txBody>
      </p:sp>
      <p:sp>
        <p:nvSpPr>
          <p:cNvPr id="28" name="Text Placeholder 19">
            <a:extLst>
              <a:ext uri="{FF2B5EF4-FFF2-40B4-BE49-F238E27FC236}">
                <a16:creationId xmlns:a16="http://schemas.microsoft.com/office/drawing/2014/main" id="{909B5BC6-004B-406B-86ED-C0F664D767BA}"/>
              </a:ext>
            </a:extLst>
          </p:cNvPr>
          <p:cNvSpPr>
            <a:spLocks noGrp="1"/>
          </p:cNvSpPr>
          <p:nvPr>
            <p:ph type="body" sz="quarter" idx="16" hasCustomPrompt="1"/>
          </p:nvPr>
        </p:nvSpPr>
        <p:spPr>
          <a:xfrm>
            <a:off x="4999676" y="982880"/>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29" name="Text Placeholder 19">
            <a:extLst>
              <a:ext uri="{FF2B5EF4-FFF2-40B4-BE49-F238E27FC236}">
                <a16:creationId xmlns:a16="http://schemas.microsoft.com/office/drawing/2014/main" id="{22607F7F-1EAC-B2FA-AC82-78456EA42FF5}"/>
              </a:ext>
            </a:extLst>
          </p:cNvPr>
          <p:cNvSpPr>
            <a:spLocks noGrp="1"/>
          </p:cNvSpPr>
          <p:nvPr>
            <p:ph type="body" sz="quarter" idx="17" hasCustomPrompt="1"/>
          </p:nvPr>
        </p:nvSpPr>
        <p:spPr>
          <a:xfrm>
            <a:off x="4290927" y="984813"/>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0" name="Text Placeholder 19">
            <a:extLst>
              <a:ext uri="{FF2B5EF4-FFF2-40B4-BE49-F238E27FC236}">
                <a16:creationId xmlns:a16="http://schemas.microsoft.com/office/drawing/2014/main" id="{EDFEF231-B3A4-17F4-23CF-B712A4401DBA}"/>
              </a:ext>
            </a:extLst>
          </p:cNvPr>
          <p:cNvSpPr>
            <a:spLocks noGrp="1"/>
          </p:cNvSpPr>
          <p:nvPr>
            <p:ph type="body" sz="quarter" idx="18" hasCustomPrompt="1"/>
          </p:nvPr>
        </p:nvSpPr>
        <p:spPr>
          <a:xfrm>
            <a:off x="4999676" y="1437847"/>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31" name="Text Placeholder 19">
            <a:extLst>
              <a:ext uri="{FF2B5EF4-FFF2-40B4-BE49-F238E27FC236}">
                <a16:creationId xmlns:a16="http://schemas.microsoft.com/office/drawing/2014/main" id="{3FC7885F-D58E-D154-62B9-8314D6E34C2B}"/>
              </a:ext>
            </a:extLst>
          </p:cNvPr>
          <p:cNvSpPr>
            <a:spLocks noGrp="1"/>
          </p:cNvSpPr>
          <p:nvPr>
            <p:ph type="body" sz="quarter" idx="19" hasCustomPrompt="1"/>
          </p:nvPr>
        </p:nvSpPr>
        <p:spPr>
          <a:xfrm>
            <a:off x="4290927" y="1439779"/>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2" name="Text Placeholder 19">
            <a:extLst>
              <a:ext uri="{FF2B5EF4-FFF2-40B4-BE49-F238E27FC236}">
                <a16:creationId xmlns:a16="http://schemas.microsoft.com/office/drawing/2014/main" id="{3206D664-9025-7588-3785-9B5127BB52DC}"/>
              </a:ext>
            </a:extLst>
          </p:cNvPr>
          <p:cNvSpPr>
            <a:spLocks noGrp="1"/>
          </p:cNvSpPr>
          <p:nvPr>
            <p:ph type="body" sz="quarter" idx="20" hasCustomPrompt="1"/>
          </p:nvPr>
        </p:nvSpPr>
        <p:spPr>
          <a:xfrm>
            <a:off x="4999676" y="1892813"/>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33" name="Text Placeholder 19">
            <a:extLst>
              <a:ext uri="{FF2B5EF4-FFF2-40B4-BE49-F238E27FC236}">
                <a16:creationId xmlns:a16="http://schemas.microsoft.com/office/drawing/2014/main" id="{B1D64F4E-B2B1-F66D-F67B-35D740CF5508}"/>
              </a:ext>
            </a:extLst>
          </p:cNvPr>
          <p:cNvSpPr>
            <a:spLocks noGrp="1"/>
          </p:cNvSpPr>
          <p:nvPr>
            <p:ph type="body" sz="quarter" idx="21" hasCustomPrompt="1"/>
          </p:nvPr>
        </p:nvSpPr>
        <p:spPr>
          <a:xfrm>
            <a:off x="4290927" y="1894746"/>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4" name="Text Placeholder 19">
            <a:extLst>
              <a:ext uri="{FF2B5EF4-FFF2-40B4-BE49-F238E27FC236}">
                <a16:creationId xmlns:a16="http://schemas.microsoft.com/office/drawing/2014/main" id="{DD90E18B-EA52-CF02-E309-052B97441951}"/>
              </a:ext>
            </a:extLst>
          </p:cNvPr>
          <p:cNvSpPr>
            <a:spLocks noGrp="1"/>
          </p:cNvSpPr>
          <p:nvPr>
            <p:ph type="body" sz="quarter" idx="22" hasCustomPrompt="1"/>
          </p:nvPr>
        </p:nvSpPr>
        <p:spPr>
          <a:xfrm>
            <a:off x="4999676" y="2347780"/>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35" name="Text Placeholder 19">
            <a:extLst>
              <a:ext uri="{FF2B5EF4-FFF2-40B4-BE49-F238E27FC236}">
                <a16:creationId xmlns:a16="http://schemas.microsoft.com/office/drawing/2014/main" id="{35B5BBF1-8BFB-DADC-91A0-66BE29830F6B}"/>
              </a:ext>
            </a:extLst>
          </p:cNvPr>
          <p:cNvSpPr>
            <a:spLocks noGrp="1"/>
          </p:cNvSpPr>
          <p:nvPr>
            <p:ph type="body" sz="quarter" idx="23" hasCustomPrompt="1"/>
          </p:nvPr>
        </p:nvSpPr>
        <p:spPr>
          <a:xfrm>
            <a:off x="4290927" y="2349712"/>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6" name="Text Placeholder 19">
            <a:extLst>
              <a:ext uri="{FF2B5EF4-FFF2-40B4-BE49-F238E27FC236}">
                <a16:creationId xmlns:a16="http://schemas.microsoft.com/office/drawing/2014/main" id="{D45D058E-B1E6-9724-7878-C61F5E256716}"/>
              </a:ext>
            </a:extLst>
          </p:cNvPr>
          <p:cNvSpPr>
            <a:spLocks noGrp="1"/>
          </p:cNvSpPr>
          <p:nvPr>
            <p:ph type="body" sz="quarter" idx="24" hasCustomPrompt="1"/>
          </p:nvPr>
        </p:nvSpPr>
        <p:spPr>
          <a:xfrm>
            <a:off x="4999676" y="2802746"/>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37" name="Text Placeholder 19">
            <a:extLst>
              <a:ext uri="{FF2B5EF4-FFF2-40B4-BE49-F238E27FC236}">
                <a16:creationId xmlns:a16="http://schemas.microsoft.com/office/drawing/2014/main" id="{6767140E-1887-CBD2-537F-0F89AA863F4A}"/>
              </a:ext>
            </a:extLst>
          </p:cNvPr>
          <p:cNvSpPr>
            <a:spLocks noGrp="1"/>
          </p:cNvSpPr>
          <p:nvPr>
            <p:ph type="body" sz="quarter" idx="25" hasCustomPrompt="1"/>
          </p:nvPr>
        </p:nvSpPr>
        <p:spPr>
          <a:xfrm>
            <a:off x="4290927" y="2804679"/>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38" name="Text Placeholder 19">
            <a:extLst>
              <a:ext uri="{FF2B5EF4-FFF2-40B4-BE49-F238E27FC236}">
                <a16:creationId xmlns:a16="http://schemas.microsoft.com/office/drawing/2014/main" id="{D2DAF6A0-18B6-8865-E352-FBD3DA7F6754}"/>
              </a:ext>
            </a:extLst>
          </p:cNvPr>
          <p:cNvSpPr>
            <a:spLocks noGrp="1"/>
          </p:cNvSpPr>
          <p:nvPr>
            <p:ph type="body" sz="quarter" idx="26" hasCustomPrompt="1"/>
          </p:nvPr>
        </p:nvSpPr>
        <p:spPr>
          <a:xfrm>
            <a:off x="4999676" y="3257713"/>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39" name="Text Placeholder 19">
            <a:extLst>
              <a:ext uri="{FF2B5EF4-FFF2-40B4-BE49-F238E27FC236}">
                <a16:creationId xmlns:a16="http://schemas.microsoft.com/office/drawing/2014/main" id="{6C68D9E7-6D29-A137-DBFE-B0921598A108}"/>
              </a:ext>
            </a:extLst>
          </p:cNvPr>
          <p:cNvSpPr>
            <a:spLocks noGrp="1"/>
          </p:cNvSpPr>
          <p:nvPr>
            <p:ph type="body" sz="quarter" idx="27" hasCustomPrompt="1"/>
          </p:nvPr>
        </p:nvSpPr>
        <p:spPr>
          <a:xfrm>
            <a:off x="4290927" y="3259645"/>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01</a:t>
            </a:r>
          </a:p>
          <a:p>
            <a:pPr lvl="0"/>
            <a:endParaRPr lang="en-US"/>
          </a:p>
        </p:txBody>
      </p:sp>
      <p:sp>
        <p:nvSpPr>
          <p:cNvPr id="40" name="Text Placeholder 19">
            <a:extLst>
              <a:ext uri="{FF2B5EF4-FFF2-40B4-BE49-F238E27FC236}">
                <a16:creationId xmlns:a16="http://schemas.microsoft.com/office/drawing/2014/main" id="{3B00CE70-CCD3-CF1B-8E6B-B04013BD71CD}"/>
              </a:ext>
            </a:extLst>
          </p:cNvPr>
          <p:cNvSpPr>
            <a:spLocks noGrp="1"/>
          </p:cNvSpPr>
          <p:nvPr>
            <p:ph type="body" sz="quarter" idx="28" hasCustomPrompt="1"/>
          </p:nvPr>
        </p:nvSpPr>
        <p:spPr>
          <a:xfrm>
            <a:off x="4999676" y="3712678"/>
            <a:ext cx="6650640" cy="406083"/>
          </a:xfrm>
          <a:prstGeom prst="rect">
            <a:avLst/>
          </a:prstGeom>
        </p:spPr>
        <p:txBody>
          <a:bodyPr>
            <a:noAutofit/>
          </a:bodyPr>
          <a:lstStyle>
            <a:lvl1pPr marL="0" indent="0" algn="l" defTabSz="457155" rtl="0" eaLnBrk="1" latinLnBrk="0" hangingPunct="1">
              <a:lnSpc>
                <a:spcPts val="3399"/>
              </a:lnSpc>
              <a:buNone/>
              <a:defRPr lang="en-US" sz="2400" b="0" i="0" kern="0" spc="-60"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41" name="Text Placeholder 19">
            <a:extLst>
              <a:ext uri="{FF2B5EF4-FFF2-40B4-BE49-F238E27FC236}">
                <a16:creationId xmlns:a16="http://schemas.microsoft.com/office/drawing/2014/main" id="{3AFF83DD-F4F2-57F9-7604-66A5BBAB3028}"/>
              </a:ext>
            </a:extLst>
          </p:cNvPr>
          <p:cNvSpPr>
            <a:spLocks noGrp="1"/>
          </p:cNvSpPr>
          <p:nvPr>
            <p:ph type="body" sz="quarter" idx="29" hasCustomPrompt="1"/>
          </p:nvPr>
        </p:nvSpPr>
        <p:spPr>
          <a:xfrm>
            <a:off x="4290927" y="3714612"/>
            <a:ext cx="650724" cy="406083"/>
          </a:xfrm>
          <a:prstGeom prst="rect">
            <a:avLst/>
          </a:prstGeom>
        </p:spPr>
        <p:txBody>
          <a:bodyPr>
            <a:noAutofit/>
          </a:bodyPr>
          <a:lstStyle>
            <a:lvl1pPr marL="0" indent="0" algn="l" defTabSz="457155" rtl="0" eaLnBrk="1" latinLnBrk="0" hangingPunct="1">
              <a:lnSpc>
                <a:spcPts val="3399"/>
              </a:lnSpc>
              <a:buNone/>
              <a:defRPr lang="en-US" sz="2400" b="1" i="0" kern="0" spc="-60" dirty="0" smtClean="0">
                <a:solidFill>
                  <a:schemeClr val="bg1"/>
                </a:solidFill>
                <a:latin typeface="Poppins" pitchFamily="2" charset="77"/>
                <a:ea typeface="Poppins" pitchFamily="2" charset="77"/>
                <a:cs typeface="Poppins" pitchFamily="2" charset="77"/>
              </a:defRPr>
            </a:lvl1pPr>
          </a:lstStyle>
          <a:p>
            <a:pPr lvl="0"/>
            <a:r>
              <a:rPr lang="en-US"/>
              <a:t>88</a:t>
            </a:r>
          </a:p>
          <a:p>
            <a:pPr lvl="0"/>
            <a:endParaRPr lang="en-US"/>
          </a:p>
        </p:txBody>
      </p:sp>
    </p:spTree>
    <p:extLst>
      <p:ext uri="{BB962C8B-B14F-4D97-AF65-F5344CB8AC3E}">
        <p14:creationId xmlns:p14="http://schemas.microsoft.com/office/powerpoint/2010/main" val="18403452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solidFill>
        <a:effectLst/>
      </p:bgPr>
    </p:bg>
    <p:spTree>
      <p:nvGrpSpPr>
        <p:cNvPr id="1" name=""/>
        <p:cNvGrpSpPr/>
        <p:nvPr/>
      </p:nvGrpSpPr>
      <p:grpSpPr>
        <a:xfrm>
          <a:off x="0" y="0"/>
          <a:ext cx="0" cy="0"/>
          <a:chOff x="0" y="0"/>
          <a:chExt cx="0" cy="0"/>
        </a:xfrm>
      </p:grpSpPr>
      <p:pic>
        <p:nvPicPr>
          <p:cNvPr id="3" name="Image 0" descr=" ">
            <a:extLst>
              <a:ext uri="{FF2B5EF4-FFF2-40B4-BE49-F238E27FC236}">
                <a16:creationId xmlns:a16="http://schemas.microsoft.com/office/drawing/2014/main" id="{3CB413BA-3930-FE82-88A0-EA5EB423C0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497" y="879475"/>
            <a:ext cx="234875" cy="214313"/>
          </a:xfrm>
          <a:prstGeom prst="rect">
            <a:avLst/>
          </a:prstGeom>
        </p:spPr>
      </p:pic>
      <p:sp>
        <p:nvSpPr>
          <p:cNvPr id="11" name="Text Placeholder 10">
            <a:extLst>
              <a:ext uri="{FF2B5EF4-FFF2-40B4-BE49-F238E27FC236}">
                <a16:creationId xmlns:a16="http://schemas.microsoft.com/office/drawing/2014/main" id="{624CF9D1-3CF4-0A00-E1E5-0844E60F737C}"/>
              </a:ext>
            </a:extLst>
          </p:cNvPr>
          <p:cNvSpPr>
            <a:spLocks noGrp="1"/>
          </p:cNvSpPr>
          <p:nvPr>
            <p:ph type="body" sz="quarter" idx="11" hasCustomPrompt="1"/>
          </p:nvPr>
        </p:nvSpPr>
        <p:spPr>
          <a:xfrm>
            <a:off x="856605" y="4936135"/>
            <a:ext cx="3184904" cy="227588"/>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200" b="0" i="0" kern="1200" dirty="0">
                <a:solidFill>
                  <a:schemeClr val="bg1"/>
                </a:solidFill>
                <a:latin typeface="+mn-lt"/>
                <a:ea typeface="Poppins" pitchFamily="2" charset="77"/>
                <a:cs typeface="Poppins" pitchFamily="2" charset="77"/>
              </a:defRPr>
            </a:lvl1pPr>
          </a:lstStyle>
          <a:p>
            <a:pPr lvl="0"/>
            <a:r>
              <a:rPr lang="en-US"/>
              <a:t>TJ Evans</a:t>
            </a:r>
          </a:p>
        </p:txBody>
      </p:sp>
      <p:sp>
        <p:nvSpPr>
          <p:cNvPr id="6" name="Text Placeholder 10">
            <a:extLst>
              <a:ext uri="{FF2B5EF4-FFF2-40B4-BE49-F238E27FC236}">
                <a16:creationId xmlns:a16="http://schemas.microsoft.com/office/drawing/2014/main" id="{AB03F582-0E4D-3AFE-8233-A9319855361C}"/>
              </a:ext>
            </a:extLst>
          </p:cNvPr>
          <p:cNvSpPr>
            <a:spLocks noGrp="1"/>
          </p:cNvSpPr>
          <p:nvPr>
            <p:ph type="body" sz="quarter" idx="14" hasCustomPrompt="1"/>
          </p:nvPr>
        </p:nvSpPr>
        <p:spPr>
          <a:xfrm>
            <a:off x="856605" y="5226026"/>
            <a:ext cx="3184904" cy="227588"/>
          </a:xfrm>
          <a:prstGeom prst="rect">
            <a:avLst/>
          </a:prstGeom>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200" b="0" i="0" kern="1200" dirty="0">
                <a:solidFill>
                  <a:schemeClr val="bg1"/>
                </a:solidFill>
                <a:latin typeface="+mn-lt"/>
                <a:ea typeface="Poppins" pitchFamily="2" charset="77"/>
                <a:cs typeface="Poppins" pitchFamily="2" charset="77"/>
              </a:defRPr>
            </a:lvl1pPr>
          </a:lstStyle>
          <a:p>
            <a:pPr lvl="0"/>
            <a:r>
              <a:rPr lang="en-US"/>
              <a:t>Director of Brand Strategy</a:t>
            </a:r>
          </a:p>
        </p:txBody>
      </p:sp>
      <p:sp>
        <p:nvSpPr>
          <p:cNvPr id="9" name="Text Placeholder 19">
            <a:extLst>
              <a:ext uri="{FF2B5EF4-FFF2-40B4-BE49-F238E27FC236}">
                <a16:creationId xmlns:a16="http://schemas.microsoft.com/office/drawing/2014/main" id="{2C822730-E326-4859-A7C8-19A2452524F6}"/>
              </a:ext>
            </a:extLst>
          </p:cNvPr>
          <p:cNvSpPr>
            <a:spLocks noGrp="1"/>
          </p:cNvSpPr>
          <p:nvPr>
            <p:ph type="body" sz="quarter" idx="10" hasCustomPrompt="1"/>
          </p:nvPr>
        </p:nvSpPr>
        <p:spPr>
          <a:xfrm>
            <a:off x="856606" y="1093788"/>
            <a:ext cx="8842723" cy="3701843"/>
          </a:xfrm>
          <a:prstGeom prst="rect">
            <a:avLst/>
          </a:prstGeom>
        </p:spPr>
        <p:txBody>
          <a:bodyPr>
            <a:normAutofit/>
          </a:bodyPr>
          <a:lstStyle>
            <a:lvl1pPr marL="0" indent="0" algn="l" defTabSz="457155" rtl="0" eaLnBrk="1" latinLnBrk="0" hangingPunct="1">
              <a:lnSpc>
                <a:spcPct val="100000"/>
              </a:lnSpc>
              <a:buNone/>
              <a:defRPr lang="en-US" sz="4800" b="0" i="0" kern="0" spc="0" dirty="0" smtClean="0">
                <a:solidFill>
                  <a:schemeClr val="bg1"/>
                </a:solidFill>
                <a:latin typeface="+mn-lt"/>
                <a:ea typeface="Poppins" pitchFamily="2" charset="77"/>
                <a:cs typeface="Poppins" pitchFamily="2" charset="77"/>
              </a:defRPr>
            </a:lvl1pPr>
          </a:lstStyle>
          <a:p>
            <a:pPr lvl="0"/>
            <a:r>
              <a:rPr lang="en-US"/>
              <a:t>Aspire provides tools, templates, and packages for building observable, production-ready distributed apps.</a:t>
            </a:r>
          </a:p>
        </p:txBody>
      </p:sp>
    </p:spTree>
    <p:extLst>
      <p:ext uri="{BB962C8B-B14F-4D97-AF65-F5344CB8AC3E}">
        <p14:creationId xmlns:p14="http://schemas.microsoft.com/office/powerpoint/2010/main" val="10366773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2"/>
        </a:solidFill>
        <a:effectLst/>
      </p:bgPr>
    </p:bg>
    <p:spTree>
      <p:nvGrpSpPr>
        <p:cNvPr id="1" name=""/>
        <p:cNvGrpSpPr/>
        <p:nvPr/>
      </p:nvGrpSpPr>
      <p:grpSpPr>
        <a:xfrm>
          <a:off x="0" y="0"/>
          <a:ext cx="0" cy="0"/>
          <a:chOff x="0" y="0"/>
          <a:chExt cx="0" cy="0"/>
        </a:xfrm>
      </p:grpSpPr>
      <p:sp>
        <p:nvSpPr>
          <p:cNvPr id="3" name="Chart Placeholder 2">
            <a:extLst>
              <a:ext uri="{FF2B5EF4-FFF2-40B4-BE49-F238E27FC236}">
                <a16:creationId xmlns:a16="http://schemas.microsoft.com/office/drawing/2014/main" id="{9100A581-269A-EDFA-B94F-04D2F901FB0E}"/>
              </a:ext>
            </a:extLst>
          </p:cNvPr>
          <p:cNvSpPr>
            <a:spLocks noGrp="1"/>
          </p:cNvSpPr>
          <p:nvPr>
            <p:ph type="chart" sz="quarter" idx="12"/>
          </p:nvPr>
        </p:nvSpPr>
        <p:spPr>
          <a:xfrm>
            <a:off x="2811890" y="1866900"/>
            <a:ext cx="6568220" cy="3733215"/>
          </a:xfrm>
          <a:prstGeom prst="roundRect">
            <a:avLst>
              <a:gd name="adj" fmla="val 1074"/>
            </a:avLst>
          </a:prstGeom>
        </p:spPr>
        <p:txBody>
          <a:bodyPr/>
          <a:lstStyle>
            <a:lvl1pPr>
              <a:defRPr b="0" i="0">
                <a:latin typeface="Poppins" pitchFamily="2" charset="77"/>
              </a:defRPr>
            </a:lvl1pPr>
          </a:lstStyle>
          <a:p>
            <a:r>
              <a:rPr lang="en-US"/>
              <a:t>Click icon to add chart</a:t>
            </a:r>
          </a:p>
        </p:txBody>
      </p:sp>
      <p:sp>
        <p:nvSpPr>
          <p:cNvPr id="2" name="Text Placeholder 19">
            <a:extLst>
              <a:ext uri="{FF2B5EF4-FFF2-40B4-BE49-F238E27FC236}">
                <a16:creationId xmlns:a16="http://schemas.microsoft.com/office/drawing/2014/main" id="{D8C0BCD3-CF44-C545-57D4-DBA095C563E4}"/>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4" name="Text Placeholder 19">
            <a:extLst>
              <a:ext uri="{FF2B5EF4-FFF2-40B4-BE49-F238E27FC236}">
                <a16:creationId xmlns:a16="http://schemas.microsoft.com/office/drawing/2014/main" id="{05874711-0104-92AC-FB1B-3421F36D24DF}"/>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20781669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blocks text">
    <p:bg>
      <p:bgPr>
        <a:solidFill>
          <a:schemeClr val="tx2"/>
        </a:solidFill>
        <a:effectLst/>
      </p:bgPr>
    </p:bg>
    <p:spTree>
      <p:nvGrpSpPr>
        <p:cNvPr id="1" name=""/>
        <p:cNvGrpSpPr/>
        <p:nvPr/>
      </p:nvGrpSpPr>
      <p:grpSpPr>
        <a:xfrm>
          <a:off x="0" y="0"/>
          <a:ext cx="0" cy="0"/>
          <a:chOff x="0" y="0"/>
          <a:chExt cx="0" cy="0"/>
        </a:xfrm>
      </p:grpSpPr>
      <p:sp>
        <p:nvSpPr>
          <p:cNvPr id="3" name="Text Placeholder 19">
            <a:extLst>
              <a:ext uri="{FF2B5EF4-FFF2-40B4-BE49-F238E27FC236}">
                <a16:creationId xmlns:a16="http://schemas.microsoft.com/office/drawing/2014/main" id="{B038C5B4-120C-12B2-0C9C-E48F924580F7}"/>
              </a:ext>
            </a:extLst>
          </p:cNvPr>
          <p:cNvSpPr>
            <a:spLocks noGrp="1"/>
          </p:cNvSpPr>
          <p:nvPr>
            <p:ph type="body" sz="quarter" idx="10" hasCustomPrompt="1"/>
          </p:nvPr>
        </p:nvSpPr>
        <p:spPr>
          <a:xfrm>
            <a:off x="570209" y="533400"/>
            <a:ext cx="11046657" cy="469900"/>
          </a:xfrm>
          <a:prstGeom prst="rect">
            <a:avLst/>
          </a:prstGeom>
          <a:noFill/>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4" name="Text Placeholder 19">
            <a:extLst>
              <a:ext uri="{FF2B5EF4-FFF2-40B4-BE49-F238E27FC236}">
                <a16:creationId xmlns:a16="http://schemas.microsoft.com/office/drawing/2014/main" id="{980BC19F-F9A8-65B9-356E-17CAE6165DAF}"/>
              </a:ext>
            </a:extLst>
          </p:cNvPr>
          <p:cNvSpPr>
            <a:spLocks noGrp="1"/>
          </p:cNvSpPr>
          <p:nvPr>
            <p:ph type="body" sz="quarter" idx="11" hasCustomPrompt="1"/>
          </p:nvPr>
        </p:nvSpPr>
        <p:spPr>
          <a:xfrm>
            <a:off x="570209" y="1071824"/>
            <a:ext cx="11046657" cy="469900"/>
          </a:xfrm>
          <a:prstGeom prst="rect">
            <a:avLst/>
          </a:prstGeom>
          <a:noFill/>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
        <p:nvSpPr>
          <p:cNvPr id="6" name="Rounded Rectangle 26">
            <a:extLst>
              <a:ext uri="{FF2B5EF4-FFF2-40B4-BE49-F238E27FC236}">
                <a16:creationId xmlns:a16="http://schemas.microsoft.com/office/drawing/2014/main" id="{498FD32F-F0AB-6B11-E5A5-C9D1EA714AC4}"/>
              </a:ext>
            </a:extLst>
          </p:cNvPr>
          <p:cNvSpPr/>
          <p:nvPr userDrawn="1"/>
        </p:nvSpPr>
        <p:spPr>
          <a:xfrm>
            <a:off x="570209" y="2946401"/>
            <a:ext cx="5460971" cy="2616200"/>
          </a:xfrm>
          <a:prstGeom prst="roundRect">
            <a:avLst>
              <a:gd name="adj" fmla="val 5374"/>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8" name="Rounded Rectangle 27">
            <a:extLst>
              <a:ext uri="{FF2B5EF4-FFF2-40B4-BE49-F238E27FC236}">
                <a16:creationId xmlns:a16="http://schemas.microsoft.com/office/drawing/2014/main" id="{FE7352C0-4665-1D24-26BC-B8CAD697E798}"/>
              </a:ext>
            </a:extLst>
          </p:cNvPr>
          <p:cNvSpPr/>
          <p:nvPr userDrawn="1"/>
        </p:nvSpPr>
        <p:spPr>
          <a:xfrm>
            <a:off x="6155894" y="2946401"/>
            <a:ext cx="5460971" cy="2616200"/>
          </a:xfrm>
          <a:prstGeom prst="roundRect">
            <a:avLst>
              <a:gd name="adj" fmla="val 5374"/>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9" name="Shape 2">
            <a:extLst>
              <a:ext uri="{FF2B5EF4-FFF2-40B4-BE49-F238E27FC236}">
                <a16:creationId xmlns:a16="http://schemas.microsoft.com/office/drawing/2014/main" id="{3FAC73AE-53E9-B297-680E-0FAB95D69179}"/>
              </a:ext>
            </a:extLst>
          </p:cNvPr>
          <p:cNvSpPr/>
          <p:nvPr userDrawn="1"/>
        </p:nvSpPr>
        <p:spPr>
          <a:xfrm>
            <a:off x="800096" y="3175000"/>
            <a:ext cx="5003774" cy="787400"/>
          </a:xfrm>
          <a:prstGeom prst="rect">
            <a:avLst/>
          </a:prstGeom>
          <a:noFill/>
          <a:ln/>
        </p:spPr>
        <p:txBody>
          <a:bodyPr/>
          <a:lstStyle/>
          <a:p>
            <a:endParaRPr lang="en-US" sz="900" b="0" i="0">
              <a:solidFill>
                <a:schemeClr val="bg1"/>
              </a:solidFill>
              <a:latin typeface="Poppins" pitchFamily="2" charset="77"/>
            </a:endParaRPr>
          </a:p>
        </p:txBody>
      </p:sp>
      <p:sp>
        <p:nvSpPr>
          <p:cNvPr id="10" name="Shape 7">
            <a:extLst>
              <a:ext uri="{FF2B5EF4-FFF2-40B4-BE49-F238E27FC236}">
                <a16:creationId xmlns:a16="http://schemas.microsoft.com/office/drawing/2014/main" id="{31DBF32D-431B-C00C-8235-504A97A383FA}"/>
              </a:ext>
            </a:extLst>
          </p:cNvPr>
          <p:cNvSpPr/>
          <p:nvPr userDrawn="1"/>
        </p:nvSpPr>
        <p:spPr>
          <a:xfrm>
            <a:off x="6388067" y="3175000"/>
            <a:ext cx="5003774" cy="787400"/>
          </a:xfrm>
          <a:prstGeom prst="rect">
            <a:avLst/>
          </a:prstGeom>
          <a:noFill/>
          <a:ln/>
        </p:spPr>
        <p:txBody>
          <a:bodyPr/>
          <a:lstStyle/>
          <a:p>
            <a:endParaRPr lang="en-US" sz="900" b="0" i="0">
              <a:solidFill>
                <a:schemeClr val="bg1"/>
              </a:solidFill>
              <a:latin typeface="Poppins" pitchFamily="2" charset="77"/>
            </a:endParaRPr>
          </a:p>
        </p:txBody>
      </p:sp>
      <p:sp>
        <p:nvSpPr>
          <p:cNvPr id="11" name="Text Placeholder 19">
            <a:extLst>
              <a:ext uri="{FF2B5EF4-FFF2-40B4-BE49-F238E27FC236}">
                <a16:creationId xmlns:a16="http://schemas.microsoft.com/office/drawing/2014/main" id="{88338532-6875-9556-864D-46834E85E6FA}"/>
              </a:ext>
            </a:extLst>
          </p:cNvPr>
          <p:cNvSpPr>
            <a:spLocks noGrp="1"/>
          </p:cNvSpPr>
          <p:nvPr>
            <p:ph type="body" sz="quarter" idx="18" hasCustomPrompt="1"/>
          </p:nvPr>
        </p:nvSpPr>
        <p:spPr>
          <a:xfrm>
            <a:off x="741593" y="3162617"/>
            <a:ext cx="5103420" cy="406083"/>
          </a:xfrm>
          <a:prstGeom prst="rect">
            <a:avLst/>
          </a:prstGeom>
          <a:noFill/>
        </p:spPr>
        <p:txBody>
          <a:bodyPr>
            <a:noAutofit/>
          </a:bodyPr>
          <a:lstStyle>
            <a:lvl1pPr marL="0" indent="0" algn="l" defTabSz="457155" rtl="0" eaLnBrk="1" latinLnBrk="0" hangingPunct="1">
              <a:lnSpc>
                <a:spcPct val="100000"/>
              </a:lnSpc>
              <a:buNone/>
              <a:defRPr lang="en-US" sz="2800" b="0" i="0" kern="0" spc="-60" dirty="0" smtClean="0">
                <a:solidFill>
                  <a:schemeClr val="bg1"/>
                </a:solidFill>
                <a:latin typeface="Poppins" pitchFamily="2" charset="77"/>
                <a:ea typeface="Poppins" pitchFamily="2" charset="77"/>
                <a:cs typeface="Poppins" pitchFamily="2" charset="77"/>
              </a:defRPr>
            </a:lvl1pPr>
          </a:lstStyle>
          <a:p>
            <a:pPr lvl="0"/>
            <a:r>
              <a:rPr lang="en-US"/>
              <a:t>Card 1</a:t>
            </a:r>
          </a:p>
        </p:txBody>
      </p:sp>
      <p:sp>
        <p:nvSpPr>
          <p:cNvPr id="13" name="Text Placeholder 19">
            <a:extLst>
              <a:ext uri="{FF2B5EF4-FFF2-40B4-BE49-F238E27FC236}">
                <a16:creationId xmlns:a16="http://schemas.microsoft.com/office/drawing/2014/main" id="{DE7CC92A-08C4-48A8-6070-5737731FC442}"/>
              </a:ext>
            </a:extLst>
          </p:cNvPr>
          <p:cNvSpPr>
            <a:spLocks noGrp="1"/>
          </p:cNvSpPr>
          <p:nvPr>
            <p:ph type="body" sz="quarter" idx="19" hasCustomPrompt="1"/>
          </p:nvPr>
        </p:nvSpPr>
        <p:spPr>
          <a:xfrm>
            <a:off x="741593" y="3655217"/>
            <a:ext cx="5103420" cy="406083"/>
          </a:xfrm>
          <a:prstGeom prst="rect">
            <a:avLst/>
          </a:prstGeom>
          <a:noFill/>
        </p:spPr>
        <p:txBody>
          <a:bodyPr>
            <a:noAutofit/>
          </a:bodyPr>
          <a:lstStyle>
            <a:lvl1pPr marL="0" indent="0" algn="l" defTabSz="457155" rtl="0" eaLnBrk="1" latinLnBrk="0" hangingPunct="1">
              <a:lnSpc>
                <a:spcPct val="100000"/>
              </a:lnSpc>
              <a:buNone/>
              <a:defRPr lang="en-US" sz="2400" b="0" i="0" kern="0" spc="-60" dirty="0" smtClean="0">
                <a:solidFill>
                  <a:schemeClr val="bg2"/>
                </a:solidFill>
                <a:latin typeface="Poppins" pitchFamily="2" charset="77"/>
                <a:ea typeface="Poppins" pitchFamily="2" charset="77"/>
                <a:cs typeface="Poppins" pitchFamily="2" charset="77"/>
              </a:defRPr>
            </a:lvl1pPr>
          </a:lstStyle>
          <a:p>
            <a:pPr lvl="0"/>
            <a:r>
              <a:rPr lang="en-US"/>
              <a:t>Subtitle</a:t>
            </a:r>
          </a:p>
        </p:txBody>
      </p:sp>
      <p:sp>
        <p:nvSpPr>
          <p:cNvPr id="14" name="Text Placeholder 19">
            <a:extLst>
              <a:ext uri="{FF2B5EF4-FFF2-40B4-BE49-F238E27FC236}">
                <a16:creationId xmlns:a16="http://schemas.microsoft.com/office/drawing/2014/main" id="{E4853B97-4C91-69C5-CC20-7A4F69830171}"/>
              </a:ext>
            </a:extLst>
          </p:cNvPr>
          <p:cNvSpPr>
            <a:spLocks noGrp="1"/>
          </p:cNvSpPr>
          <p:nvPr>
            <p:ph type="body" sz="quarter" idx="20" hasCustomPrompt="1"/>
          </p:nvPr>
        </p:nvSpPr>
        <p:spPr>
          <a:xfrm>
            <a:off x="741593" y="4254501"/>
            <a:ext cx="5103420" cy="1211476"/>
          </a:xfrm>
          <a:prstGeom prst="rect">
            <a:avLst/>
          </a:prstGeom>
          <a:noFill/>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pitchFamily="2" charset="77"/>
                <a:ea typeface="Poppins" pitchFamily="2" charset="77"/>
                <a:cs typeface="Poppins" pitchFamily="2" charset="77"/>
              </a:defRPr>
            </a:lvl1pPr>
          </a:lstStyle>
          <a:p>
            <a:pPr lvl="0"/>
            <a:r>
              <a:rPr lang="en-US"/>
              <a:t>Description</a:t>
            </a:r>
          </a:p>
        </p:txBody>
      </p:sp>
      <p:sp>
        <p:nvSpPr>
          <p:cNvPr id="15" name="Text Placeholder 19">
            <a:extLst>
              <a:ext uri="{FF2B5EF4-FFF2-40B4-BE49-F238E27FC236}">
                <a16:creationId xmlns:a16="http://schemas.microsoft.com/office/drawing/2014/main" id="{C2BDF1C3-8BA3-F76F-9AC3-8D1996DDCEDB}"/>
              </a:ext>
            </a:extLst>
          </p:cNvPr>
          <p:cNvSpPr>
            <a:spLocks noGrp="1"/>
          </p:cNvSpPr>
          <p:nvPr>
            <p:ph type="body" sz="quarter" idx="21" hasCustomPrompt="1"/>
          </p:nvPr>
        </p:nvSpPr>
        <p:spPr>
          <a:xfrm>
            <a:off x="6346987" y="3162617"/>
            <a:ext cx="5103420" cy="406083"/>
          </a:xfrm>
          <a:prstGeom prst="rect">
            <a:avLst/>
          </a:prstGeom>
          <a:noFill/>
        </p:spPr>
        <p:txBody>
          <a:bodyPr>
            <a:noAutofit/>
          </a:bodyPr>
          <a:lstStyle>
            <a:lvl1pPr marL="0" indent="0" algn="l" defTabSz="457155" rtl="0" eaLnBrk="1" latinLnBrk="0" hangingPunct="1">
              <a:lnSpc>
                <a:spcPct val="100000"/>
              </a:lnSpc>
              <a:buNone/>
              <a:defRPr lang="en-US" sz="2800" b="0" i="0" kern="0" spc="-60" dirty="0" smtClean="0">
                <a:solidFill>
                  <a:schemeClr val="bg1"/>
                </a:solidFill>
                <a:latin typeface="Poppins" pitchFamily="2" charset="77"/>
                <a:ea typeface="Poppins" pitchFamily="2" charset="77"/>
                <a:cs typeface="Poppins" pitchFamily="2" charset="77"/>
              </a:defRPr>
            </a:lvl1pPr>
          </a:lstStyle>
          <a:p>
            <a:pPr lvl="0"/>
            <a:r>
              <a:rPr lang="en-US"/>
              <a:t>Card 2</a:t>
            </a:r>
          </a:p>
        </p:txBody>
      </p:sp>
      <p:sp>
        <p:nvSpPr>
          <p:cNvPr id="16" name="Text Placeholder 19">
            <a:extLst>
              <a:ext uri="{FF2B5EF4-FFF2-40B4-BE49-F238E27FC236}">
                <a16:creationId xmlns:a16="http://schemas.microsoft.com/office/drawing/2014/main" id="{C7CBDEC1-4221-7E4C-98F2-C79E486E1622}"/>
              </a:ext>
            </a:extLst>
          </p:cNvPr>
          <p:cNvSpPr>
            <a:spLocks noGrp="1"/>
          </p:cNvSpPr>
          <p:nvPr>
            <p:ph type="body" sz="quarter" idx="22" hasCustomPrompt="1"/>
          </p:nvPr>
        </p:nvSpPr>
        <p:spPr>
          <a:xfrm>
            <a:off x="6346987" y="3655217"/>
            <a:ext cx="5103420" cy="406083"/>
          </a:xfrm>
          <a:prstGeom prst="rect">
            <a:avLst/>
          </a:prstGeom>
          <a:noFill/>
        </p:spPr>
        <p:txBody>
          <a:bodyPr>
            <a:noAutofit/>
          </a:bodyPr>
          <a:lstStyle>
            <a:lvl1pPr marL="0" indent="0" algn="l" defTabSz="457155" rtl="0" eaLnBrk="1" latinLnBrk="0" hangingPunct="1">
              <a:lnSpc>
                <a:spcPct val="100000"/>
              </a:lnSpc>
              <a:buNone/>
              <a:defRPr lang="en-US" sz="2400" b="0" i="0" kern="0" spc="-60" dirty="0" smtClean="0">
                <a:solidFill>
                  <a:schemeClr val="bg2"/>
                </a:solidFill>
                <a:latin typeface="Poppins" pitchFamily="2" charset="77"/>
                <a:ea typeface="Poppins" pitchFamily="2" charset="77"/>
                <a:cs typeface="Poppins" pitchFamily="2" charset="77"/>
              </a:defRPr>
            </a:lvl1pPr>
          </a:lstStyle>
          <a:p>
            <a:pPr lvl="0"/>
            <a:r>
              <a:rPr lang="en-US"/>
              <a:t>Subtitle</a:t>
            </a:r>
          </a:p>
        </p:txBody>
      </p:sp>
      <p:sp>
        <p:nvSpPr>
          <p:cNvPr id="19" name="Text Placeholder 19">
            <a:extLst>
              <a:ext uri="{FF2B5EF4-FFF2-40B4-BE49-F238E27FC236}">
                <a16:creationId xmlns:a16="http://schemas.microsoft.com/office/drawing/2014/main" id="{F06152B0-43D9-B355-9F71-851DF7CDB9A2}"/>
              </a:ext>
            </a:extLst>
          </p:cNvPr>
          <p:cNvSpPr>
            <a:spLocks noGrp="1"/>
          </p:cNvSpPr>
          <p:nvPr>
            <p:ph type="body" sz="quarter" idx="23" hasCustomPrompt="1"/>
          </p:nvPr>
        </p:nvSpPr>
        <p:spPr>
          <a:xfrm>
            <a:off x="6346987" y="4254501"/>
            <a:ext cx="5103420" cy="1211476"/>
          </a:xfrm>
          <a:prstGeom prst="rect">
            <a:avLst/>
          </a:prstGeom>
          <a:noFill/>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pitchFamily="2" charset="77"/>
                <a:ea typeface="Poppins" pitchFamily="2" charset="77"/>
                <a:cs typeface="Poppins" pitchFamily="2" charset="77"/>
              </a:defRPr>
            </a:lvl1pPr>
          </a:lstStyle>
          <a:p>
            <a:pPr lvl="0"/>
            <a:r>
              <a:rPr lang="en-US"/>
              <a:t>Description</a:t>
            </a:r>
          </a:p>
        </p:txBody>
      </p:sp>
    </p:spTree>
    <p:extLst>
      <p:ext uri="{BB962C8B-B14F-4D97-AF65-F5344CB8AC3E}">
        <p14:creationId xmlns:p14="http://schemas.microsoft.com/office/powerpoint/2010/main" val="15099531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blocks text">
    <p:bg>
      <p:bgPr>
        <a:solidFill>
          <a:schemeClr val="tx2"/>
        </a:solidFill>
        <a:effectLst/>
      </p:bgPr>
    </p:bg>
    <p:spTree>
      <p:nvGrpSpPr>
        <p:cNvPr id="1" name=""/>
        <p:cNvGrpSpPr/>
        <p:nvPr/>
      </p:nvGrpSpPr>
      <p:grpSpPr>
        <a:xfrm>
          <a:off x="0" y="0"/>
          <a:ext cx="0" cy="0"/>
          <a:chOff x="0" y="0"/>
          <a:chExt cx="0" cy="0"/>
        </a:xfrm>
      </p:grpSpPr>
      <p:sp>
        <p:nvSpPr>
          <p:cNvPr id="9" name="Text Placeholder 19">
            <a:extLst>
              <a:ext uri="{FF2B5EF4-FFF2-40B4-BE49-F238E27FC236}">
                <a16:creationId xmlns:a16="http://schemas.microsoft.com/office/drawing/2014/main" id="{DA3749EA-BC9E-3D74-59C3-C2103C4416C4}"/>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10" name="Text Placeholder 19">
            <a:extLst>
              <a:ext uri="{FF2B5EF4-FFF2-40B4-BE49-F238E27FC236}">
                <a16:creationId xmlns:a16="http://schemas.microsoft.com/office/drawing/2014/main" id="{D91802E8-F5CE-6F50-9925-12150F608950}"/>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
        <p:nvSpPr>
          <p:cNvPr id="11" name="Rounded Rectangle 26">
            <a:extLst>
              <a:ext uri="{FF2B5EF4-FFF2-40B4-BE49-F238E27FC236}">
                <a16:creationId xmlns:a16="http://schemas.microsoft.com/office/drawing/2014/main" id="{B5419488-3951-7E1F-C5C9-1A205975EFA7}"/>
              </a:ext>
            </a:extLst>
          </p:cNvPr>
          <p:cNvSpPr/>
          <p:nvPr userDrawn="1"/>
        </p:nvSpPr>
        <p:spPr>
          <a:xfrm>
            <a:off x="570209" y="2946401"/>
            <a:ext cx="3522651" cy="2616200"/>
          </a:xfrm>
          <a:prstGeom prst="roundRect">
            <a:avLst>
              <a:gd name="adj" fmla="val 5374"/>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12" name="Rounded Rectangle 27">
            <a:extLst>
              <a:ext uri="{FF2B5EF4-FFF2-40B4-BE49-F238E27FC236}">
                <a16:creationId xmlns:a16="http://schemas.microsoft.com/office/drawing/2014/main" id="{0637A94F-B2FB-DFE3-8EC4-D99CB2D4897A}"/>
              </a:ext>
            </a:extLst>
          </p:cNvPr>
          <p:cNvSpPr/>
          <p:nvPr userDrawn="1"/>
        </p:nvSpPr>
        <p:spPr>
          <a:xfrm>
            <a:off x="4322747" y="2946401"/>
            <a:ext cx="3522651" cy="2616200"/>
          </a:xfrm>
          <a:prstGeom prst="roundRect">
            <a:avLst>
              <a:gd name="adj" fmla="val 5374"/>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13" name="Shape 2">
            <a:extLst>
              <a:ext uri="{FF2B5EF4-FFF2-40B4-BE49-F238E27FC236}">
                <a16:creationId xmlns:a16="http://schemas.microsoft.com/office/drawing/2014/main" id="{51C6600E-9F48-7D8A-1508-00EF8A36726A}"/>
              </a:ext>
            </a:extLst>
          </p:cNvPr>
          <p:cNvSpPr/>
          <p:nvPr userDrawn="1"/>
        </p:nvSpPr>
        <p:spPr>
          <a:xfrm>
            <a:off x="800096" y="3175000"/>
            <a:ext cx="3227732" cy="787400"/>
          </a:xfrm>
          <a:prstGeom prst="rect">
            <a:avLst/>
          </a:prstGeom>
          <a:noFill/>
          <a:ln/>
        </p:spPr>
        <p:txBody>
          <a:bodyPr/>
          <a:lstStyle/>
          <a:p>
            <a:endParaRPr lang="en-US" sz="900" b="0" i="0">
              <a:solidFill>
                <a:schemeClr val="bg1"/>
              </a:solidFill>
              <a:latin typeface="Poppins" pitchFamily="2" charset="77"/>
            </a:endParaRPr>
          </a:p>
        </p:txBody>
      </p:sp>
      <p:sp>
        <p:nvSpPr>
          <p:cNvPr id="14" name="Shape 7">
            <a:extLst>
              <a:ext uri="{FF2B5EF4-FFF2-40B4-BE49-F238E27FC236}">
                <a16:creationId xmlns:a16="http://schemas.microsoft.com/office/drawing/2014/main" id="{DAED88CB-9F1A-697B-9457-1E6061A67CE2}"/>
              </a:ext>
            </a:extLst>
          </p:cNvPr>
          <p:cNvSpPr/>
          <p:nvPr userDrawn="1"/>
        </p:nvSpPr>
        <p:spPr>
          <a:xfrm>
            <a:off x="4554920" y="3175000"/>
            <a:ext cx="3227732" cy="787400"/>
          </a:xfrm>
          <a:prstGeom prst="rect">
            <a:avLst/>
          </a:prstGeom>
          <a:noFill/>
          <a:ln/>
        </p:spPr>
        <p:txBody>
          <a:bodyPr/>
          <a:lstStyle/>
          <a:p>
            <a:endParaRPr lang="en-US" sz="900" b="0" i="0">
              <a:solidFill>
                <a:schemeClr val="bg1"/>
              </a:solidFill>
              <a:latin typeface="Poppins" pitchFamily="2" charset="77"/>
            </a:endParaRPr>
          </a:p>
        </p:txBody>
      </p:sp>
      <p:sp>
        <p:nvSpPr>
          <p:cNvPr id="15" name="Text Placeholder 19">
            <a:extLst>
              <a:ext uri="{FF2B5EF4-FFF2-40B4-BE49-F238E27FC236}">
                <a16:creationId xmlns:a16="http://schemas.microsoft.com/office/drawing/2014/main" id="{A4304E5D-5DA3-4A9F-11DB-1F95BBE63FAA}"/>
              </a:ext>
            </a:extLst>
          </p:cNvPr>
          <p:cNvSpPr>
            <a:spLocks noGrp="1"/>
          </p:cNvSpPr>
          <p:nvPr>
            <p:ph type="body" sz="quarter" idx="18" hasCustomPrompt="1"/>
          </p:nvPr>
        </p:nvSpPr>
        <p:spPr>
          <a:xfrm>
            <a:off x="741593" y="3162617"/>
            <a:ext cx="3292009"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bg1"/>
                </a:solidFill>
                <a:latin typeface="Poppins" pitchFamily="2" charset="77"/>
                <a:ea typeface="Poppins" pitchFamily="2" charset="77"/>
                <a:cs typeface="Poppins" pitchFamily="2" charset="77"/>
              </a:defRPr>
            </a:lvl1pPr>
          </a:lstStyle>
          <a:p>
            <a:pPr lvl="0"/>
            <a:r>
              <a:rPr lang="en-US"/>
              <a:t>Card 1</a:t>
            </a:r>
          </a:p>
        </p:txBody>
      </p:sp>
      <p:sp>
        <p:nvSpPr>
          <p:cNvPr id="16" name="Text Placeholder 19">
            <a:extLst>
              <a:ext uri="{FF2B5EF4-FFF2-40B4-BE49-F238E27FC236}">
                <a16:creationId xmlns:a16="http://schemas.microsoft.com/office/drawing/2014/main" id="{1C85F9A9-6055-BA4B-9398-71671EA8FE47}"/>
              </a:ext>
            </a:extLst>
          </p:cNvPr>
          <p:cNvSpPr>
            <a:spLocks noGrp="1"/>
          </p:cNvSpPr>
          <p:nvPr>
            <p:ph type="body" sz="quarter" idx="19" hasCustomPrompt="1"/>
          </p:nvPr>
        </p:nvSpPr>
        <p:spPr>
          <a:xfrm>
            <a:off x="741593" y="3655217"/>
            <a:ext cx="3292009"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bg2"/>
                </a:solidFill>
                <a:latin typeface="Poppins" pitchFamily="2" charset="77"/>
                <a:ea typeface="Poppins" pitchFamily="2" charset="77"/>
                <a:cs typeface="Poppins" pitchFamily="2" charset="77"/>
              </a:defRPr>
            </a:lvl1pPr>
          </a:lstStyle>
          <a:p>
            <a:pPr lvl="0"/>
            <a:r>
              <a:rPr lang="en-US"/>
              <a:t>Subtitle</a:t>
            </a:r>
          </a:p>
        </p:txBody>
      </p:sp>
      <p:sp>
        <p:nvSpPr>
          <p:cNvPr id="18" name="Text Placeholder 19">
            <a:extLst>
              <a:ext uri="{FF2B5EF4-FFF2-40B4-BE49-F238E27FC236}">
                <a16:creationId xmlns:a16="http://schemas.microsoft.com/office/drawing/2014/main" id="{BAD0304E-8DB1-C152-8B86-7D8B72A1ECA2}"/>
              </a:ext>
            </a:extLst>
          </p:cNvPr>
          <p:cNvSpPr>
            <a:spLocks noGrp="1"/>
          </p:cNvSpPr>
          <p:nvPr>
            <p:ph type="body" sz="quarter" idx="20" hasCustomPrompt="1"/>
          </p:nvPr>
        </p:nvSpPr>
        <p:spPr>
          <a:xfrm>
            <a:off x="741593" y="4254501"/>
            <a:ext cx="3292009"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pitchFamily="2" charset="77"/>
                <a:ea typeface="Poppins" pitchFamily="2" charset="77"/>
                <a:cs typeface="Poppins" pitchFamily="2" charset="77"/>
              </a:defRPr>
            </a:lvl1pPr>
          </a:lstStyle>
          <a:p>
            <a:pPr lvl="0"/>
            <a:r>
              <a:rPr lang="en-US"/>
              <a:t>Description</a:t>
            </a:r>
          </a:p>
        </p:txBody>
      </p:sp>
      <p:sp>
        <p:nvSpPr>
          <p:cNvPr id="19" name="Text Placeholder 19">
            <a:extLst>
              <a:ext uri="{FF2B5EF4-FFF2-40B4-BE49-F238E27FC236}">
                <a16:creationId xmlns:a16="http://schemas.microsoft.com/office/drawing/2014/main" id="{5E11DA78-CBEE-A532-3A04-B206F967CA43}"/>
              </a:ext>
            </a:extLst>
          </p:cNvPr>
          <p:cNvSpPr>
            <a:spLocks noGrp="1"/>
          </p:cNvSpPr>
          <p:nvPr>
            <p:ph type="body" sz="quarter" idx="21" hasCustomPrompt="1"/>
          </p:nvPr>
        </p:nvSpPr>
        <p:spPr>
          <a:xfrm>
            <a:off x="4513840" y="3162617"/>
            <a:ext cx="3292009"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bg1"/>
                </a:solidFill>
                <a:latin typeface="Poppins" pitchFamily="2" charset="77"/>
                <a:ea typeface="Poppins" pitchFamily="2" charset="77"/>
                <a:cs typeface="Poppins" pitchFamily="2" charset="77"/>
              </a:defRPr>
            </a:lvl1pPr>
          </a:lstStyle>
          <a:p>
            <a:pPr lvl="0"/>
            <a:r>
              <a:rPr lang="en-US"/>
              <a:t>Card 2</a:t>
            </a:r>
          </a:p>
        </p:txBody>
      </p:sp>
      <p:sp>
        <p:nvSpPr>
          <p:cNvPr id="20" name="Text Placeholder 19">
            <a:extLst>
              <a:ext uri="{FF2B5EF4-FFF2-40B4-BE49-F238E27FC236}">
                <a16:creationId xmlns:a16="http://schemas.microsoft.com/office/drawing/2014/main" id="{DCAF1E6E-B297-A570-2035-C66701F99C48}"/>
              </a:ext>
            </a:extLst>
          </p:cNvPr>
          <p:cNvSpPr>
            <a:spLocks noGrp="1"/>
          </p:cNvSpPr>
          <p:nvPr>
            <p:ph type="body" sz="quarter" idx="22" hasCustomPrompt="1"/>
          </p:nvPr>
        </p:nvSpPr>
        <p:spPr>
          <a:xfrm>
            <a:off x="4513840" y="3655217"/>
            <a:ext cx="3292009"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bg2"/>
                </a:solidFill>
                <a:latin typeface="Poppins" pitchFamily="2" charset="77"/>
                <a:ea typeface="Poppins" pitchFamily="2" charset="77"/>
                <a:cs typeface="Poppins" pitchFamily="2" charset="77"/>
              </a:defRPr>
            </a:lvl1pPr>
          </a:lstStyle>
          <a:p>
            <a:pPr lvl="0"/>
            <a:r>
              <a:rPr lang="en-US"/>
              <a:t>Subtitle</a:t>
            </a:r>
          </a:p>
        </p:txBody>
      </p:sp>
      <p:sp>
        <p:nvSpPr>
          <p:cNvPr id="21" name="Text Placeholder 19">
            <a:extLst>
              <a:ext uri="{FF2B5EF4-FFF2-40B4-BE49-F238E27FC236}">
                <a16:creationId xmlns:a16="http://schemas.microsoft.com/office/drawing/2014/main" id="{B09427C6-F907-DD5D-1A6C-6C161ADE9BAA}"/>
              </a:ext>
            </a:extLst>
          </p:cNvPr>
          <p:cNvSpPr>
            <a:spLocks noGrp="1"/>
          </p:cNvSpPr>
          <p:nvPr>
            <p:ph type="body" sz="quarter" idx="23" hasCustomPrompt="1"/>
          </p:nvPr>
        </p:nvSpPr>
        <p:spPr>
          <a:xfrm>
            <a:off x="4513840" y="4254501"/>
            <a:ext cx="3292009"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pitchFamily="2" charset="77"/>
                <a:ea typeface="Poppins" pitchFamily="2" charset="77"/>
                <a:cs typeface="Poppins" pitchFamily="2" charset="77"/>
              </a:defRPr>
            </a:lvl1pPr>
          </a:lstStyle>
          <a:p>
            <a:pPr lvl="0"/>
            <a:r>
              <a:rPr lang="en-US"/>
              <a:t>Description</a:t>
            </a:r>
          </a:p>
        </p:txBody>
      </p:sp>
      <p:sp>
        <p:nvSpPr>
          <p:cNvPr id="25" name="Rounded Rectangle 27">
            <a:extLst>
              <a:ext uri="{FF2B5EF4-FFF2-40B4-BE49-F238E27FC236}">
                <a16:creationId xmlns:a16="http://schemas.microsoft.com/office/drawing/2014/main" id="{49E3689D-40A0-796D-D0AE-602C7098472F}"/>
              </a:ext>
            </a:extLst>
          </p:cNvPr>
          <p:cNvSpPr/>
          <p:nvPr userDrawn="1"/>
        </p:nvSpPr>
        <p:spPr>
          <a:xfrm>
            <a:off x="8075285" y="2946401"/>
            <a:ext cx="3522651" cy="2616200"/>
          </a:xfrm>
          <a:prstGeom prst="roundRect">
            <a:avLst>
              <a:gd name="adj" fmla="val 5374"/>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0" i="0">
              <a:solidFill>
                <a:schemeClr val="bg1"/>
              </a:solidFill>
              <a:latin typeface="Poppins" pitchFamily="2" charset="77"/>
            </a:endParaRPr>
          </a:p>
        </p:txBody>
      </p:sp>
      <p:sp>
        <p:nvSpPr>
          <p:cNvPr id="26" name="Shape 7">
            <a:extLst>
              <a:ext uri="{FF2B5EF4-FFF2-40B4-BE49-F238E27FC236}">
                <a16:creationId xmlns:a16="http://schemas.microsoft.com/office/drawing/2014/main" id="{35BFF50F-6084-4CE9-0CE8-607284CBCE62}"/>
              </a:ext>
            </a:extLst>
          </p:cNvPr>
          <p:cNvSpPr/>
          <p:nvPr userDrawn="1"/>
        </p:nvSpPr>
        <p:spPr>
          <a:xfrm>
            <a:off x="8307458" y="3175000"/>
            <a:ext cx="3227732" cy="787400"/>
          </a:xfrm>
          <a:prstGeom prst="rect">
            <a:avLst/>
          </a:prstGeom>
          <a:noFill/>
          <a:ln/>
        </p:spPr>
        <p:txBody>
          <a:bodyPr/>
          <a:lstStyle/>
          <a:p>
            <a:endParaRPr lang="en-US" sz="900" b="0" i="0">
              <a:solidFill>
                <a:schemeClr val="bg1"/>
              </a:solidFill>
              <a:latin typeface="Poppins" pitchFamily="2" charset="77"/>
            </a:endParaRPr>
          </a:p>
        </p:txBody>
      </p:sp>
      <p:sp>
        <p:nvSpPr>
          <p:cNvPr id="32" name="Text Placeholder 19">
            <a:extLst>
              <a:ext uri="{FF2B5EF4-FFF2-40B4-BE49-F238E27FC236}">
                <a16:creationId xmlns:a16="http://schemas.microsoft.com/office/drawing/2014/main" id="{F870274A-204B-6EAC-F7AE-C586C89F0397}"/>
              </a:ext>
            </a:extLst>
          </p:cNvPr>
          <p:cNvSpPr>
            <a:spLocks noGrp="1"/>
          </p:cNvSpPr>
          <p:nvPr>
            <p:ph type="body" sz="quarter" idx="24" hasCustomPrompt="1"/>
          </p:nvPr>
        </p:nvSpPr>
        <p:spPr>
          <a:xfrm>
            <a:off x="8266378" y="3162617"/>
            <a:ext cx="3292009" cy="406083"/>
          </a:xfrm>
          <a:prstGeom prst="rect">
            <a:avLst/>
          </a:prstGeom>
        </p:spPr>
        <p:txBody>
          <a:bodyPr>
            <a:noAutofit/>
          </a:bodyPr>
          <a:lstStyle>
            <a:lvl1pPr marL="0" indent="0" algn="l" defTabSz="457155" rtl="0" eaLnBrk="1" latinLnBrk="0" hangingPunct="1">
              <a:lnSpc>
                <a:spcPct val="100000"/>
              </a:lnSpc>
              <a:buNone/>
              <a:defRPr lang="en-US" sz="2800" b="0" i="0" kern="0" spc="-60" dirty="0" smtClean="0">
                <a:solidFill>
                  <a:schemeClr val="bg1"/>
                </a:solidFill>
                <a:latin typeface="Poppins" pitchFamily="2" charset="77"/>
                <a:ea typeface="Poppins" pitchFamily="2" charset="77"/>
                <a:cs typeface="Poppins" pitchFamily="2" charset="77"/>
              </a:defRPr>
            </a:lvl1pPr>
          </a:lstStyle>
          <a:p>
            <a:pPr lvl="0"/>
            <a:r>
              <a:rPr lang="en-US"/>
              <a:t>Card 3</a:t>
            </a:r>
          </a:p>
        </p:txBody>
      </p:sp>
      <p:sp>
        <p:nvSpPr>
          <p:cNvPr id="33" name="Text Placeholder 19">
            <a:extLst>
              <a:ext uri="{FF2B5EF4-FFF2-40B4-BE49-F238E27FC236}">
                <a16:creationId xmlns:a16="http://schemas.microsoft.com/office/drawing/2014/main" id="{CDBCCFA8-4E7F-C923-1F56-321A7A8274FD}"/>
              </a:ext>
            </a:extLst>
          </p:cNvPr>
          <p:cNvSpPr>
            <a:spLocks noGrp="1"/>
          </p:cNvSpPr>
          <p:nvPr>
            <p:ph type="body" sz="quarter" idx="25" hasCustomPrompt="1"/>
          </p:nvPr>
        </p:nvSpPr>
        <p:spPr>
          <a:xfrm>
            <a:off x="8266378" y="3655217"/>
            <a:ext cx="3292009" cy="406083"/>
          </a:xfrm>
          <a:prstGeom prst="rect">
            <a:avLst/>
          </a:prstGeom>
        </p:spPr>
        <p:txBody>
          <a:bodyPr>
            <a:noAutofit/>
          </a:bodyPr>
          <a:lstStyle>
            <a:lvl1pPr marL="0" indent="0" algn="l" defTabSz="457155" rtl="0" eaLnBrk="1" latinLnBrk="0" hangingPunct="1">
              <a:lnSpc>
                <a:spcPct val="100000"/>
              </a:lnSpc>
              <a:buNone/>
              <a:defRPr lang="en-US" sz="2400" b="0" i="0" kern="0" spc="-60" dirty="0" smtClean="0">
                <a:solidFill>
                  <a:schemeClr val="bg2"/>
                </a:solidFill>
                <a:latin typeface="Poppins" pitchFamily="2" charset="77"/>
                <a:ea typeface="Poppins" pitchFamily="2" charset="77"/>
                <a:cs typeface="Poppins" pitchFamily="2" charset="77"/>
              </a:defRPr>
            </a:lvl1pPr>
          </a:lstStyle>
          <a:p>
            <a:pPr lvl="0"/>
            <a:r>
              <a:rPr lang="en-US"/>
              <a:t>Subtitle</a:t>
            </a:r>
          </a:p>
        </p:txBody>
      </p:sp>
      <p:sp>
        <p:nvSpPr>
          <p:cNvPr id="34" name="Text Placeholder 19">
            <a:extLst>
              <a:ext uri="{FF2B5EF4-FFF2-40B4-BE49-F238E27FC236}">
                <a16:creationId xmlns:a16="http://schemas.microsoft.com/office/drawing/2014/main" id="{79E90848-FBA9-6784-E936-67CF4A5595DA}"/>
              </a:ext>
            </a:extLst>
          </p:cNvPr>
          <p:cNvSpPr>
            <a:spLocks noGrp="1"/>
          </p:cNvSpPr>
          <p:nvPr>
            <p:ph type="body" sz="quarter" idx="26" hasCustomPrompt="1"/>
          </p:nvPr>
        </p:nvSpPr>
        <p:spPr>
          <a:xfrm>
            <a:off x="8266378" y="4254501"/>
            <a:ext cx="3292009"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pitchFamily="2" charset="77"/>
                <a:ea typeface="Poppins" pitchFamily="2" charset="77"/>
                <a:cs typeface="Poppins" pitchFamily="2" charset="77"/>
              </a:defRPr>
            </a:lvl1pPr>
          </a:lstStyle>
          <a:p>
            <a:pPr lvl="0"/>
            <a:r>
              <a:rPr lang="en-US"/>
              <a:t>Description</a:t>
            </a:r>
          </a:p>
        </p:txBody>
      </p:sp>
    </p:spTree>
    <p:extLst>
      <p:ext uri="{BB962C8B-B14F-4D97-AF65-F5344CB8AC3E}">
        <p14:creationId xmlns:p14="http://schemas.microsoft.com/office/powerpoint/2010/main" val="28564424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 points">
    <p:bg>
      <p:bgPr>
        <a:solidFill>
          <a:schemeClr val="tx2"/>
        </a:solidFill>
        <a:effectLst/>
      </p:bgPr>
    </p:bg>
    <p:spTree>
      <p:nvGrpSpPr>
        <p:cNvPr id="1" name=""/>
        <p:cNvGrpSpPr/>
        <p:nvPr/>
      </p:nvGrpSpPr>
      <p:grpSpPr>
        <a:xfrm>
          <a:off x="0" y="0"/>
          <a:ext cx="0" cy="0"/>
          <a:chOff x="0" y="0"/>
          <a:chExt cx="0" cy="0"/>
        </a:xfrm>
      </p:grpSpPr>
      <p:sp>
        <p:nvSpPr>
          <p:cNvPr id="3" name="Text Placeholder 19">
            <a:extLst>
              <a:ext uri="{FF2B5EF4-FFF2-40B4-BE49-F238E27FC236}">
                <a16:creationId xmlns:a16="http://schemas.microsoft.com/office/drawing/2014/main" id="{1CE68035-5C66-16BC-0189-93A367333B7B}"/>
              </a:ext>
            </a:extLst>
          </p:cNvPr>
          <p:cNvSpPr>
            <a:spLocks noGrp="1"/>
          </p:cNvSpPr>
          <p:nvPr>
            <p:ph type="body" sz="quarter" idx="19" hasCustomPrompt="1"/>
          </p:nvPr>
        </p:nvSpPr>
        <p:spPr>
          <a:xfrm>
            <a:off x="524915"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1"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01</a:t>
            </a:r>
          </a:p>
        </p:txBody>
      </p:sp>
      <p:sp>
        <p:nvSpPr>
          <p:cNvPr id="26" name="Text Placeholder 19">
            <a:extLst>
              <a:ext uri="{FF2B5EF4-FFF2-40B4-BE49-F238E27FC236}">
                <a16:creationId xmlns:a16="http://schemas.microsoft.com/office/drawing/2014/main" id="{1A458391-216E-C845-856C-2A4E798510CD}"/>
              </a:ext>
            </a:extLst>
          </p:cNvPr>
          <p:cNvSpPr>
            <a:spLocks noGrp="1"/>
          </p:cNvSpPr>
          <p:nvPr>
            <p:ph type="body" sz="quarter" idx="24" hasCustomPrompt="1"/>
          </p:nvPr>
        </p:nvSpPr>
        <p:spPr>
          <a:xfrm>
            <a:off x="2383618"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1"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02</a:t>
            </a:r>
          </a:p>
        </p:txBody>
      </p:sp>
      <p:sp>
        <p:nvSpPr>
          <p:cNvPr id="29" name="Text Placeholder 19">
            <a:extLst>
              <a:ext uri="{FF2B5EF4-FFF2-40B4-BE49-F238E27FC236}">
                <a16:creationId xmlns:a16="http://schemas.microsoft.com/office/drawing/2014/main" id="{6CCC77AF-444A-D86E-7572-EFF8B6390E08}"/>
              </a:ext>
            </a:extLst>
          </p:cNvPr>
          <p:cNvSpPr>
            <a:spLocks noGrp="1"/>
          </p:cNvSpPr>
          <p:nvPr>
            <p:ph type="body" sz="quarter" idx="27" hasCustomPrompt="1"/>
          </p:nvPr>
        </p:nvSpPr>
        <p:spPr>
          <a:xfrm>
            <a:off x="4247345"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1"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03</a:t>
            </a:r>
          </a:p>
        </p:txBody>
      </p:sp>
      <p:sp>
        <p:nvSpPr>
          <p:cNvPr id="32" name="Text Placeholder 19">
            <a:extLst>
              <a:ext uri="{FF2B5EF4-FFF2-40B4-BE49-F238E27FC236}">
                <a16:creationId xmlns:a16="http://schemas.microsoft.com/office/drawing/2014/main" id="{E4C9B303-6F54-1ECD-0DEF-CC04F2DF72EF}"/>
              </a:ext>
            </a:extLst>
          </p:cNvPr>
          <p:cNvSpPr>
            <a:spLocks noGrp="1"/>
          </p:cNvSpPr>
          <p:nvPr>
            <p:ph type="body" sz="quarter" idx="30" hasCustomPrompt="1"/>
          </p:nvPr>
        </p:nvSpPr>
        <p:spPr>
          <a:xfrm>
            <a:off x="6106048"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1"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04</a:t>
            </a:r>
          </a:p>
        </p:txBody>
      </p:sp>
      <p:sp>
        <p:nvSpPr>
          <p:cNvPr id="35" name="Text Placeholder 19">
            <a:extLst>
              <a:ext uri="{FF2B5EF4-FFF2-40B4-BE49-F238E27FC236}">
                <a16:creationId xmlns:a16="http://schemas.microsoft.com/office/drawing/2014/main" id="{F82DE218-3924-5725-018E-C4DC95C3A0D7}"/>
              </a:ext>
            </a:extLst>
          </p:cNvPr>
          <p:cNvSpPr>
            <a:spLocks noGrp="1"/>
          </p:cNvSpPr>
          <p:nvPr>
            <p:ph type="body" sz="quarter" idx="33" hasCustomPrompt="1"/>
          </p:nvPr>
        </p:nvSpPr>
        <p:spPr>
          <a:xfrm>
            <a:off x="7969774"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1"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05</a:t>
            </a:r>
          </a:p>
        </p:txBody>
      </p:sp>
      <p:sp>
        <p:nvSpPr>
          <p:cNvPr id="38" name="Text Placeholder 19">
            <a:extLst>
              <a:ext uri="{FF2B5EF4-FFF2-40B4-BE49-F238E27FC236}">
                <a16:creationId xmlns:a16="http://schemas.microsoft.com/office/drawing/2014/main" id="{E2FA7884-3D92-14BF-D759-0C98BDFE7DCB}"/>
              </a:ext>
            </a:extLst>
          </p:cNvPr>
          <p:cNvSpPr>
            <a:spLocks noGrp="1"/>
          </p:cNvSpPr>
          <p:nvPr>
            <p:ph type="body" sz="quarter" idx="36" hasCustomPrompt="1"/>
          </p:nvPr>
        </p:nvSpPr>
        <p:spPr>
          <a:xfrm>
            <a:off x="9833501" y="3516186"/>
            <a:ext cx="1740694" cy="317500"/>
          </a:xfrm>
          <a:prstGeom prst="rect">
            <a:avLst/>
          </a:prstGeom>
        </p:spPr>
        <p:txBody>
          <a:bodyPr>
            <a:noAutofit/>
          </a:bodyPr>
          <a:lstStyle>
            <a:lvl1pPr marL="0" indent="0" algn="l" defTabSz="457155" rtl="0" eaLnBrk="1" latinLnBrk="0" hangingPunct="1">
              <a:lnSpc>
                <a:spcPts val="2200"/>
              </a:lnSpc>
              <a:spcBef>
                <a:spcPct val="20000"/>
              </a:spcBef>
              <a:buFont typeface="Arial" pitchFamily="34" charset="0"/>
              <a:buNone/>
              <a:defRPr lang="en-US" sz="2800" b="1"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06</a:t>
            </a:r>
          </a:p>
        </p:txBody>
      </p:sp>
      <p:sp>
        <p:nvSpPr>
          <p:cNvPr id="5" name="Text Placeholder 19">
            <a:extLst>
              <a:ext uri="{FF2B5EF4-FFF2-40B4-BE49-F238E27FC236}">
                <a16:creationId xmlns:a16="http://schemas.microsoft.com/office/drawing/2014/main" id="{27C419AC-C1EA-29FF-B315-EA94B734DECF}"/>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6" name="Text Placeholder 19">
            <a:extLst>
              <a:ext uri="{FF2B5EF4-FFF2-40B4-BE49-F238E27FC236}">
                <a16:creationId xmlns:a16="http://schemas.microsoft.com/office/drawing/2014/main" id="{31DDD263-1179-D4D7-99CC-02D6377D2A48}"/>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
        <p:nvSpPr>
          <p:cNvPr id="9" name="Text Placeholder 19">
            <a:extLst>
              <a:ext uri="{FF2B5EF4-FFF2-40B4-BE49-F238E27FC236}">
                <a16:creationId xmlns:a16="http://schemas.microsoft.com/office/drawing/2014/main" id="{A57FE674-63FC-4876-1C69-DE03C588E5CA}"/>
              </a:ext>
            </a:extLst>
          </p:cNvPr>
          <p:cNvSpPr>
            <a:spLocks noGrp="1"/>
          </p:cNvSpPr>
          <p:nvPr>
            <p:ph type="body" sz="quarter" idx="16" hasCustomPrompt="1"/>
          </p:nvPr>
        </p:nvSpPr>
        <p:spPr>
          <a:xfrm>
            <a:off x="519889"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10" name="Text Placeholder 19">
            <a:extLst>
              <a:ext uri="{FF2B5EF4-FFF2-40B4-BE49-F238E27FC236}">
                <a16:creationId xmlns:a16="http://schemas.microsoft.com/office/drawing/2014/main" id="{0A4BD9EC-3D48-08EA-FC9E-3A16594327BB}"/>
              </a:ext>
            </a:extLst>
          </p:cNvPr>
          <p:cNvSpPr>
            <a:spLocks noGrp="1"/>
          </p:cNvSpPr>
          <p:nvPr>
            <p:ph type="body" sz="quarter" idx="23" hasCustomPrompt="1"/>
          </p:nvPr>
        </p:nvSpPr>
        <p:spPr>
          <a:xfrm>
            <a:off x="2378592"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11" name="Text Placeholder 19">
            <a:extLst>
              <a:ext uri="{FF2B5EF4-FFF2-40B4-BE49-F238E27FC236}">
                <a16:creationId xmlns:a16="http://schemas.microsoft.com/office/drawing/2014/main" id="{9389439F-0878-B7E5-2B62-DBA24AD2FCD3}"/>
              </a:ext>
            </a:extLst>
          </p:cNvPr>
          <p:cNvSpPr>
            <a:spLocks noGrp="1"/>
          </p:cNvSpPr>
          <p:nvPr>
            <p:ph type="body" sz="quarter" idx="26" hasCustomPrompt="1"/>
          </p:nvPr>
        </p:nvSpPr>
        <p:spPr>
          <a:xfrm>
            <a:off x="4242319"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12" name="Text Placeholder 19">
            <a:extLst>
              <a:ext uri="{FF2B5EF4-FFF2-40B4-BE49-F238E27FC236}">
                <a16:creationId xmlns:a16="http://schemas.microsoft.com/office/drawing/2014/main" id="{970B66ED-A92F-E2F8-B25D-4C2519A9B223}"/>
              </a:ext>
            </a:extLst>
          </p:cNvPr>
          <p:cNvSpPr>
            <a:spLocks noGrp="1"/>
          </p:cNvSpPr>
          <p:nvPr>
            <p:ph type="body" sz="quarter" idx="29" hasCustomPrompt="1"/>
          </p:nvPr>
        </p:nvSpPr>
        <p:spPr>
          <a:xfrm>
            <a:off x="6101022"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13" name="Text Placeholder 19">
            <a:extLst>
              <a:ext uri="{FF2B5EF4-FFF2-40B4-BE49-F238E27FC236}">
                <a16:creationId xmlns:a16="http://schemas.microsoft.com/office/drawing/2014/main" id="{F770C5B8-B2CE-77B9-432C-449F081057D9}"/>
              </a:ext>
            </a:extLst>
          </p:cNvPr>
          <p:cNvSpPr>
            <a:spLocks noGrp="1"/>
          </p:cNvSpPr>
          <p:nvPr>
            <p:ph type="body" sz="quarter" idx="32" hasCustomPrompt="1"/>
          </p:nvPr>
        </p:nvSpPr>
        <p:spPr>
          <a:xfrm>
            <a:off x="7964748"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14" name="Text Placeholder 19">
            <a:extLst>
              <a:ext uri="{FF2B5EF4-FFF2-40B4-BE49-F238E27FC236}">
                <a16:creationId xmlns:a16="http://schemas.microsoft.com/office/drawing/2014/main" id="{6FE10F78-02DE-810B-18B9-756D1269CAD4}"/>
              </a:ext>
            </a:extLst>
          </p:cNvPr>
          <p:cNvSpPr>
            <a:spLocks noGrp="1"/>
          </p:cNvSpPr>
          <p:nvPr>
            <p:ph type="body" sz="quarter" idx="35" hasCustomPrompt="1"/>
          </p:nvPr>
        </p:nvSpPr>
        <p:spPr>
          <a:xfrm>
            <a:off x="9828475" y="3971677"/>
            <a:ext cx="1745720"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15" name="Text Placeholder 19">
            <a:extLst>
              <a:ext uri="{FF2B5EF4-FFF2-40B4-BE49-F238E27FC236}">
                <a16:creationId xmlns:a16="http://schemas.microsoft.com/office/drawing/2014/main" id="{008C363A-28B4-7DFF-7052-325D825BACC4}"/>
              </a:ext>
            </a:extLst>
          </p:cNvPr>
          <p:cNvSpPr>
            <a:spLocks noGrp="1"/>
          </p:cNvSpPr>
          <p:nvPr>
            <p:ph type="body" sz="quarter" idx="20" hasCustomPrompt="1"/>
          </p:nvPr>
        </p:nvSpPr>
        <p:spPr>
          <a:xfrm>
            <a:off x="519890"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6" name="Text Placeholder 19">
            <a:extLst>
              <a:ext uri="{FF2B5EF4-FFF2-40B4-BE49-F238E27FC236}">
                <a16:creationId xmlns:a16="http://schemas.microsoft.com/office/drawing/2014/main" id="{980703E8-A58E-3019-331A-E7FC960DCFE2}"/>
              </a:ext>
            </a:extLst>
          </p:cNvPr>
          <p:cNvSpPr>
            <a:spLocks noGrp="1"/>
          </p:cNvSpPr>
          <p:nvPr>
            <p:ph type="body" sz="quarter" idx="37" hasCustomPrompt="1"/>
          </p:nvPr>
        </p:nvSpPr>
        <p:spPr>
          <a:xfrm>
            <a:off x="2378592"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7" name="Text Placeholder 19">
            <a:extLst>
              <a:ext uri="{FF2B5EF4-FFF2-40B4-BE49-F238E27FC236}">
                <a16:creationId xmlns:a16="http://schemas.microsoft.com/office/drawing/2014/main" id="{58D0363A-A8C4-5054-9E54-A6627835B9D7}"/>
              </a:ext>
            </a:extLst>
          </p:cNvPr>
          <p:cNvSpPr>
            <a:spLocks noGrp="1"/>
          </p:cNvSpPr>
          <p:nvPr>
            <p:ph type="body" sz="quarter" idx="38" hasCustomPrompt="1"/>
          </p:nvPr>
        </p:nvSpPr>
        <p:spPr>
          <a:xfrm>
            <a:off x="4247346"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8" name="Text Placeholder 19">
            <a:extLst>
              <a:ext uri="{FF2B5EF4-FFF2-40B4-BE49-F238E27FC236}">
                <a16:creationId xmlns:a16="http://schemas.microsoft.com/office/drawing/2014/main" id="{C8A59299-EDF0-3917-7BAC-2B071D4A2E43}"/>
              </a:ext>
            </a:extLst>
          </p:cNvPr>
          <p:cNvSpPr>
            <a:spLocks noGrp="1"/>
          </p:cNvSpPr>
          <p:nvPr>
            <p:ph type="body" sz="quarter" idx="39" hasCustomPrompt="1"/>
          </p:nvPr>
        </p:nvSpPr>
        <p:spPr>
          <a:xfrm>
            <a:off x="6106048"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19" name="Text Placeholder 19">
            <a:extLst>
              <a:ext uri="{FF2B5EF4-FFF2-40B4-BE49-F238E27FC236}">
                <a16:creationId xmlns:a16="http://schemas.microsoft.com/office/drawing/2014/main" id="{9E12FD4D-81A6-09E3-1846-77A28FAAD682}"/>
              </a:ext>
            </a:extLst>
          </p:cNvPr>
          <p:cNvSpPr>
            <a:spLocks noGrp="1"/>
          </p:cNvSpPr>
          <p:nvPr>
            <p:ph type="body" sz="quarter" idx="40" hasCustomPrompt="1"/>
          </p:nvPr>
        </p:nvSpPr>
        <p:spPr>
          <a:xfrm>
            <a:off x="7954706"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
        <p:nvSpPr>
          <p:cNvPr id="20" name="Text Placeholder 19">
            <a:extLst>
              <a:ext uri="{FF2B5EF4-FFF2-40B4-BE49-F238E27FC236}">
                <a16:creationId xmlns:a16="http://schemas.microsoft.com/office/drawing/2014/main" id="{319325E8-58A3-4C6D-0CFA-F9AB40F33531}"/>
              </a:ext>
            </a:extLst>
          </p:cNvPr>
          <p:cNvSpPr>
            <a:spLocks noGrp="1"/>
          </p:cNvSpPr>
          <p:nvPr>
            <p:ph type="body" sz="quarter" idx="41" hasCustomPrompt="1"/>
          </p:nvPr>
        </p:nvSpPr>
        <p:spPr>
          <a:xfrm>
            <a:off x="9813408" y="4384415"/>
            <a:ext cx="1745720" cy="1211476"/>
          </a:xfrm>
          <a:prstGeom prst="rect">
            <a:avLst/>
          </a:prstGeom>
        </p:spPr>
        <p:txBody>
          <a:bodyPr>
            <a:noAutofit/>
          </a:bodyPr>
          <a:lstStyle>
            <a:lvl1pPr marL="0" indent="0" algn="l" defTabSz="457155" rtl="0" eaLnBrk="1" latinLnBrk="0" hangingPunct="1">
              <a:lnSpc>
                <a:spcPct val="100000"/>
              </a:lnSpc>
              <a:buNone/>
              <a:defRPr lang="en-US" sz="1400" b="0" i="0" kern="0" spc="-6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pPr lvl="0"/>
            <a:r>
              <a:rPr lang="en-US"/>
              <a:t>Aspire will eventually have world domination with apps and agents just wait</a:t>
            </a:r>
          </a:p>
        </p:txBody>
      </p:sp>
    </p:spTree>
    <p:extLst>
      <p:ext uri="{BB962C8B-B14F-4D97-AF65-F5344CB8AC3E}">
        <p14:creationId xmlns:p14="http://schemas.microsoft.com/office/powerpoint/2010/main" val="33628035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points">
    <p:bg>
      <p:bgPr>
        <a:solidFill>
          <a:schemeClr val="tx2"/>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8043316E-25FB-DE88-AD4F-20F98B3B997A}"/>
              </a:ext>
            </a:extLst>
          </p:cNvPr>
          <p:cNvSpPr>
            <a:spLocks noGrp="1"/>
          </p:cNvSpPr>
          <p:nvPr>
            <p:ph type="body" sz="quarter" idx="16" hasCustomPrompt="1"/>
          </p:nvPr>
        </p:nvSpPr>
        <p:spPr>
          <a:xfrm>
            <a:off x="534962" y="2916651"/>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3" name="Text Placeholder 19">
            <a:extLst>
              <a:ext uri="{FF2B5EF4-FFF2-40B4-BE49-F238E27FC236}">
                <a16:creationId xmlns:a16="http://schemas.microsoft.com/office/drawing/2014/main" id="{D456C768-C982-33C6-7C49-D561398248C1}"/>
              </a:ext>
            </a:extLst>
          </p:cNvPr>
          <p:cNvSpPr>
            <a:spLocks noGrp="1"/>
          </p:cNvSpPr>
          <p:nvPr>
            <p:ph type="body" sz="quarter" idx="19" hasCustomPrompt="1"/>
          </p:nvPr>
        </p:nvSpPr>
        <p:spPr>
          <a:xfrm>
            <a:off x="534962" y="2505087"/>
            <a:ext cx="3504744" cy="404470"/>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01</a:t>
            </a:r>
          </a:p>
        </p:txBody>
      </p:sp>
      <p:sp>
        <p:nvSpPr>
          <p:cNvPr id="16" name="Text Placeholder 19">
            <a:extLst>
              <a:ext uri="{FF2B5EF4-FFF2-40B4-BE49-F238E27FC236}">
                <a16:creationId xmlns:a16="http://schemas.microsoft.com/office/drawing/2014/main" id="{9883040D-98E9-F2A7-257B-F14720A80387}"/>
              </a:ext>
            </a:extLst>
          </p:cNvPr>
          <p:cNvSpPr>
            <a:spLocks noGrp="1"/>
          </p:cNvSpPr>
          <p:nvPr>
            <p:ph type="body" sz="quarter" idx="23" hasCustomPrompt="1"/>
          </p:nvPr>
        </p:nvSpPr>
        <p:spPr>
          <a:xfrm>
            <a:off x="4252368" y="2916651"/>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17" name="Text Placeholder 19">
            <a:extLst>
              <a:ext uri="{FF2B5EF4-FFF2-40B4-BE49-F238E27FC236}">
                <a16:creationId xmlns:a16="http://schemas.microsoft.com/office/drawing/2014/main" id="{AE7DEE54-3A47-CB75-F874-A91FD60BB0DB}"/>
              </a:ext>
            </a:extLst>
          </p:cNvPr>
          <p:cNvSpPr>
            <a:spLocks noGrp="1"/>
          </p:cNvSpPr>
          <p:nvPr>
            <p:ph type="body" sz="quarter" idx="24" hasCustomPrompt="1"/>
          </p:nvPr>
        </p:nvSpPr>
        <p:spPr>
          <a:xfrm>
            <a:off x="4252368" y="2505087"/>
            <a:ext cx="3504744" cy="404470"/>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02</a:t>
            </a:r>
          </a:p>
        </p:txBody>
      </p:sp>
      <p:sp>
        <p:nvSpPr>
          <p:cNvPr id="19" name="Text Placeholder 19">
            <a:extLst>
              <a:ext uri="{FF2B5EF4-FFF2-40B4-BE49-F238E27FC236}">
                <a16:creationId xmlns:a16="http://schemas.microsoft.com/office/drawing/2014/main" id="{5E392566-4156-546D-8627-009FDB5AE192}"/>
              </a:ext>
            </a:extLst>
          </p:cNvPr>
          <p:cNvSpPr>
            <a:spLocks noGrp="1"/>
          </p:cNvSpPr>
          <p:nvPr>
            <p:ph type="body" sz="quarter" idx="26" hasCustomPrompt="1"/>
          </p:nvPr>
        </p:nvSpPr>
        <p:spPr>
          <a:xfrm>
            <a:off x="7969774" y="2916651"/>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Title</a:t>
            </a:r>
          </a:p>
        </p:txBody>
      </p:sp>
      <p:sp>
        <p:nvSpPr>
          <p:cNvPr id="20" name="Text Placeholder 19">
            <a:extLst>
              <a:ext uri="{FF2B5EF4-FFF2-40B4-BE49-F238E27FC236}">
                <a16:creationId xmlns:a16="http://schemas.microsoft.com/office/drawing/2014/main" id="{824137E5-8D8D-F109-8E17-8ED6B89B09C7}"/>
              </a:ext>
            </a:extLst>
          </p:cNvPr>
          <p:cNvSpPr>
            <a:spLocks noGrp="1"/>
          </p:cNvSpPr>
          <p:nvPr>
            <p:ph type="body" sz="quarter" idx="27" hasCustomPrompt="1"/>
          </p:nvPr>
        </p:nvSpPr>
        <p:spPr>
          <a:xfrm>
            <a:off x="7969774" y="2505087"/>
            <a:ext cx="3504744" cy="404470"/>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03</a:t>
            </a:r>
          </a:p>
        </p:txBody>
      </p:sp>
      <p:sp>
        <p:nvSpPr>
          <p:cNvPr id="6" name="Text Placeholder 19">
            <a:extLst>
              <a:ext uri="{FF2B5EF4-FFF2-40B4-BE49-F238E27FC236}">
                <a16:creationId xmlns:a16="http://schemas.microsoft.com/office/drawing/2014/main" id="{145AA98E-ABC1-811C-4297-ACF1489F5AE2}"/>
              </a:ext>
            </a:extLst>
          </p:cNvPr>
          <p:cNvSpPr>
            <a:spLocks noGrp="1"/>
          </p:cNvSpPr>
          <p:nvPr>
            <p:ph type="body" sz="quarter" idx="34" hasCustomPrompt="1"/>
          </p:nvPr>
        </p:nvSpPr>
        <p:spPr>
          <a:xfrm>
            <a:off x="534962" y="3354471"/>
            <a:ext cx="3504744" cy="1015663"/>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Baking security and trust into the development process ensures that all AI-driven tools and applications are built with security measures integrated from the beginning, protecting both the developers and the end-users.</a:t>
            </a:r>
          </a:p>
        </p:txBody>
      </p:sp>
      <p:sp>
        <p:nvSpPr>
          <p:cNvPr id="7" name="Text Placeholder 19">
            <a:extLst>
              <a:ext uri="{FF2B5EF4-FFF2-40B4-BE49-F238E27FC236}">
                <a16:creationId xmlns:a16="http://schemas.microsoft.com/office/drawing/2014/main" id="{BE728746-B369-9E4F-F84E-A7EE6576E1AE}"/>
              </a:ext>
            </a:extLst>
          </p:cNvPr>
          <p:cNvSpPr>
            <a:spLocks noGrp="1"/>
          </p:cNvSpPr>
          <p:nvPr>
            <p:ph type="body" sz="quarter" idx="35" hasCustomPrompt="1"/>
          </p:nvPr>
        </p:nvSpPr>
        <p:spPr>
          <a:xfrm>
            <a:off x="4252368" y="3354471"/>
            <a:ext cx="3504744" cy="1015663"/>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Baking security and trust into the development process ensures that all AI-driven tools and applications are built with security measures integrated from the beginning, protecting both the developers and the end-users.</a:t>
            </a:r>
          </a:p>
        </p:txBody>
      </p:sp>
      <p:sp>
        <p:nvSpPr>
          <p:cNvPr id="8" name="Text Placeholder 19">
            <a:extLst>
              <a:ext uri="{FF2B5EF4-FFF2-40B4-BE49-F238E27FC236}">
                <a16:creationId xmlns:a16="http://schemas.microsoft.com/office/drawing/2014/main" id="{C816A0D5-6CC3-C731-4DEB-B2F481F7EEF0}"/>
              </a:ext>
            </a:extLst>
          </p:cNvPr>
          <p:cNvSpPr>
            <a:spLocks noGrp="1"/>
          </p:cNvSpPr>
          <p:nvPr>
            <p:ph type="body" sz="quarter" idx="36" hasCustomPrompt="1"/>
          </p:nvPr>
        </p:nvSpPr>
        <p:spPr>
          <a:xfrm>
            <a:off x="7969774" y="3354471"/>
            <a:ext cx="3504744" cy="1015663"/>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Baking security and trust into the development process ensures that all AI-driven tools and applications are built with security measures integrated from the beginning, protecting both the developers and the end-users.</a:t>
            </a:r>
          </a:p>
        </p:txBody>
      </p:sp>
      <p:sp>
        <p:nvSpPr>
          <p:cNvPr id="9" name="Text Placeholder 19">
            <a:extLst>
              <a:ext uri="{FF2B5EF4-FFF2-40B4-BE49-F238E27FC236}">
                <a16:creationId xmlns:a16="http://schemas.microsoft.com/office/drawing/2014/main" id="{62C7F61E-A0D2-25DF-C467-9818219C3154}"/>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10" name="Text Placeholder 19">
            <a:extLst>
              <a:ext uri="{FF2B5EF4-FFF2-40B4-BE49-F238E27FC236}">
                <a16:creationId xmlns:a16="http://schemas.microsoft.com/office/drawing/2014/main" id="{6B1BFF75-6E16-49BB-AAEC-7B1B3D465C6D}"/>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p:txBody>
      </p:sp>
    </p:spTree>
    <p:extLst>
      <p:ext uri="{BB962C8B-B14F-4D97-AF65-F5344CB8AC3E}">
        <p14:creationId xmlns:p14="http://schemas.microsoft.com/office/powerpoint/2010/main" val="11462337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6 points stacked">
    <p:bg>
      <p:bgPr>
        <a:solidFill>
          <a:schemeClr val="tx2"/>
        </a:solidFill>
        <a:effectLst/>
      </p:bgPr>
    </p:bg>
    <p:spTree>
      <p:nvGrpSpPr>
        <p:cNvPr id="1" name=""/>
        <p:cNvGrpSpPr/>
        <p:nvPr/>
      </p:nvGrpSpPr>
      <p:grpSpPr>
        <a:xfrm>
          <a:off x="0" y="0"/>
          <a:ext cx="0" cy="0"/>
          <a:chOff x="0" y="0"/>
          <a:chExt cx="0" cy="0"/>
        </a:xfrm>
      </p:grpSpPr>
      <p:sp>
        <p:nvSpPr>
          <p:cNvPr id="24" name="Text Placeholder 19">
            <a:extLst>
              <a:ext uri="{FF2B5EF4-FFF2-40B4-BE49-F238E27FC236}">
                <a16:creationId xmlns:a16="http://schemas.microsoft.com/office/drawing/2014/main" id="{C69E8F99-06B4-11A2-9E22-F55894D275F6}"/>
              </a:ext>
            </a:extLst>
          </p:cNvPr>
          <p:cNvSpPr>
            <a:spLocks noGrp="1"/>
          </p:cNvSpPr>
          <p:nvPr>
            <p:ph type="body" sz="quarter" idx="16" hasCustomPrompt="1"/>
          </p:nvPr>
        </p:nvSpPr>
        <p:spPr>
          <a:xfrm>
            <a:off x="534962" y="290076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25" name="Text Placeholder 19">
            <a:extLst>
              <a:ext uri="{FF2B5EF4-FFF2-40B4-BE49-F238E27FC236}">
                <a16:creationId xmlns:a16="http://schemas.microsoft.com/office/drawing/2014/main" id="{EB211761-62DE-1BD0-0F13-6C9BBD151D6E}"/>
              </a:ext>
            </a:extLst>
          </p:cNvPr>
          <p:cNvSpPr>
            <a:spLocks noGrp="1"/>
          </p:cNvSpPr>
          <p:nvPr>
            <p:ph type="body" sz="quarter" idx="17" hasCustomPrompt="1"/>
          </p:nvPr>
        </p:nvSpPr>
        <p:spPr>
          <a:xfrm>
            <a:off x="4266035" y="290076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26" name="Text Placeholder 19">
            <a:extLst>
              <a:ext uri="{FF2B5EF4-FFF2-40B4-BE49-F238E27FC236}">
                <a16:creationId xmlns:a16="http://schemas.microsoft.com/office/drawing/2014/main" id="{5186AC01-A512-7A5E-6CEE-9289E205EF3B}"/>
              </a:ext>
            </a:extLst>
          </p:cNvPr>
          <p:cNvSpPr>
            <a:spLocks noGrp="1"/>
          </p:cNvSpPr>
          <p:nvPr>
            <p:ph type="body" sz="quarter" idx="18" hasCustomPrompt="1"/>
          </p:nvPr>
        </p:nvSpPr>
        <p:spPr>
          <a:xfrm>
            <a:off x="7997108" y="290076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27" name="Text Placeholder 19">
            <a:extLst>
              <a:ext uri="{FF2B5EF4-FFF2-40B4-BE49-F238E27FC236}">
                <a16:creationId xmlns:a16="http://schemas.microsoft.com/office/drawing/2014/main" id="{0E46BC8D-7839-4E05-7177-5A7D07AFE83B}"/>
              </a:ext>
            </a:extLst>
          </p:cNvPr>
          <p:cNvSpPr>
            <a:spLocks noGrp="1"/>
          </p:cNvSpPr>
          <p:nvPr>
            <p:ph type="body" sz="quarter" idx="19" hasCustomPrompt="1"/>
          </p:nvPr>
        </p:nvSpPr>
        <p:spPr>
          <a:xfrm>
            <a:off x="534962" y="2489200"/>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01</a:t>
            </a:r>
          </a:p>
        </p:txBody>
      </p:sp>
      <p:sp>
        <p:nvSpPr>
          <p:cNvPr id="28" name="Text Placeholder 19">
            <a:extLst>
              <a:ext uri="{FF2B5EF4-FFF2-40B4-BE49-F238E27FC236}">
                <a16:creationId xmlns:a16="http://schemas.microsoft.com/office/drawing/2014/main" id="{1A3F1DE1-9486-94F9-F8C4-FCA6A366A812}"/>
              </a:ext>
            </a:extLst>
          </p:cNvPr>
          <p:cNvSpPr>
            <a:spLocks noGrp="1"/>
          </p:cNvSpPr>
          <p:nvPr>
            <p:ph type="body" sz="quarter" idx="20" hasCustomPrompt="1"/>
          </p:nvPr>
        </p:nvSpPr>
        <p:spPr>
          <a:xfrm>
            <a:off x="4266035" y="2489200"/>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02</a:t>
            </a:r>
          </a:p>
        </p:txBody>
      </p:sp>
      <p:sp>
        <p:nvSpPr>
          <p:cNvPr id="29" name="Text Placeholder 19">
            <a:extLst>
              <a:ext uri="{FF2B5EF4-FFF2-40B4-BE49-F238E27FC236}">
                <a16:creationId xmlns:a16="http://schemas.microsoft.com/office/drawing/2014/main" id="{1809FAA8-4438-1292-185B-80CEDAE49B71}"/>
              </a:ext>
            </a:extLst>
          </p:cNvPr>
          <p:cNvSpPr>
            <a:spLocks noGrp="1"/>
          </p:cNvSpPr>
          <p:nvPr>
            <p:ph type="body" sz="quarter" idx="21" hasCustomPrompt="1"/>
          </p:nvPr>
        </p:nvSpPr>
        <p:spPr>
          <a:xfrm>
            <a:off x="7997108" y="2489200"/>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03</a:t>
            </a:r>
          </a:p>
        </p:txBody>
      </p:sp>
      <p:sp>
        <p:nvSpPr>
          <p:cNvPr id="33" name="Text Placeholder 19">
            <a:extLst>
              <a:ext uri="{FF2B5EF4-FFF2-40B4-BE49-F238E27FC236}">
                <a16:creationId xmlns:a16="http://schemas.microsoft.com/office/drawing/2014/main" id="{B6E23FF7-BF85-13BC-B407-71A856F1186E}"/>
              </a:ext>
            </a:extLst>
          </p:cNvPr>
          <p:cNvSpPr>
            <a:spLocks noGrp="1"/>
          </p:cNvSpPr>
          <p:nvPr>
            <p:ph type="body" sz="quarter" idx="25" hasCustomPrompt="1"/>
          </p:nvPr>
        </p:nvSpPr>
        <p:spPr>
          <a:xfrm>
            <a:off x="534962" y="463543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34" name="Text Placeholder 19">
            <a:extLst>
              <a:ext uri="{FF2B5EF4-FFF2-40B4-BE49-F238E27FC236}">
                <a16:creationId xmlns:a16="http://schemas.microsoft.com/office/drawing/2014/main" id="{6575270B-ED3A-F933-53D2-94F8F53C2C36}"/>
              </a:ext>
            </a:extLst>
          </p:cNvPr>
          <p:cNvSpPr>
            <a:spLocks noGrp="1"/>
          </p:cNvSpPr>
          <p:nvPr>
            <p:ph type="body" sz="quarter" idx="26" hasCustomPrompt="1"/>
          </p:nvPr>
        </p:nvSpPr>
        <p:spPr>
          <a:xfrm>
            <a:off x="534962" y="4223871"/>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04</a:t>
            </a:r>
          </a:p>
        </p:txBody>
      </p:sp>
      <p:sp>
        <p:nvSpPr>
          <p:cNvPr id="36" name="Text Placeholder 19">
            <a:extLst>
              <a:ext uri="{FF2B5EF4-FFF2-40B4-BE49-F238E27FC236}">
                <a16:creationId xmlns:a16="http://schemas.microsoft.com/office/drawing/2014/main" id="{E6B6A05E-31B4-B9BA-E1A6-763C8C26F66C}"/>
              </a:ext>
            </a:extLst>
          </p:cNvPr>
          <p:cNvSpPr>
            <a:spLocks noGrp="1"/>
          </p:cNvSpPr>
          <p:nvPr>
            <p:ph type="body" sz="quarter" idx="28" hasCustomPrompt="1"/>
          </p:nvPr>
        </p:nvSpPr>
        <p:spPr>
          <a:xfrm>
            <a:off x="4266035" y="463543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37" name="Text Placeholder 19">
            <a:extLst>
              <a:ext uri="{FF2B5EF4-FFF2-40B4-BE49-F238E27FC236}">
                <a16:creationId xmlns:a16="http://schemas.microsoft.com/office/drawing/2014/main" id="{ECBBC7AA-4D7B-695B-E49F-77FA353D639F}"/>
              </a:ext>
            </a:extLst>
          </p:cNvPr>
          <p:cNvSpPr>
            <a:spLocks noGrp="1"/>
          </p:cNvSpPr>
          <p:nvPr>
            <p:ph type="body" sz="quarter" idx="29" hasCustomPrompt="1"/>
          </p:nvPr>
        </p:nvSpPr>
        <p:spPr>
          <a:xfrm>
            <a:off x="4266035" y="4223871"/>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05</a:t>
            </a:r>
          </a:p>
        </p:txBody>
      </p:sp>
      <p:sp>
        <p:nvSpPr>
          <p:cNvPr id="39" name="Text Placeholder 19">
            <a:extLst>
              <a:ext uri="{FF2B5EF4-FFF2-40B4-BE49-F238E27FC236}">
                <a16:creationId xmlns:a16="http://schemas.microsoft.com/office/drawing/2014/main" id="{95E56D5D-5992-337A-90C2-56F2C5B5E1DF}"/>
              </a:ext>
            </a:extLst>
          </p:cNvPr>
          <p:cNvSpPr>
            <a:spLocks noGrp="1"/>
          </p:cNvSpPr>
          <p:nvPr>
            <p:ph type="body" sz="quarter" idx="31" hasCustomPrompt="1"/>
          </p:nvPr>
        </p:nvSpPr>
        <p:spPr>
          <a:xfrm>
            <a:off x="7996326" y="4635435"/>
            <a:ext cx="3504744" cy="368562"/>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pPr lvl="0"/>
            <a:r>
              <a:rPr lang="en-US"/>
              <a:t>Title</a:t>
            </a:r>
          </a:p>
        </p:txBody>
      </p:sp>
      <p:sp>
        <p:nvSpPr>
          <p:cNvPr id="40" name="Text Placeholder 19">
            <a:extLst>
              <a:ext uri="{FF2B5EF4-FFF2-40B4-BE49-F238E27FC236}">
                <a16:creationId xmlns:a16="http://schemas.microsoft.com/office/drawing/2014/main" id="{37FD1B92-76A7-558B-C09E-FBA89070A89A}"/>
              </a:ext>
            </a:extLst>
          </p:cNvPr>
          <p:cNvSpPr>
            <a:spLocks noGrp="1"/>
          </p:cNvSpPr>
          <p:nvPr>
            <p:ph type="body" sz="quarter" idx="32" hasCustomPrompt="1"/>
          </p:nvPr>
        </p:nvSpPr>
        <p:spPr>
          <a:xfrm>
            <a:off x="7996326" y="4223871"/>
            <a:ext cx="3504744" cy="418833"/>
          </a:xfrm>
          <a:prstGeom prst="rect">
            <a:avLst/>
          </a:prstGeom>
        </p:spPr>
        <p:txBody>
          <a:bodyPr>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stStyle>
          <a:p>
            <a:pPr lvl="0"/>
            <a:r>
              <a:rPr lang="en-US"/>
              <a:t>06</a:t>
            </a:r>
          </a:p>
        </p:txBody>
      </p:sp>
      <p:sp>
        <p:nvSpPr>
          <p:cNvPr id="4" name="Text Placeholder 19">
            <a:extLst>
              <a:ext uri="{FF2B5EF4-FFF2-40B4-BE49-F238E27FC236}">
                <a16:creationId xmlns:a16="http://schemas.microsoft.com/office/drawing/2014/main" id="{9CB4CF41-B1E4-DC4B-7958-8A5542FB3B6C}"/>
              </a:ext>
            </a:extLst>
          </p:cNvPr>
          <p:cNvSpPr>
            <a:spLocks noGrp="1"/>
          </p:cNvSpPr>
          <p:nvPr>
            <p:ph type="body" sz="quarter" idx="34" hasCustomPrompt="1"/>
          </p:nvPr>
        </p:nvSpPr>
        <p:spPr>
          <a:xfrm>
            <a:off x="534962" y="3339654"/>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5" name="Text Placeholder 19">
            <a:extLst>
              <a:ext uri="{FF2B5EF4-FFF2-40B4-BE49-F238E27FC236}">
                <a16:creationId xmlns:a16="http://schemas.microsoft.com/office/drawing/2014/main" id="{8EA496E1-51E5-1357-1336-217554A0F732}"/>
              </a:ext>
            </a:extLst>
          </p:cNvPr>
          <p:cNvSpPr>
            <a:spLocks noGrp="1"/>
          </p:cNvSpPr>
          <p:nvPr>
            <p:ph type="body" sz="quarter" idx="35" hasCustomPrompt="1"/>
          </p:nvPr>
        </p:nvSpPr>
        <p:spPr>
          <a:xfrm>
            <a:off x="4266035" y="3342147"/>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6" name="Text Placeholder 19">
            <a:extLst>
              <a:ext uri="{FF2B5EF4-FFF2-40B4-BE49-F238E27FC236}">
                <a16:creationId xmlns:a16="http://schemas.microsoft.com/office/drawing/2014/main" id="{7360F170-AC20-AD7E-6115-9BE0E83F1356}"/>
              </a:ext>
            </a:extLst>
          </p:cNvPr>
          <p:cNvSpPr>
            <a:spLocks noGrp="1"/>
          </p:cNvSpPr>
          <p:nvPr>
            <p:ph type="body" sz="quarter" idx="36" hasCustomPrompt="1"/>
          </p:nvPr>
        </p:nvSpPr>
        <p:spPr>
          <a:xfrm>
            <a:off x="7996326" y="3339654"/>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7" name="Text Placeholder 19">
            <a:extLst>
              <a:ext uri="{FF2B5EF4-FFF2-40B4-BE49-F238E27FC236}">
                <a16:creationId xmlns:a16="http://schemas.microsoft.com/office/drawing/2014/main" id="{F38F8361-41C3-9E93-E2A1-8910A624FF4D}"/>
              </a:ext>
            </a:extLst>
          </p:cNvPr>
          <p:cNvSpPr>
            <a:spLocks noGrp="1"/>
          </p:cNvSpPr>
          <p:nvPr>
            <p:ph type="body" sz="quarter" idx="37" hasCustomPrompt="1"/>
          </p:nvPr>
        </p:nvSpPr>
        <p:spPr>
          <a:xfrm>
            <a:off x="534962" y="5086757"/>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8" name="Text Placeholder 19">
            <a:extLst>
              <a:ext uri="{FF2B5EF4-FFF2-40B4-BE49-F238E27FC236}">
                <a16:creationId xmlns:a16="http://schemas.microsoft.com/office/drawing/2014/main" id="{D42905DD-3A04-F294-F3C0-1AB5D8270BE5}"/>
              </a:ext>
            </a:extLst>
          </p:cNvPr>
          <p:cNvSpPr>
            <a:spLocks noGrp="1"/>
          </p:cNvSpPr>
          <p:nvPr>
            <p:ph type="body" sz="quarter" idx="38" hasCustomPrompt="1"/>
          </p:nvPr>
        </p:nvSpPr>
        <p:spPr>
          <a:xfrm>
            <a:off x="4266035" y="5086757"/>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9" name="Text Placeholder 19">
            <a:extLst>
              <a:ext uri="{FF2B5EF4-FFF2-40B4-BE49-F238E27FC236}">
                <a16:creationId xmlns:a16="http://schemas.microsoft.com/office/drawing/2014/main" id="{14C30679-61AF-9725-6FCE-9C531144B0FC}"/>
              </a:ext>
            </a:extLst>
          </p:cNvPr>
          <p:cNvSpPr>
            <a:spLocks noGrp="1"/>
          </p:cNvSpPr>
          <p:nvPr>
            <p:ph type="body" sz="quarter" idx="39" hasCustomPrompt="1"/>
          </p:nvPr>
        </p:nvSpPr>
        <p:spPr>
          <a:xfrm>
            <a:off x="7996326" y="5086756"/>
            <a:ext cx="3504744" cy="646331"/>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We're responsible for delivering comprehensive set of AI-driven tools designed to assist developers in building applications.</a:t>
            </a:r>
          </a:p>
        </p:txBody>
      </p:sp>
      <p:sp>
        <p:nvSpPr>
          <p:cNvPr id="10" name="Text Placeholder 19">
            <a:extLst>
              <a:ext uri="{FF2B5EF4-FFF2-40B4-BE49-F238E27FC236}">
                <a16:creationId xmlns:a16="http://schemas.microsoft.com/office/drawing/2014/main" id="{B158565E-FFEA-91C7-F352-F3DC8A32441E}"/>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11" name="Text Placeholder 19">
            <a:extLst>
              <a:ext uri="{FF2B5EF4-FFF2-40B4-BE49-F238E27FC236}">
                <a16:creationId xmlns:a16="http://schemas.microsoft.com/office/drawing/2014/main" id="{75A518A4-B77B-006C-C7F1-90559B8089C5}"/>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18839358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subtitle only">
    <p:bg>
      <p:bgPr>
        <a:solidFill>
          <a:schemeClr val="tx2"/>
        </a:solidFill>
        <a:effectLst/>
      </p:bgPr>
    </p:bg>
    <p:spTree>
      <p:nvGrpSpPr>
        <p:cNvPr id="1" name=""/>
        <p:cNvGrpSpPr/>
        <p:nvPr/>
      </p:nvGrpSpPr>
      <p:grpSpPr>
        <a:xfrm>
          <a:off x="0" y="0"/>
          <a:ext cx="0" cy="0"/>
          <a:chOff x="0" y="0"/>
          <a:chExt cx="0" cy="0"/>
        </a:xfrm>
      </p:grpSpPr>
      <p:sp>
        <p:nvSpPr>
          <p:cNvPr id="5" name="Text Placeholder 19">
            <a:extLst>
              <a:ext uri="{FF2B5EF4-FFF2-40B4-BE49-F238E27FC236}">
                <a16:creationId xmlns:a16="http://schemas.microsoft.com/office/drawing/2014/main" id="{DC24AF06-9E24-29B8-6CAD-503F1F6D1B76}"/>
              </a:ext>
            </a:extLst>
          </p:cNvPr>
          <p:cNvSpPr>
            <a:spLocks noGrp="1"/>
          </p:cNvSpPr>
          <p:nvPr>
            <p:ph type="body" sz="quarter" idx="10" hasCustomPrompt="1"/>
          </p:nvPr>
        </p:nvSpPr>
        <p:spPr>
          <a:xfrm>
            <a:off x="570209" y="533400"/>
            <a:ext cx="3504744"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6" name="Text Placeholder 19">
            <a:extLst>
              <a:ext uri="{FF2B5EF4-FFF2-40B4-BE49-F238E27FC236}">
                <a16:creationId xmlns:a16="http://schemas.microsoft.com/office/drawing/2014/main" id="{CC4C3579-39BD-FD7E-6A30-B13AA438333B}"/>
              </a:ext>
            </a:extLst>
          </p:cNvPr>
          <p:cNvSpPr>
            <a:spLocks noGrp="1"/>
          </p:cNvSpPr>
          <p:nvPr>
            <p:ph type="body" sz="quarter" idx="11" hasCustomPrompt="1"/>
          </p:nvPr>
        </p:nvSpPr>
        <p:spPr>
          <a:xfrm>
            <a:off x="570209" y="1069561"/>
            <a:ext cx="3504744" cy="505523"/>
          </a:xfrm>
          <a:prstGeom prst="rect">
            <a:avLst/>
          </a:prstGeom>
        </p:spPr>
        <p:txBody>
          <a:bodyPr>
            <a:spAutoFit/>
          </a:bodyPr>
          <a:lstStyle>
            <a:lvl1pPr marL="0" indent="0" algn="l" defTabSz="457155" rtl="0" eaLnBrk="1" latinLnBrk="0" hangingPunct="1">
              <a:lnSpc>
                <a:spcPts val="3399"/>
              </a:lnSpc>
              <a:buNone/>
              <a:defRPr lang="en-US" sz="2400" b="0" i="0" kern="0" spc="0" dirty="0" smtClean="0">
                <a:solidFill>
                  <a:schemeClr val="bg1"/>
                </a:solidFill>
                <a:latin typeface="Poppins" pitchFamily="2" charset="77"/>
                <a:ea typeface="Poppins" pitchFamily="2" charset="77"/>
                <a:cs typeface="Poppins" pitchFamily="2" charset="77"/>
              </a:defRPr>
            </a:lvl1pPr>
          </a:lstStyle>
          <a:p>
            <a:pPr lvl="0"/>
            <a:r>
              <a:rPr lang="en-US"/>
              <a:t>Subtitle</a:t>
            </a:r>
          </a:p>
        </p:txBody>
      </p:sp>
      <p:sp>
        <p:nvSpPr>
          <p:cNvPr id="2" name="Chart Placeholder 2">
            <a:extLst>
              <a:ext uri="{FF2B5EF4-FFF2-40B4-BE49-F238E27FC236}">
                <a16:creationId xmlns:a16="http://schemas.microsoft.com/office/drawing/2014/main" id="{9FD91061-1274-0EF6-CB35-1D08D0130497}"/>
              </a:ext>
            </a:extLst>
          </p:cNvPr>
          <p:cNvSpPr>
            <a:spLocks noGrp="1"/>
          </p:cNvSpPr>
          <p:nvPr>
            <p:ph type="chart" sz="quarter" idx="12"/>
          </p:nvPr>
        </p:nvSpPr>
        <p:spPr>
          <a:xfrm>
            <a:off x="4678971" y="552450"/>
            <a:ext cx="6942821" cy="5753100"/>
          </a:xfrm>
          <a:prstGeom prst="roundRect">
            <a:avLst>
              <a:gd name="adj" fmla="val 3505"/>
            </a:avLst>
          </a:prstGeom>
        </p:spPr>
        <p:txBody>
          <a:bodyPr/>
          <a:lstStyle>
            <a:lvl1pPr>
              <a:defRPr b="0" i="0">
                <a:latin typeface="Poppins" pitchFamily="2" charset="77"/>
              </a:defRPr>
            </a:lvl1pPr>
          </a:lstStyle>
          <a:p>
            <a:r>
              <a:rPr lang="en-US"/>
              <a:t>Click icon to add chart</a:t>
            </a:r>
          </a:p>
        </p:txBody>
      </p:sp>
    </p:spTree>
    <p:extLst>
      <p:ext uri="{BB962C8B-B14F-4D97-AF65-F5344CB8AC3E}">
        <p14:creationId xmlns:p14="http://schemas.microsoft.com/office/powerpoint/2010/main" val="1717099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nnouncement 1">
    <p:bg>
      <p:bgPr>
        <a:solidFill>
          <a:schemeClr val="accent3">
            <a:lumMod val="10000"/>
          </a:schemeClr>
        </a:solidFill>
        <a:effectLst/>
      </p:bgPr>
    </p:bg>
    <p:spTree>
      <p:nvGrpSpPr>
        <p:cNvPr id="1" name=""/>
        <p:cNvGrpSpPr/>
        <p:nvPr/>
      </p:nvGrpSpPr>
      <p:grpSpPr>
        <a:xfrm>
          <a:off x="0" y="0"/>
          <a:ext cx="0" cy="0"/>
          <a:chOff x="0" y="0"/>
          <a:chExt cx="0" cy="0"/>
        </a:xfrm>
      </p:grpSpPr>
      <p:sp>
        <p:nvSpPr>
          <p:cNvPr id="9" name="Rounded Rectangle 5">
            <a:extLst>
              <a:ext uri="{FF2B5EF4-FFF2-40B4-BE49-F238E27FC236}">
                <a16:creationId xmlns:a16="http://schemas.microsoft.com/office/drawing/2014/main" id="{A76EEB5D-FB59-0713-00B9-28DCE0C12066}"/>
              </a:ext>
            </a:extLst>
          </p:cNvPr>
          <p:cNvSpPr/>
          <p:nvPr userDrawn="1"/>
        </p:nvSpPr>
        <p:spPr>
          <a:xfrm>
            <a:off x="570777" y="1382674"/>
            <a:ext cx="2042508" cy="348624"/>
          </a:xfrm>
          <a:prstGeom prst="roundRect">
            <a:avLst>
              <a:gd name="adj" fmla="val 50000"/>
            </a:avLst>
          </a:prstGeom>
          <a:gradFill>
            <a:gsLst>
              <a:gs pos="0">
                <a:schemeClr val="accent2">
                  <a:lumMod val="40000"/>
                  <a:lumOff val="60000"/>
                </a:schemeClr>
              </a:gs>
              <a:gs pos="99000">
                <a:schemeClr val="accent1"/>
              </a:gs>
            </a:gsLst>
            <a:lin ang="3000000" scaled="0"/>
          </a:gra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latin typeface="Poppins" pitchFamily="2" charset="77"/>
            </a:endParaRPr>
          </a:p>
        </p:txBody>
      </p:sp>
      <p:sp>
        <p:nvSpPr>
          <p:cNvPr id="3" name="Shape 0">
            <a:extLst>
              <a:ext uri="{FF2B5EF4-FFF2-40B4-BE49-F238E27FC236}">
                <a16:creationId xmlns:a16="http://schemas.microsoft.com/office/drawing/2014/main" id="{8CCBE980-1166-D64C-2757-75952975A306}"/>
              </a:ext>
            </a:extLst>
          </p:cNvPr>
          <p:cNvSpPr/>
          <p:nvPr/>
        </p:nvSpPr>
        <p:spPr>
          <a:xfrm>
            <a:off x="571498" y="571500"/>
            <a:ext cx="2666986" cy="558800"/>
          </a:xfrm>
          <a:prstGeom prst="rect">
            <a:avLst/>
          </a:prstGeom>
          <a:noFill/>
          <a:ln/>
        </p:spPr>
        <p:txBody>
          <a:bodyPr/>
          <a:lstStyle/>
          <a:p>
            <a:endParaRPr lang="en-US" sz="900" b="0" i="0">
              <a:latin typeface="Poppins" pitchFamily="2" charset="77"/>
            </a:endParaRPr>
          </a:p>
        </p:txBody>
      </p:sp>
      <p:sp>
        <p:nvSpPr>
          <p:cNvPr id="6" name="Picture Placeholder 5">
            <a:extLst>
              <a:ext uri="{FF2B5EF4-FFF2-40B4-BE49-F238E27FC236}">
                <a16:creationId xmlns:a16="http://schemas.microsoft.com/office/drawing/2014/main" id="{07CE0F48-F10D-F23F-D764-4E5E986157A6}"/>
              </a:ext>
            </a:extLst>
          </p:cNvPr>
          <p:cNvSpPr>
            <a:spLocks noGrp="1"/>
          </p:cNvSpPr>
          <p:nvPr>
            <p:ph type="pic" sz="quarter" idx="28"/>
          </p:nvPr>
        </p:nvSpPr>
        <p:spPr>
          <a:xfrm>
            <a:off x="5271401" y="571500"/>
            <a:ext cx="6342824" cy="5657850"/>
          </a:xfrm>
          <a:prstGeom prst="roundRect">
            <a:avLst>
              <a:gd name="adj" fmla="val 3536"/>
            </a:avLst>
          </a:prstGeom>
          <a:solidFill>
            <a:schemeClr val="bg1"/>
          </a:solidFill>
          <a:ln w="38100">
            <a:gradFill>
              <a:gsLst>
                <a:gs pos="0">
                  <a:schemeClr val="accent3"/>
                </a:gs>
                <a:gs pos="32000">
                  <a:schemeClr val="accent6"/>
                </a:gs>
                <a:gs pos="65000">
                  <a:srgbClr val="8853F0"/>
                </a:gs>
                <a:gs pos="100000">
                  <a:schemeClr val="accent1"/>
                </a:gs>
              </a:gsLst>
              <a:lin ang="3000000" scaled="0"/>
            </a:gradFill>
          </a:ln>
          <a:effectLst>
            <a:glow rad="254000">
              <a:schemeClr val="tx2">
                <a:lumMod val="50000"/>
                <a:lumOff val="50000"/>
                <a:alpha val="9000"/>
              </a:schemeClr>
            </a:glow>
            <a:softEdge rad="0"/>
          </a:effectLst>
        </p:spPr>
        <p:style>
          <a:lnRef idx="2">
            <a:schemeClr val="accent1">
              <a:shade val="15000"/>
            </a:schemeClr>
          </a:lnRef>
          <a:fillRef idx="1">
            <a:schemeClr val="accent1"/>
          </a:fillRef>
          <a:effectRef idx="0">
            <a:schemeClr val="accent1"/>
          </a:effectRef>
          <a:fontRef idx="minor">
            <a:schemeClr val="lt1"/>
          </a:fontRef>
        </p:style>
        <p:txBody>
          <a:bodyPr/>
          <a:lstStyle>
            <a:lvl1pPr>
              <a:defRPr lang="en-US" sz="900" b="0" i="0">
                <a:solidFill>
                  <a:schemeClr val="lt1"/>
                </a:solidFill>
                <a:latin typeface="Poppins" pitchFamily="2" charset="77"/>
              </a:defRPr>
            </a:lvl1pPr>
          </a:lstStyle>
          <a:p>
            <a:pPr marL="0" lvl="0" algn="ctr"/>
            <a:r>
              <a:rPr lang="en-US"/>
              <a:t>Click icon to add picture</a:t>
            </a:r>
          </a:p>
        </p:txBody>
      </p:sp>
      <p:sp>
        <p:nvSpPr>
          <p:cNvPr id="5" name="Text Placeholder 19">
            <a:extLst>
              <a:ext uri="{FF2B5EF4-FFF2-40B4-BE49-F238E27FC236}">
                <a16:creationId xmlns:a16="http://schemas.microsoft.com/office/drawing/2014/main" id="{C757D76F-7DA2-9B95-2B7F-60D1F4C2F9D3}"/>
              </a:ext>
            </a:extLst>
          </p:cNvPr>
          <p:cNvSpPr>
            <a:spLocks noGrp="1"/>
          </p:cNvSpPr>
          <p:nvPr>
            <p:ph type="body" sz="quarter" idx="16" hasCustomPrompt="1"/>
          </p:nvPr>
        </p:nvSpPr>
        <p:spPr>
          <a:xfrm>
            <a:off x="571497" y="2501007"/>
            <a:ext cx="3490003" cy="317500"/>
          </a:xfrm>
          <a:prstGeom prst="rect">
            <a:avLst/>
          </a:prstGeom>
        </p:spPr>
        <p:txBody>
          <a:bodyPr>
            <a:noAutofit/>
          </a:bodyPr>
          <a:lstStyle>
            <a:lvl1pPr marL="0" indent="0" algn="l" defTabSz="457155" rtl="0" eaLnBrk="1" latinLnBrk="0" hangingPunct="1">
              <a:lnSpc>
                <a:spcPct val="100000"/>
              </a:lnSpc>
              <a:buNone/>
              <a:defRPr lang="en-US" sz="2800" b="0" i="0" kern="0" spc="-36" dirty="0" smtClean="0">
                <a:solidFill>
                  <a:schemeClr val="bg1"/>
                </a:solidFill>
                <a:latin typeface="+mj-lt"/>
                <a:ea typeface="Poppins" pitchFamily="2" charset="77"/>
                <a:cs typeface="Poppins" pitchFamily="2" charset="77"/>
              </a:defRPr>
            </a:lvl1pPr>
          </a:lstStyle>
          <a:p>
            <a:pPr lvl="0"/>
            <a:r>
              <a:rPr lang="en-US"/>
              <a:t>Title of the thing on the right</a:t>
            </a:r>
          </a:p>
        </p:txBody>
      </p:sp>
      <p:sp>
        <p:nvSpPr>
          <p:cNvPr id="7" name="Text Placeholder 19">
            <a:extLst>
              <a:ext uri="{FF2B5EF4-FFF2-40B4-BE49-F238E27FC236}">
                <a16:creationId xmlns:a16="http://schemas.microsoft.com/office/drawing/2014/main" id="{A294B971-0886-BEA4-DC01-FFECE1D6BD19}"/>
              </a:ext>
            </a:extLst>
          </p:cNvPr>
          <p:cNvSpPr>
            <a:spLocks noGrp="1"/>
          </p:cNvSpPr>
          <p:nvPr>
            <p:ph type="body" sz="quarter" idx="29" hasCustomPrompt="1"/>
          </p:nvPr>
        </p:nvSpPr>
        <p:spPr>
          <a:xfrm>
            <a:off x="570777" y="3561946"/>
            <a:ext cx="3490003" cy="650691"/>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Description of the thing on the right. Try to keep it focused</a:t>
            </a:r>
          </a:p>
        </p:txBody>
      </p:sp>
      <p:sp>
        <p:nvSpPr>
          <p:cNvPr id="8" name="Text Placeholder 19">
            <a:extLst>
              <a:ext uri="{FF2B5EF4-FFF2-40B4-BE49-F238E27FC236}">
                <a16:creationId xmlns:a16="http://schemas.microsoft.com/office/drawing/2014/main" id="{77BC7EA6-3EEA-A404-2CA6-4D22B135B4E9}"/>
              </a:ext>
            </a:extLst>
          </p:cNvPr>
          <p:cNvSpPr>
            <a:spLocks noGrp="1"/>
          </p:cNvSpPr>
          <p:nvPr>
            <p:ph type="body" sz="quarter" idx="30" hasCustomPrompt="1"/>
          </p:nvPr>
        </p:nvSpPr>
        <p:spPr>
          <a:xfrm>
            <a:off x="577775" y="1358831"/>
            <a:ext cx="2035510" cy="354200"/>
          </a:xfrm>
          <a:prstGeom prst="rect">
            <a:avLst/>
          </a:prstGeom>
        </p:spPr>
        <p:txBody>
          <a:bodyPr>
            <a:spAutoFit/>
          </a:bodyPr>
          <a:lstStyle>
            <a:lvl1pPr marL="0" indent="0" algn="ctr" defTabSz="457155" rtl="0" eaLnBrk="1" latinLnBrk="0" hangingPunct="1">
              <a:lnSpc>
                <a:spcPts val="2200"/>
              </a:lnSpc>
              <a:buNone/>
              <a:defRPr lang="en-US" sz="1400" b="1" i="0" kern="0" spc="-36" dirty="0" smtClean="0">
                <a:solidFill>
                  <a:schemeClr val="tx1"/>
                </a:solidFill>
                <a:latin typeface="+mn-lt"/>
                <a:ea typeface="Poppins" pitchFamily="2" charset="77"/>
                <a:cs typeface="Poppins" pitchFamily="2" charset="77"/>
              </a:defRPr>
            </a:lvl1pPr>
          </a:lstStyle>
          <a:p>
            <a:pPr lvl="0"/>
            <a:r>
              <a:rPr lang="en-US"/>
              <a:t>Released</a:t>
            </a:r>
          </a:p>
        </p:txBody>
      </p:sp>
    </p:spTree>
    <p:extLst>
      <p:ext uri="{BB962C8B-B14F-4D97-AF65-F5344CB8AC3E}">
        <p14:creationId xmlns:p14="http://schemas.microsoft.com/office/powerpoint/2010/main" val="13382620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nnouncement 2">
    <p:bg>
      <p:bgPr>
        <a:solidFill>
          <a:schemeClr val="accent3">
            <a:lumMod val="10000"/>
          </a:schemeClr>
        </a:solidFill>
        <a:effectLst/>
      </p:bgPr>
    </p:bg>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779170A4-C689-C991-16BB-C14BE2602D91}"/>
              </a:ext>
            </a:extLst>
          </p:cNvPr>
          <p:cNvSpPr>
            <a:spLocks noGrp="1"/>
          </p:cNvSpPr>
          <p:nvPr>
            <p:ph type="pic" sz="quarter" idx="28"/>
          </p:nvPr>
        </p:nvSpPr>
        <p:spPr>
          <a:xfrm>
            <a:off x="5271401" y="571500"/>
            <a:ext cx="6342824" cy="5657850"/>
          </a:xfrm>
          <a:prstGeom prst="roundRect">
            <a:avLst>
              <a:gd name="adj" fmla="val 3536"/>
            </a:avLst>
          </a:prstGeom>
          <a:solidFill>
            <a:schemeClr val="bg1"/>
          </a:solidFill>
          <a:ln w="38100">
            <a:gradFill>
              <a:gsLst>
                <a:gs pos="0">
                  <a:schemeClr val="accent3"/>
                </a:gs>
                <a:gs pos="32000">
                  <a:schemeClr val="accent6"/>
                </a:gs>
                <a:gs pos="65000">
                  <a:srgbClr val="8853F0"/>
                </a:gs>
                <a:gs pos="100000">
                  <a:schemeClr val="accent1"/>
                </a:gs>
              </a:gsLst>
              <a:lin ang="3000000" scaled="0"/>
            </a:gradFill>
          </a:ln>
          <a:effectLst>
            <a:glow rad="254000">
              <a:schemeClr val="tx2">
                <a:lumMod val="50000"/>
                <a:lumOff val="50000"/>
                <a:alpha val="9000"/>
              </a:schemeClr>
            </a:glow>
            <a:softEdge rad="0"/>
          </a:effectLst>
        </p:spPr>
        <p:style>
          <a:lnRef idx="2">
            <a:schemeClr val="accent1">
              <a:shade val="15000"/>
            </a:schemeClr>
          </a:lnRef>
          <a:fillRef idx="1">
            <a:schemeClr val="accent1"/>
          </a:fillRef>
          <a:effectRef idx="0">
            <a:schemeClr val="accent1"/>
          </a:effectRef>
          <a:fontRef idx="minor">
            <a:schemeClr val="lt1"/>
          </a:fontRef>
        </p:style>
        <p:txBody>
          <a:bodyPr/>
          <a:lstStyle>
            <a:lvl1pPr>
              <a:defRPr lang="en-US" sz="900" b="0" i="0" dirty="0">
                <a:latin typeface="Poppins" pitchFamily="2" charset="77"/>
              </a:defRPr>
            </a:lvl1pPr>
          </a:lstStyle>
          <a:p>
            <a:pPr marL="0" lvl="0" algn="ctr"/>
            <a:r>
              <a:rPr lang="en-US"/>
              <a:t>Click icon to add picture</a:t>
            </a:r>
          </a:p>
        </p:txBody>
      </p:sp>
      <p:sp>
        <p:nvSpPr>
          <p:cNvPr id="3" name="Text Placeholder 19">
            <a:extLst>
              <a:ext uri="{FF2B5EF4-FFF2-40B4-BE49-F238E27FC236}">
                <a16:creationId xmlns:a16="http://schemas.microsoft.com/office/drawing/2014/main" id="{52B8338E-A199-325F-6CA5-D220933A03CF}"/>
              </a:ext>
            </a:extLst>
          </p:cNvPr>
          <p:cNvSpPr>
            <a:spLocks noGrp="1"/>
          </p:cNvSpPr>
          <p:nvPr>
            <p:ph type="body" sz="quarter" idx="16" hasCustomPrompt="1"/>
          </p:nvPr>
        </p:nvSpPr>
        <p:spPr>
          <a:xfrm>
            <a:off x="571497" y="2501007"/>
            <a:ext cx="3490003" cy="954107"/>
          </a:xfrm>
          <a:prstGeom prst="rect">
            <a:avLst/>
          </a:prstGeom>
        </p:spPr>
        <p:txBody>
          <a:bodyPr>
            <a:spAutoFit/>
          </a:bodyPr>
          <a:lstStyle>
            <a:lvl1pPr marL="0" indent="0" algn="l" defTabSz="457155" rtl="0" eaLnBrk="1" latinLnBrk="0" hangingPunct="1">
              <a:lnSpc>
                <a:spcPct val="100000"/>
              </a:lnSpc>
              <a:buNone/>
              <a:defRPr lang="en-US" sz="2800" b="0" i="0" kern="0" spc="-36" dirty="0" smtClean="0">
                <a:solidFill>
                  <a:schemeClr val="bg1"/>
                </a:solidFill>
                <a:latin typeface="+mj-lt"/>
                <a:ea typeface="Poppins" pitchFamily="2" charset="77"/>
                <a:cs typeface="Poppins" pitchFamily="2" charset="77"/>
              </a:defRPr>
            </a:lvl1pPr>
          </a:lstStyle>
          <a:p>
            <a:pPr lvl="0"/>
            <a:r>
              <a:rPr lang="en-US"/>
              <a:t>Title of the thing on the right</a:t>
            </a:r>
          </a:p>
        </p:txBody>
      </p:sp>
      <p:sp>
        <p:nvSpPr>
          <p:cNvPr id="4" name="Text Placeholder 19">
            <a:extLst>
              <a:ext uri="{FF2B5EF4-FFF2-40B4-BE49-F238E27FC236}">
                <a16:creationId xmlns:a16="http://schemas.microsoft.com/office/drawing/2014/main" id="{CF236573-E93B-B284-46DB-625E2E0463D2}"/>
              </a:ext>
            </a:extLst>
          </p:cNvPr>
          <p:cNvSpPr>
            <a:spLocks noGrp="1"/>
          </p:cNvSpPr>
          <p:nvPr>
            <p:ph type="body" sz="quarter" idx="29" hasCustomPrompt="1"/>
          </p:nvPr>
        </p:nvSpPr>
        <p:spPr>
          <a:xfrm>
            <a:off x="570777" y="3561946"/>
            <a:ext cx="3490003" cy="650691"/>
          </a:xfrm>
          <a:prstGeom prst="rect">
            <a:avLst/>
          </a:prstGeom>
        </p:spPr>
        <p:txBody>
          <a:bodyPr>
            <a:sp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Description of the thing on the right. Try to keep it focused.</a:t>
            </a:r>
          </a:p>
        </p:txBody>
      </p:sp>
    </p:spTree>
    <p:extLst>
      <p:ext uri="{BB962C8B-B14F-4D97-AF65-F5344CB8AC3E}">
        <p14:creationId xmlns:p14="http://schemas.microsoft.com/office/powerpoint/2010/main" val="3883917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ata viz ">
    <p:bg>
      <p:bgPr>
        <a:solidFill>
          <a:schemeClr val="tx2"/>
        </a:solidFill>
        <a:effectLst/>
      </p:bgPr>
    </p:bg>
    <p:spTree>
      <p:nvGrpSpPr>
        <p:cNvPr id="1" name=""/>
        <p:cNvGrpSpPr/>
        <p:nvPr/>
      </p:nvGrpSpPr>
      <p:grpSpPr>
        <a:xfrm>
          <a:off x="0" y="0"/>
          <a:ext cx="0" cy="0"/>
          <a:chOff x="0" y="0"/>
          <a:chExt cx="0" cy="0"/>
        </a:xfrm>
      </p:grpSpPr>
      <p:sp>
        <p:nvSpPr>
          <p:cNvPr id="12" name="Text Placeholder 19">
            <a:extLst>
              <a:ext uri="{FF2B5EF4-FFF2-40B4-BE49-F238E27FC236}">
                <a16:creationId xmlns:a16="http://schemas.microsoft.com/office/drawing/2014/main" id="{1F1761AC-6860-62E8-20FB-998D7529F2E8}"/>
              </a:ext>
            </a:extLst>
          </p:cNvPr>
          <p:cNvSpPr>
            <a:spLocks noGrp="1"/>
          </p:cNvSpPr>
          <p:nvPr>
            <p:ph type="body" sz="quarter" idx="15" hasCustomPrompt="1"/>
          </p:nvPr>
        </p:nvSpPr>
        <p:spPr>
          <a:xfrm>
            <a:off x="551733" y="2375711"/>
            <a:ext cx="4482527" cy="317500"/>
          </a:xfrm>
          <a:prstGeom prst="rect">
            <a:avLst/>
          </a:prstGeom>
        </p:spPr>
        <p:txBody>
          <a:bodyPr>
            <a:noAutofit/>
          </a:bodyPr>
          <a:lstStyle>
            <a:lvl1pPr marL="0" indent="0" algn="l" defTabSz="457155" rtl="0" eaLnBrk="1" latinLnBrk="0" hangingPunct="1">
              <a:lnSpc>
                <a:spcPts val="2200"/>
              </a:lnSpc>
              <a:buNone/>
              <a:defRPr lang="en-US" sz="1800" b="0" i="0" kern="0" spc="0" dirty="0" smtClean="0">
                <a:solidFill>
                  <a:schemeClr val="bg1"/>
                </a:solidFill>
                <a:latin typeface="+mn-lt"/>
                <a:ea typeface="Poppins" pitchFamily="2" charset="77"/>
                <a:cs typeface="Poppins" pitchFamily="2" charset="77"/>
              </a:defRPr>
            </a:lvl1pPr>
          </a:lstStyle>
          <a:p>
            <a:pPr lvl="0"/>
            <a:r>
              <a:rPr lang="en-US"/>
              <a:t>Title</a:t>
            </a:r>
          </a:p>
        </p:txBody>
      </p:sp>
      <p:sp>
        <p:nvSpPr>
          <p:cNvPr id="3" name="Chart Placeholder 3">
            <a:extLst>
              <a:ext uri="{FF2B5EF4-FFF2-40B4-BE49-F238E27FC236}">
                <a16:creationId xmlns:a16="http://schemas.microsoft.com/office/drawing/2014/main" id="{BC045678-1AA5-6212-AFB5-D82596169602}"/>
              </a:ext>
            </a:extLst>
          </p:cNvPr>
          <p:cNvSpPr>
            <a:spLocks noGrp="1"/>
          </p:cNvSpPr>
          <p:nvPr>
            <p:ph type="chart" sz="quarter" idx="28"/>
          </p:nvPr>
        </p:nvSpPr>
        <p:spPr>
          <a:xfrm>
            <a:off x="578965" y="3867150"/>
            <a:ext cx="11034070" cy="2457450"/>
          </a:xfrm>
          <a:prstGeom prst="roundRect">
            <a:avLst>
              <a:gd name="adj" fmla="val 6783"/>
            </a:avLst>
          </a:prstGeom>
        </p:spPr>
        <p:txBody>
          <a:bodyPr/>
          <a:lstStyle>
            <a:lvl1pPr>
              <a:defRPr b="0" i="0">
                <a:solidFill>
                  <a:schemeClr val="bg1"/>
                </a:solidFill>
                <a:latin typeface="Poppins" pitchFamily="2" charset="77"/>
              </a:defRPr>
            </a:lvl1pPr>
          </a:lstStyle>
          <a:p>
            <a:r>
              <a:rPr lang="en-US"/>
              <a:t>Click icon to add chart</a:t>
            </a:r>
          </a:p>
        </p:txBody>
      </p:sp>
      <p:sp>
        <p:nvSpPr>
          <p:cNvPr id="4" name="Text Placeholder 19">
            <a:extLst>
              <a:ext uri="{FF2B5EF4-FFF2-40B4-BE49-F238E27FC236}">
                <a16:creationId xmlns:a16="http://schemas.microsoft.com/office/drawing/2014/main" id="{13B531E2-B7BF-712D-ACDA-3F8E6231C2C7}"/>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5" name="Text Placeholder 19">
            <a:extLst>
              <a:ext uri="{FF2B5EF4-FFF2-40B4-BE49-F238E27FC236}">
                <a16:creationId xmlns:a16="http://schemas.microsoft.com/office/drawing/2014/main" id="{066B2C43-B7CE-52DE-EF28-67280B9B5E9B}"/>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
        <p:nvSpPr>
          <p:cNvPr id="6" name="Text Placeholder 19">
            <a:extLst>
              <a:ext uri="{FF2B5EF4-FFF2-40B4-BE49-F238E27FC236}">
                <a16:creationId xmlns:a16="http://schemas.microsoft.com/office/drawing/2014/main" id="{E94D16B7-7CDD-984D-D969-3E0C6970F189}"/>
              </a:ext>
            </a:extLst>
          </p:cNvPr>
          <p:cNvSpPr>
            <a:spLocks noGrp="1"/>
          </p:cNvSpPr>
          <p:nvPr>
            <p:ph type="body" sz="quarter" idx="29" hasCustomPrompt="1"/>
          </p:nvPr>
        </p:nvSpPr>
        <p:spPr>
          <a:xfrm>
            <a:off x="551733" y="2715641"/>
            <a:ext cx="4482527" cy="317500"/>
          </a:xfrm>
          <a:prstGeom prst="rect">
            <a:avLst/>
          </a:prstGeom>
        </p:spPr>
        <p:txBody>
          <a:bodyPr>
            <a:noAutofit/>
          </a:bodyPr>
          <a:lstStyle>
            <a:lvl1pPr marL="0" indent="0" algn="l" defTabSz="457155" rtl="0" eaLnBrk="1" latinLnBrk="0" hangingPunct="1">
              <a:lnSpc>
                <a:spcPts val="2200"/>
              </a:lnSpc>
              <a:buNone/>
              <a:defRPr lang="en-US" sz="1200" b="0" i="0" kern="0" spc="-36" dirty="0" smtClean="0">
                <a:solidFill>
                  <a:schemeClr val="bg1"/>
                </a:solidFill>
                <a:latin typeface="+mn-lt"/>
                <a:ea typeface="Poppins" pitchFamily="2" charset="77"/>
                <a:cs typeface="Poppins" pitchFamily="2" charset="77"/>
              </a:defRPr>
            </a:lvl1pPr>
          </a:lstStyle>
          <a:p>
            <a:pPr lvl="0"/>
            <a:r>
              <a:rPr lang="en-US"/>
              <a:t>Ask questions to deepen your knowledge, synthesize the information you gather, and tell compelling stories. Your contributions will be informed, impactful, and valuable.</a:t>
            </a:r>
          </a:p>
        </p:txBody>
      </p:sp>
    </p:spTree>
    <p:extLst>
      <p:ext uri="{BB962C8B-B14F-4D97-AF65-F5344CB8AC3E}">
        <p14:creationId xmlns:p14="http://schemas.microsoft.com/office/powerpoint/2010/main" val="361891250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tx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C6FFFD9-3411-3D2C-CC57-DDEB3BE71656}"/>
              </a:ext>
            </a:extLst>
          </p:cNvPr>
          <p:cNvSpPr>
            <a:spLocks noGrp="1"/>
          </p:cNvSpPr>
          <p:nvPr>
            <p:ph type="pic" sz="quarter" idx="24"/>
          </p:nvPr>
        </p:nvSpPr>
        <p:spPr>
          <a:xfrm>
            <a:off x="5301645" y="2167731"/>
            <a:ext cx="1693644" cy="1693864"/>
          </a:xfrm>
          <a:prstGeom prst="ellipse">
            <a:avLst/>
          </a:prstGeom>
        </p:spPr>
        <p:txBody>
          <a:bodyPr/>
          <a:lstStyle>
            <a:lvl1pPr>
              <a:defRPr b="0" i="0">
                <a:latin typeface="Poppins" pitchFamily="2" charset="77"/>
              </a:defRPr>
            </a:lvl1pPr>
          </a:lstStyle>
          <a:p>
            <a:r>
              <a:rPr lang="en-US"/>
              <a:t>Click icon to add picture</a:t>
            </a:r>
          </a:p>
        </p:txBody>
      </p:sp>
      <p:sp>
        <p:nvSpPr>
          <p:cNvPr id="6" name="Text Placeholder 19">
            <a:extLst>
              <a:ext uri="{FF2B5EF4-FFF2-40B4-BE49-F238E27FC236}">
                <a16:creationId xmlns:a16="http://schemas.microsoft.com/office/drawing/2014/main" id="{2AC2F738-54F7-71D7-80CA-B9D325AFECAD}"/>
              </a:ext>
            </a:extLst>
          </p:cNvPr>
          <p:cNvSpPr>
            <a:spLocks noGrp="1"/>
          </p:cNvSpPr>
          <p:nvPr>
            <p:ph type="body" sz="quarter" idx="15" hasCustomPrompt="1"/>
          </p:nvPr>
        </p:nvSpPr>
        <p:spPr>
          <a:xfrm>
            <a:off x="4721903" y="4089587"/>
            <a:ext cx="2853128" cy="317500"/>
          </a:xfrm>
          <a:prstGeom prst="rect">
            <a:avLst/>
          </a:prstGeom>
        </p:spPr>
        <p:txBody>
          <a:bodyPr>
            <a:noAutofit/>
          </a:bodyPr>
          <a:lstStyle>
            <a:lvl1pPr marL="0" indent="0" algn="ctr" defTabSz="457155" rtl="0" eaLnBrk="1" latinLnBrk="0" hangingPunct="1">
              <a:lnSpc>
                <a:spcPts val="2200"/>
              </a:lnSpc>
              <a:buNone/>
              <a:defRPr lang="en-US" sz="1800" b="0" i="0" kern="0" spc="0" dirty="0" smtClean="0">
                <a:solidFill>
                  <a:schemeClr val="bg1"/>
                </a:solidFill>
                <a:latin typeface="+mj-lt"/>
                <a:ea typeface="Poppins" pitchFamily="2" charset="77"/>
                <a:cs typeface="Poppins" pitchFamily="2" charset="77"/>
              </a:defRPr>
            </a:lvl1pPr>
          </a:lstStyle>
          <a:p>
            <a:pPr lvl="0"/>
            <a:r>
              <a:rPr lang="en-US"/>
              <a:t>Speaker Name</a:t>
            </a:r>
          </a:p>
        </p:txBody>
      </p:sp>
      <p:sp>
        <p:nvSpPr>
          <p:cNvPr id="8" name="Text Placeholder 19">
            <a:extLst>
              <a:ext uri="{FF2B5EF4-FFF2-40B4-BE49-F238E27FC236}">
                <a16:creationId xmlns:a16="http://schemas.microsoft.com/office/drawing/2014/main" id="{815DF261-1797-0538-D4E0-51D841564E9F}"/>
              </a:ext>
            </a:extLst>
          </p:cNvPr>
          <p:cNvSpPr>
            <a:spLocks noGrp="1"/>
          </p:cNvSpPr>
          <p:nvPr>
            <p:ph type="body" sz="quarter" idx="25" hasCustomPrompt="1"/>
          </p:nvPr>
        </p:nvSpPr>
        <p:spPr>
          <a:xfrm>
            <a:off x="4721903" y="4476329"/>
            <a:ext cx="2853128" cy="317500"/>
          </a:xfrm>
          <a:prstGeom prst="rect">
            <a:avLst/>
          </a:prstGeom>
        </p:spPr>
        <p:txBody>
          <a:bodyPr>
            <a:noAutofit/>
          </a:bodyPr>
          <a:lstStyle>
            <a:lvl1pPr marL="0" indent="0" algn="ctr" defTabSz="457155" rtl="0" eaLnBrk="1" latinLnBrk="0" hangingPunct="1">
              <a:lnSpc>
                <a:spcPts val="2200"/>
              </a:lnSpc>
              <a:buNone/>
              <a:defRPr lang="en-US" sz="1800" b="0" i="0" kern="0" spc="0" dirty="0" smtClean="0">
                <a:solidFill>
                  <a:schemeClr val="bg2"/>
                </a:solidFill>
                <a:latin typeface="+mn-lt"/>
                <a:ea typeface="Poppins" pitchFamily="2" charset="77"/>
                <a:cs typeface="Poppins" pitchFamily="2" charset="77"/>
              </a:defRPr>
            </a:lvl1pPr>
          </a:lstStyle>
          <a:p>
            <a:pPr lvl="0"/>
            <a:r>
              <a:rPr lang="en-US"/>
              <a:t>Title</a:t>
            </a:r>
          </a:p>
        </p:txBody>
      </p:sp>
    </p:spTree>
    <p:extLst>
      <p:ext uri="{BB962C8B-B14F-4D97-AF65-F5344CB8AC3E}">
        <p14:creationId xmlns:p14="http://schemas.microsoft.com/office/powerpoint/2010/main" val="10766818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96D34A49-E8B2-6533-BACD-DDD9E5B86722}"/>
              </a:ext>
            </a:extLst>
          </p:cNvPr>
          <p:cNvCxnSpPr>
            <a:cxnSpLocks/>
          </p:cNvCxnSpPr>
          <p:nvPr/>
        </p:nvCxnSpPr>
        <p:spPr>
          <a:xfrm>
            <a:off x="568322" y="3116179"/>
            <a:ext cx="1067429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F7B5F278-8B80-F414-CEAD-B40CBB54EF63}"/>
              </a:ext>
            </a:extLst>
          </p:cNvPr>
          <p:cNvSpPr/>
          <p:nvPr/>
        </p:nvSpPr>
        <p:spPr>
          <a:xfrm>
            <a:off x="568321" y="3060700"/>
            <a:ext cx="101587" cy="101600"/>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solidFill>
                <a:schemeClr val="bg1"/>
              </a:solidFill>
              <a:latin typeface="+mn-lt"/>
            </a:endParaRPr>
          </a:p>
        </p:txBody>
      </p:sp>
      <p:sp>
        <p:nvSpPr>
          <p:cNvPr id="25" name="Oval 24">
            <a:extLst>
              <a:ext uri="{FF2B5EF4-FFF2-40B4-BE49-F238E27FC236}">
                <a16:creationId xmlns:a16="http://schemas.microsoft.com/office/drawing/2014/main" id="{EF0DBECD-5629-6082-6EBB-F5B15437DC5F}"/>
              </a:ext>
            </a:extLst>
          </p:cNvPr>
          <p:cNvSpPr/>
          <p:nvPr/>
        </p:nvSpPr>
        <p:spPr>
          <a:xfrm>
            <a:off x="2361184" y="3060700"/>
            <a:ext cx="101587" cy="101600"/>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solidFill>
                <a:schemeClr val="bg1"/>
              </a:solidFill>
              <a:latin typeface="+mn-lt"/>
            </a:endParaRPr>
          </a:p>
        </p:txBody>
      </p:sp>
      <p:sp>
        <p:nvSpPr>
          <p:cNvPr id="26" name="Oval 25">
            <a:extLst>
              <a:ext uri="{FF2B5EF4-FFF2-40B4-BE49-F238E27FC236}">
                <a16:creationId xmlns:a16="http://schemas.microsoft.com/office/drawing/2014/main" id="{7236D392-42AF-BDF4-01D5-A1F418C7BBA6}"/>
              </a:ext>
            </a:extLst>
          </p:cNvPr>
          <p:cNvSpPr/>
          <p:nvPr/>
        </p:nvSpPr>
        <p:spPr>
          <a:xfrm>
            <a:off x="4154047" y="3060700"/>
            <a:ext cx="101587" cy="101600"/>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solidFill>
                <a:schemeClr val="bg1"/>
              </a:solidFill>
              <a:latin typeface="+mn-lt"/>
            </a:endParaRPr>
          </a:p>
        </p:txBody>
      </p:sp>
      <p:sp>
        <p:nvSpPr>
          <p:cNvPr id="27" name="Oval 26">
            <a:extLst>
              <a:ext uri="{FF2B5EF4-FFF2-40B4-BE49-F238E27FC236}">
                <a16:creationId xmlns:a16="http://schemas.microsoft.com/office/drawing/2014/main" id="{9BC77707-EF41-7588-5F2B-F8D966D2B090}"/>
              </a:ext>
            </a:extLst>
          </p:cNvPr>
          <p:cNvSpPr/>
          <p:nvPr/>
        </p:nvSpPr>
        <p:spPr>
          <a:xfrm>
            <a:off x="5946910" y="3060700"/>
            <a:ext cx="101587" cy="101600"/>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solidFill>
                <a:schemeClr val="bg1"/>
              </a:solidFill>
              <a:latin typeface="+mn-lt"/>
            </a:endParaRPr>
          </a:p>
        </p:txBody>
      </p:sp>
      <p:sp>
        <p:nvSpPr>
          <p:cNvPr id="28" name="Oval 27">
            <a:extLst>
              <a:ext uri="{FF2B5EF4-FFF2-40B4-BE49-F238E27FC236}">
                <a16:creationId xmlns:a16="http://schemas.microsoft.com/office/drawing/2014/main" id="{34935974-7A27-0EAF-F65E-9CD1EF64F995}"/>
              </a:ext>
            </a:extLst>
          </p:cNvPr>
          <p:cNvSpPr/>
          <p:nvPr/>
        </p:nvSpPr>
        <p:spPr>
          <a:xfrm>
            <a:off x="7739773" y="3060700"/>
            <a:ext cx="101587" cy="101600"/>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solidFill>
                <a:schemeClr val="bg1"/>
              </a:solidFill>
              <a:latin typeface="+mn-lt"/>
            </a:endParaRPr>
          </a:p>
        </p:txBody>
      </p:sp>
      <p:sp>
        <p:nvSpPr>
          <p:cNvPr id="29" name="Oval 28">
            <a:extLst>
              <a:ext uri="{FF2B5EF4-FFF2-40B4-BE49-F238E27FC236}">
                <a16:creationId xmlns:a16="http://schemas.microsoft.com/office/drawing/2014/main" id="{A5ACF488-2BD4-FACB-396D-4D3924CEAC4B}"/>
              </a:ext>
            </a:extLst>
          </p:cNvPr>
          <p:cNvSpPr/>
          <p:nvPr/>
        </p:nvSpPr>
        <p:spPr>
          <a:xfrm>
            <a:off x="9532637" y="3060700"/>
            <a:ext cx="101587" cy="101600"/>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0" i="0">
              <a:solidFill>
                <a:schemeClr val="bg1"/>
              </a:solidFill>
              <a:latin typeface="+mn-lt"/>
            </a:endParaRPr>
          </a:p>
        </p:txBody>
      </p:sp>
      <p:sp>
        <p:nvSpPr>
          <p:cNvPr id="3" name="Text Placeholder 2">
            <a:extLst>
              <a:ext uri="{FF2B5EF4-FFF2-40B4-BE49-F238E27FC236}">
                <a16:creationId xmlns:a16="http://schemas.microsoft.com/office/drawing/2014/main" id="{6050E778-2646-7DE1-F70C-32E5060E4F65}"/>
              </a:ext>
            </a:extLst>
          </p:cNvPr>
          <p:cNvSpPr>
            <a:spLocks noGrp="1"/>
          </p:cNvSpPr>
          <p:nvPr>
            <p:ph type="body" sz="quarter" idx="17" hasCustomPrompt="1"/>
          </p:nvPr>
        </p:nvSpPr>
        <p:spPr>
          <a:xfrm>
            <a:off x="514040"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chemeClr val="bg1"/>
                </a:solidFill>
                <a:latin typeface="Poppins" pitchFamily="2" charset="77"/>
                <a:ea typeface="Poppins" pitchFamily="2" charset="77"/>
                <a:cs typeface="Poppins" pitchFamily="2" charset="77"/>
              </a:defRPr>
            </a:lvl1pPr>
          </a:lstStyle>
          <a:p>
            <a:pPr lvl="0"/>
            <a:r>
              <a:rPr lang="en-US"/>
              <a:t>Month</a:t>
            </a:r>
          </a:p>
        </p:txBody>
      </p:sp>
      <p:sp>
        <p:nvSpPr>
          <p:cNvPr id="39" name="Text Placeholder 2">
            <a:extLst>
              <a:ext uri="{FF2B5EF4-FFF2-40B4-BE49-F238E27FC236}">
                <a16:creationId xmlns:a16="http://schemas.microsoft.com/office/drawing/2014/main" id="{39F066E0-91B7-2498-04ED-A26B3EE7835B}"/>
              </a:ext>
            </a:extLst>
          </p:cNvPr>
          <p:cNvSpPr>
            <a:spLocks noGrp="1"/>
          </p:cNvSpPr>
          <p:nvPr>
            <p:ph type="body" sz="quarter" idx="20" hasCustomPrompt="1"/>
          </p:nvPr>
        </p:nvSpPr>
        <p:spPr>
          <a:xfrm>
            <a:off x="2307437"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chemeClr val="bg1"/>
                </a:solidFill>
                <a:latin typeface="Poppins" pitchFamily="2" charset="77"/>
                <a:ea typeface="Poppins" pitchFamily="2" charset="77"/>
                <a:cs typeface="Poppins" pitchFamily="2" charset="77"/>
              </a:defRPr>
            </a:lvl1pPr>
          </a:lstStyle>
          <a:p>
            <a:pPr lvl="0"/>
            <a:r>
              <a:rPr lang="en-US"/>
              <a:t>Month</a:t>
            </a:r>
          </a:p>
        </p:txBody>
      </p:sp>
      <p:sp>
        <p:nvSpPr>
          <p:cNvPr id="41" name="Text Placeholder 2">
            <a:extLst>
              <a:ext uri="{FF2B5EF4-FFF2-40B4-BE49-F238E27FC236}">
                <a16:creationId xmlns:a16="http://schemas.microsoft.com/office/drawing/2014/main" id="{F4992439-7519-A93F-0602-FE954DF166ED}"/>
              </a:ext>
            </a:extLst>
          </p:cNvPr>
          <p:cNvSpPr>
            <a:spLocks noGrp="1"/>
          </p:cNvSpPr>
          <p:nvPr>
            <p:ph type="body" sz="quarter" idx="22" hasCustomPrompt="1"/>
          </p:nvPr>
        </p:nvSpPr>
        <p:spPr>
          <a:xfrm>
            <a:off x="4100835"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chemeClr val="bg1"/>
                </a:solidFill>
                <a:latin typeface="Poppins" pitchFamily="2" charset="77"/>
                <a:ea typeface="Poppins" pitchFamily="2" charset="77"/>
                <a:cs typeface="Poppins" pitchFamily="2" charset="77"/>
              </a:defRPr>
            </a:lvl1pPr>
          </a:lstStyle>
          <a:p>
            <a:pPr lvl="0"/>
            <a:r>
              <a:rPr lang="en-US"/>
              <a:t>Month</a:t>
            </a:r>
          </a:p>
        </p:txBody>
      </p:sp>
      <p:sp>
        <p:nvSpPr>
          <p:cNvPr id="43" name="Text Placeholder 2">
            <a:extLst>
              <a:ext uri="{FF2B5EF4-FFF2-40B4-BE49-F238E27FC236}">
                <a16:creationId xmlns:a16="http://schemas.microsoft.com/office/drawing/2014/main" id="{C4A15BA1-6F75-5848-0BE5-9972EB528DF3}"/>
              </a:ext>
            </a:extLst>
          </p:cNvPr>
          <p:cNvSpPr>
            <a:spLocks noGrp="1"/>
          </p:cNvSpPr>
          <p:nvPr>
            <p:ph type="body" sz="quarter" idx="24" hasCustomPrompt="1"/>
          </p:nvPr>
        </p:nvSpPr>
        <p:spPr>
          <a:xfrm>
            <a:off x="5894231"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chemeClr val="bg1"/>
                </a:solidFill>
                <a:latin typeface="Poppins" pitchFamily="2" charset="77"/>
                <a:ea typeface="Poppins" pitchFamily="2" charset="77"/>
                <a:cs typeface="Poppins" pitchFamily="2" charset="77"/>
              </a:defRPr>
            </a:lvl1pPr>
          </a:lstStyle>
          <a:p>
            <a:pPr lvl="0"/>
            <a:r>
              <a:rPr lang="en-US"/>
              <a:t>Month</a:t>
            </a:r>
          </a:p>
        </p:txBody>
      </p:sp>
      <p:sp>
        <p:nvSpPr>
          <p:cNvPr id="45" name="Text Placeholder 2">
            <a:extLst>
              <a:ext uri="{FF2B5EF4-FFF2-40B4-BE49-F238E27FC236}">
                <a16:creationId xmlns:a16="http://schemas.microsoft.com/office/drawing/2014/main" id="{38CC13D9-910F-E88A-80F3-A1CE25C93582}"/>
              </a:ext>
            </a:extLst>
          </p:cNvPr>
          <p:cNvSpPr>
            <a:spLocks noGrp="1"/>
          </p:cNvSpPr>
          <p:nvPr>
            <p:ph type="body" sz="quarter" idx="26" hasCustomPrompt="1"/>
          </p:nvPr>
        </p:nvSpPr>
        <p:spPr>
          <a:xfrm>
            <a:off x="7687629"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chemeClr val="bg1"/>
                </a:solidFill>
                <a:latin typeface="Poppins" pitchFamily="2" charset="77"/>
                <a:ea typeface="Poppins" pitchFamily="2" charset="77"/>
                <a:cs typeface="Poppins" pitchFamily="2" charset="77"/>
              </a:defRPr>
            </a:lvl1pPr>
          </a:lstStyle>
          <a:p>
            <a:pPr lvl="0"/>
            <a:r>
              <a:rPr lang="en-US"/>
              <a:t>Month</a:t>
            </a:r>
          </a:p>
        </p:txBody>
      </p:sp>
      <p:sp>
        <p:nvSpPr>
          <p:cNvPr id="47" name="Text Placeholder 2">
            <a:extLst>
              <a:ext uri="{FF2B5EF4-FFF2-40B4-BE49-F238E27FC236}">
                <a16:creationId xmlns:a16="http://schemas.microsoft.com/office/drawing/2014/main" id="{178A6E13-DFF2-3D21-D580-85A75DD25803}"/>
              </a:ext>
            </a:extLst>
          </p:cNvPr>
          <p:cNvSpPr>
            <a:spLocks noGrp="1"/>
          </p:cNvSpPr>
          <p:nvPr>
            <p:ph type="body" sz="quarter" idx="28" hasCustomPrompt="1"/>
          </p:nvPr>
        </p:nvSpPr>
        <p:spPr>
          <a:xfrm>
            <a:off x="9481026" y="3395579"/>
            <a:ext cx="1778298" cy="220134"/>
          </a:xfrm>
          <a:prstGeom prst="rect">
            <a:avLst/>
          </a:prstGeom>
        </p:spPr>
        <p:txBody>
          <a:bodyPr>
            <a:noAutofit/>
          </a:bodyPr>
          <a:lstStyle>
            <a:lvl1pPr marL="0" indent="0" algn="l" defTabSz="457155" rtl="0" eaLnBrk="1" latinLnBrk="0" hangingPunct="1">
              <a:lnSpc>
                <a:spcPts val="1400"/>
              </a:lnSpc>
              <a:buNone/>
              <a:defRPr lang="en-US" sz="1100" b="1" i="0" kern="1200" dirty="0">
                <a:solidFill>
                  <a:schemeClr val="bg1"/>
                </a:solidFill>
                <a:latin typeface="Poppins" pitchFamily="2" charset="77"/>
                <a:ea typeface="Poppins" pitchFamily="2" charset="77"/>
                <a:cs typeface="Poppins" pitchFamily="2" charset="77"/>
              </a:defRPr>
            </a:lvl1pPr>
          </a:lstStyle>
          <a:p>
            <a:pPr lvl="0"/>
            <a:r>
              <a:rPr lang="en-US"/>
              <a:t>Month</a:t>
            </a:r>
          </a:p>
        </p:txBody>
      </p:sp>
      <p:sp>
        <p:nvSpPr>
          <p:cNvPr id="2" name="Text Placeholder 19">
            <a:extLst>
              <a:ext uri="{FF2B5EF4-FFF2-40B4-BE49-F238E27FC236}">
                <a16:creationId xmlns:a16="http://schemas.microsoft.com/office/drawing/2014/main" id="{22875B44-AF61-8CB8-ACC6-757D2C841F58}"/>
              </a:ext>
            </a:extLst>
          </p:cNvPr>
          <p:cNvSpPr>
            <a:spLocks noGrp="1"/>
          </p:cNvSpPr>
          <p:nvPr>
            <p:ph type="body" sz="quarter" idx="36" hasCustomPrompt="1"/>
          </p:nvPr>
        </p:nvSpPr>
        <p:spPr>
          <a:xfrm>
            <a:off x="514040"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4" name="Text Placeholder 19">
            <a:extLst>
              <a:ext uri="{FF2B5EF4-FFF2-40B4-BE49-F238E27FC236}">
                <a16:creationId xmlns:a16="http://schemas.microsoft.com/office/drawing/2014/main" id="{39FD035D-9C12-F41F-8D79-9F597AEF882B}"/>
              </a:ext>
            </a:extLst>
          </p:cNvPr>
          <p:cNvSpPr>
            <a:spLocks noGrp="1"/>
          </p:cNvSpPr>
          <p:nvPr>
            <p:ph type="body" sz="quarter" idx="37" hasCustomPrompt="1"/>
          </p:nvPr>
        </p:nvSpPr>
        <p:spPr>
          <a:xfrm>
            <a:off x="2307437"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5" name="Text Placeholder 19">
            <a:extLst>
              <a:ext uri="{FF2B5EF4-FFF2-40B4-BE49-F238E27FC236}">
                <a16:creationId xmlns:a16="http://schemas.microsoft.com/office/drawing/2014/main" id="{3942584E-A756-7215-9E43-1936A5261761}"/>
              </a:ext>
            </a:extLst>
          </p:cNvPr>
          <p:cNvSpPr>
            <a:spLocks noGrp="1"/>
          </p:cNvSpPr>
          <p:nvPr>
            <p:ph type="body" sz="quarter" idx="38" hasCustomPrompt="1"/>
          </p:nvPr>
        </p:nvSpPr>
        <p:spPr>
          <a:xfrm>
            <a:off x="4100835"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6" name="Text Placeholder 19">
            <a:extLst>
              <a:ext uri="{FF2B5EF4-FFF2-40B4-BE49-F238E27FC236}">
                <a16:creationId xmlns:a16="http://schemas.microsoft.com/office/drawing/2014/main" id="{F31F0407-91C0-5D0E-364C-A699FB24C03E}"/>
              </a:ext>
            </a:extLst>
          </p:cNvPr>
          <p:cNvSpPr>
            <a:spLocks noGrp="1"/>
          </p:cNvSpPr>
          <p:nvPr>
            <p:ph type="body" sz="quarter" idx="39" hasCustomPrompt="1"/>
          </p:nvPr>
        </p:nvSpPr>
        <p:spPr>
          <a:xfrm>
            <a:off x="5894230"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7" name="Text Placeholder 19">
            <a:extLst>
              <a:ext uri="{FF2B5EF4-FFF2-40B4-BE49-F238E27FC236}">
                <a16:creationId xmlns:a16="http://schemas.microsoft.com/office/drawing/2014/main" id="{48F96590-2A25-F87E-9F30-27910D937D86}"/>
              </a:ext>
            </a:extLst>
          </p:cNvPr>
          <p:cNvSpPr>
            <a:spLocks noGrp="1"/>
          </p:cNvSpPr>
          <p:nvPr>
            <p:ph type="body" sz="quarter" idx="40" hasCustomPrompt="1"/>
          </p:nvPr>
        </p:nvSpPr>
        <p:spPr>
          <a:xfrm>
            <a:off x="7687627"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8" name="Text Placeholder 19">
            <a:extLst>
              <a:ext uri="{FF2B5EF4-FFF2-40B4-BE49-F238E27FC236}">
                <a16:creationId xmlns:a16="http://schemas.microsoft.com/office/drawing/2014/main" id="{D5F01208-F70E-E93C-0A47-23742F07A6C4}"/>
              </a:ext>
            </a:extLst>
          </p:cNvPr>
          <p:cNvSpPr>
            <a:spLocks noGrp="1"/>
          </p:cNvSpPr>
          <p:nvPr>
            <p:ph type="body" sz="quarter" idx="41" hasCustomPrompt="1"/>
          </p:nvPr>
        </p:nvSpPr>
        <p:spPr>
          <a:xfrm>
            <a:off x="9481026" y="3641868"/>
            <a:ext cx="1778298"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stStyle>
          <a:p>
            <a:r>
              <a:rPr lang="en-US" spc="-60"/>
              <a:t>Detail of milestone happening at this point in time. Two to four lines are ideal.</a:t>
            </a:r>
          </a:p>
        </p:txBody>
      </p:sp>
      <p:sp>
        <p:nvSpPr>
          <p:cNvPr id="9" name="Text Placeholder 19">
            <a:extLst>
              <a:ext uri="{FF2B5EF4-FFF2-40B4-BE49-F238E27FC236}">
                <a16:creationId xmlns:a16="http://schemas.microsoft.com/office/drawing/2014/main" id="{C435A5F1-435A-7DE6-AFC7-2C4E7DDF94A5}"/>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Project roadmap</a:t>
            </a:r>
          </a:p>
          <a:p>
            <a:pPr lvl="0"/>
            <a:endParaRPr lang="en-US"/>
          </a:p>
        </p:txBody>
      </p:sp>
      <p:sp>
        <p:nvSpPr>
          <p:cNvPr id="10" name="Text Placeholder 19">
            <a:extLst>
              <a:ext uri="{FF2B5EF4-FFF2-40B4-BE49-F238E27FC236}">
                <a16:creationId xmlns:a16="http://schemas.microsoft.com/office/drawing/2014/main" id="{F23D5B8E-5E15-4A7D-CE93-7AFA6AAA5A28}"/>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p:txBody>
      </p:sp>
      <p:sp>
        <p:nvSpPr>
          <p:cNvPr id="11" name="Text Placeholder 19">
            <a:extLst>
              <a:ext uri="{FF2B5EF4-FFF2-40B4-BE49-F238E27FC236}">
                <a16:creationId xmlns:a16="http://schemas.microsoft.com/office/drawing/2014/main" id="{DA9BCA77-767B-99C5-16EF-E6199D49105C}"/>
              </a:ext>
            </a:extLst>
          </p:cNvPr>
          <p:cNvSpPr>
            <a:spLocks noGrp="1"/>
          </p:cNvSpPr>
          <p:nvPr>
            <p:ph type="body" sz="quarter" idx="15" hasCustomPrompt="1"/>
          </p:nvPr>
        </p:nvSpPr>
        <p:spPr>
          <a:xfrm>
            <a:off x="514040" y="2444751"/>
            <a:ext cx="1793398" cy="354200"/>
          </a:xfrm>
          <a:prstGeom prst="rect">
            <a:avLst/>
          </a:prstGeom>
        </p:spPr>
        <p:txBody>
          <a:bodyPr wrap="square">
            <a:spAutoFit/>
          </a:bodyPr>
          <a:lstStyle>
            <a:lvl1pPr marL="0" indent="0" algn="l" defTabSz="457155" rtl="0" eaLnBrk="1" latinLnBrk="0" hangingPunct="1">
              <a:lnSpc>
                <a:spcPts val="2200"/>
              </a:lnSpc>
              <a:buNone/>
              <a:defRPr lang="en-US" sz="1400" b="0" i="0" kern="0" spc="0" dirty="0" smtClean="0">
                <a:solidFill>
                  <a:schemeClr val="bg1"/>
                </a:solidFill>
                <a:latin typeface="+mj-lt"/>
                <a:ea typeface="Poppins" pitchFamily="2" charset="77"/>
                <a:cs typeface="Poppins" pitchFamily="2" charset="77"/>
              </a:defRPr>
            </a:lvl1pPr>
          </a:lstStyle>
          <a:p>
            <a:pPr lvl="0"/>
            <a:r>
              <a:rPr lang="en-US"/>
              <a:t>Milestone</a:t>
            </a:r>
          </a:p>
        </p:txBody>
      </p:sp>
      <p:sp>
        <p:nvSpPr>
          <p:cNvPr id="12" name="Text Placeholder 19">
            <a:extLst>
              <a:ext uri="{FF2B5EF4-FFF2-40B4-BE49-F238E27FC236}">
                <a16:creationId xmlns:a16="http://schemas.microsoft.com/office/drawing/2014/main" id="{28362263-5CB4-FF80-87E7-6A72134CBB5B}"/>
              </a:ext>
            </a:extLst>
          </p:cNvPr>
          <p:cNvSpPr>
            <a:spLocks noGrp="1"/>
          </p:cNvSpPr>
          <p:nvPr>
            <p:ph type="body" sz="quarter" idx="42" hasCustomPrompt="1"/>
          </p:nvPr>
        </p:nvSpPr>
        <p:spPr>
          <a:xfrm>
            <a:off x="2307972" y="2444898"/>
            <a:ext cx="1792863" cy="354200"/>
          </a:xfrm>
          <a:prstGeom prst="rect">
            <a:avLst/>
          </a:prstGeom>
        </p:spPr>
        <p:txBody>
          <a:bodyPr>
            <a:spAutoFit/>
          </a:bodyPr>
          <a:lstStyle>
            <a:lvl1pPr marL="0" indent="0" algn="l" defTabSz="457155" rtl="0" eaLnBrk="1" latinLnBrk="0" hangingPunct="1">
              <a:lnSpc>
                <a:spcPts val="2200"/>
              </a:lnSpc>
              <a:buNone/>
              <a:defRPr lang="en-US" sz="1400" b="0" i="0" kern="0" spc="0" dirty="0" smtClean="0">
                <a:solidFill>
                  <a:schemeClr val="bg1"/>
                </a:solidFill>
                <a:latin typeface="+mj-lt"/>
                <a:ea typeface="Poppins" pitchFamily="2" charset="77"/>
                <a:cs typeface="Poppins" pitchFamily="2" charset="77"/>
              </a:defRPr>
            </a:lvl1pPr>
          </a:lstStyle>
          <a:p>
            <a:pPr lvl="0"/>
            <a:r>
              <a:rPr lang="en-US"/>
              <a:t>Milestone</a:t>
            </a:r>
          </a:p>
        </p:txBody>
      </p:sp>
      <p:sp>
        <p:nvSpPr>
          <p:cNvPr id="13" name="Text Placeholder 19">
            <a:extLst>
              <a:ext uri="{FF2B5EF4-FFF2-40B4-BE49-F238E27FC236}">
                <a16:creationId xmlns:a16="http://schemas.microsoft.com/office/drawing/2014/main" id="{B552EE48-05A0-0265-F470-5A2B5B47E98D}"/>
              </a:ext>
            </a:extLst>
          </p:cNvPr>
          <p:cNvSpPr>
            <a:spLocks noGrp="1"/>
          </p:cNvSpPr>
          <p:nvPr>
            <p:ph type="body" sz="quarter" idx="43" hasCustomPrompt="1"/>
          </p:nvPr>
        </p:nvSpPr>
        <p:spPr>
          <a:xfrm>
            <a:off x="4100835" y="2444604"/>
            <a:ext cx="1793398" cy="354200"/>
          </a:xfrm>
          <a:prstGeom prst="rect">
            <a:avLst/>
          </a:prstGeom>
        </p:spPr>
        <p:txBody>
          <a:bodyPr wrap="square">
            <a:spAutoFit/>
          </a:bodyPr>
          <a:lstStyle>
            <a:lvl1pPr marL="0" indent="0" algn="l" defTabSz="457155" rtl="0" eaLnBrk="1" latinLnBrk="0" hangingPunct="1">
              <a:lnSpc>
                <a:spcPts val="2200"/>
              </a:lnSpc>
              <a:buNone/>
              <a:defRPr lang="en-US" sz="1400" b="0" i="0" kern="0" spc="0" dirty="0" smtClean="0">
                <a:solidFill>
                  <a:schemeClr val="bg1"/>
                </a:solidFill>
                <a:latin typeface="+mj-lt"/>
                <a:ea typeface="Poppins" pitchFamily="2" charset="77"/>
                <a:cs typeface="Poppins" pitchFamily="2" charset="77"/>
              </a:defRPr>
            </a:lvl1pPr>
          </a:lstStyle>
          <a:p>
            <a:pPr lvl="0"/>
            <a:r>
              <a:rPr lang="en-US"/>
              <a:t>Milestone</a:t>
            </a:r>
          </a:p>
        </p:txBody>
      </p:sp>
      <p:sp>
        <p:nvSpPr>
          <p:cNvPr id="14" name="Text Placeholder 19">
            <a:extLst>
              <a:ext uri="{FF2B5EF4-FFF2-40B4-BE49-F238E27FC236}">
                <a16:creationId xmlns:a16="http://schemas.microsoft.com/office/drawing/2014/main" id="{EB0B9FD9-7612-3433-CC37-BECA528518DE}"/>
              </a:ext>
            </a:extLst>
          </p:cNvPr>
          <p:cNvSpPr>
            <a:spLocks noGrp="1"/>
          </p:cNvSpPr>
          <p:nvPr>
            <p:ph type="body" sz="quarter" idx="44" hasCustomPrompt="1"/>
          </p:nvPr>
        </p:nvSpPr>
        <p:spPr>
          <a:xfrm>
            <a:off x="5894767" y="2444751"/>
            <a:ext cx="1792863" cy="354200"/>
          </a:xfrm>
          <a:prstGeom prst="rect">
            <a:avLst/>
          </a:prstGeom>
        </p:spPr>
        <p:txBody>
          <a:bodyPr>
            <a:spAutoFit/>
          </a:bodyPr>
          <a:lstStyle>
            <a:lvl1pPr marL="0" indent="0" algn="l" defTabSz="457155" rtl="0" eaLnBrk="1" latinLnBrk="0" hangingPunct="1">
              <a:lnSpc>
                <a:spcPts val="2200"/>
              </a:lnSpc>
              <a:buNone/>
              <a:defRPr lang="en-US" sz="1400" b="0" i="0" kern="0" spc="0" dirty="0" smtClean="0">
                <a:solidFill>
                  <a:schemeClr val="bg1"/>
                </a:solidFill>
                <a:latin typeface="+mj-lt"/>
                <a:ea typeface="Poppins" pitchFamily="2" charset="77"/>
                <a:cs typeface="Poppins" pitchFamily="2" charset="77"/>
              </a:defRPr>
            </a:lvl1pPr>
          </a:lstStyle>
          <a:p>
            <a:pPr lvl="0"/>
            <a:r>
              <a:rPr lang="en-US"/>
              <a:t>Milestone</a:t>
            </a:r>
          </a:p>
        </p:txBody>
      </p:sp>
      <p:sp>
        <p:nvSpPr>
          <p:cNvPr id="15" name="Text Placeholder 19">
            <a:extLst>
              <a:ext uri="{FF2B5EF4-FFF2-40B4-BE49-F238E27FC236}">
                <a16:creationId xmlns:a16="http://schemas.microsoft.com/office/drawing/2014/main" id="{E6CDD66E-076D-2738-C2D3-85A0AED2FCEA}"/>
              </a:ext>
            </a:extLst>
          </p:cNvPr>
          <p:cNvSpPr>
            <a:spLocks noGrp="1"/>
          </p:cNvSpPr>
          <p:nvPr>
            <p:ph type="body" sz="quarter" idx="45" hasCustomPrompt="1"/>
          </p:nvPr>
        </p:nvSpPr>
        <p:spPr>
          <a:xfrm>
            <a:off x="7687096" y="2443436"/>
            <a:ext cx="1793398" cy="354200"/>
          </a:xfrm>
          <a:prstGeom prst="rect">
            <a:avLst/>
          </a:prstGeom>
        </p:spPr>
        <p:txBody>
          <a:bodyPr wrap="square">
            <a:spAutoFit/>
          </a:bodyPr>
          <a:lstStyle>
            <a:lvl1pPr marL="0" indent="0" algn="l" defTabSz="457155" rtl="0" eaLnBrk="1" latinLnBrk="0" hangingPunct="1">
              <a:lnSpc>
                <a:spcPts val="2200"/>
              </a:lnSpc>
              <a:buNone/>
              <a:defRPr lang="en-US" sz="1400" b="0" i="0" kern="0" spc="0" dirty="0" smtClean="0">
                <a:solidFill>
                  <a:schemeClr val="bg1"/>
                </a:solidFill>
                <a:latin typeface="+mj-lt"/>
                <a:ea typeface="Poppins" pitchFamily="2" charset="77"/>
                <a:cs typeface="Poppins" pitchFamily="2" charset="77"/>
              </a:defRPr>
            </a:lvl1pPr>
          </a:lstStyle>
          <a:p>
            <a:pPr lvl="0"/>
            <a:r>
              <a:rPr lang="en-US"/>
              <a:t>Milestone</a:t>
            </a:r>
          </a:p>
        </p:txBody>
      </p:sp>
      <p:sp>
        <p:nvSpPr>
          <p:cNvPr id="16" name="Text Placeholder 19">
            <a:extLst>
              <a:ext uri="{FF2B5EF4-FFF2-40B4-BE49-F238E27FC236}">
                <a16:creationId xmlns:a16="http://schemas.microsoft.com/office/drawing/2014/main" id="{CBF7F5B8-807B-8204-BC14-C67C62CEECD6}"/>
              </a:ext>
            </a:extLst>
          </p:cNvPr>
          <p:cNvSpPr>
            <a:spLocks noGrp="1"/>
          </p:cNvSpPr>
          <p:nvPr>
            <p:ph type="body" sz="quarter" idx="46" hasCustomPrompt="1"/>
          </p:nvPr>
        </p:nvSpPr>
        <p:spPr>
          <a:xfrm>
            <a:off x="9481028" y="2443583"/>
            <a:ext cx="1792863" cy="354200"/>
          </a:xfrm>
          <a:prstGeom prst="rect">
            <a:avLst/>
          </a:prstGeom>
        </p:spPr>
        <p:txBody>
          <a:bodyPr>
            <a:spAutoFit/>
          </a:bodyPr>
          <a:lstStyle>
            <a:lvl1pPr marL="0" indent="0" algn="l" defTabSz="457155" rtl="0" eaLnBrk="1" latinLnBrk="0" hangingPunct="1">
              <a:lnSpc>
                <a:spcPts val="2200"/>
              </a:lnSpc>
              <a:buNone/>
              <a:defRPr lang="en-US" sz="1400" b="0" i="0" kern="0" spc="0" dirty="0" smtClean="0">
                <a:solidFill>
                  <a:schemeClr val="bg1"/>
                </a:solidFill>
                <a:latin typeface="+mj-lt"/>
                <a:ea typeface="Poppins" pitchFamily="2" charset="77"/>
                <a:cs typeface="Poppins" pitchFamily="2" charset="77"/>
              </a:defRPr>
            </a:lvl1pPr>
          </a:lstStyle>
          <a:p>
            <a:pPr lvl="0"/>
            <a:r>
              <a:rPr lang="en-US"/>
              <a:t>Milestone</a:t>
            </a:r>
          </a:p>
        </p:txBody>
      </p:sp>
    </p:spTree>
    <p:extLst>
      <p:ext uri="{BB962C8B-B14F-4D97-AF65-F5344CB8AC3E}">
        <p14:creationId xmlns:p14="http://schemas.microsoft.com/office/powerpoint/2010/main" val="37562324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blocks">
    <p:bg>
      <p:bgPr>
        <a:solidFill>
          <a:schemeClr val="tx2"/>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E72801E-F3B3-76DA-DC57-0276D87F411E}"/>
              </a:ext>
            </a:extLst>
          </p:cNvPr>
          <p:cNvSpPr/>
          <p:nvPr/>
        </p:nvSpPr>
        <p:spPr>
          <a:xfrm>
            <a:off x="5052034" y="1499394"/>
            <a:ext cx="2087869" cy="29083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3" name="Rounded Rectangle 2">
            <a:extLst>
              <a:ext uri="{FF2B5EF4-FFF2-40B4-BE49-F238E27FC236}">
                <a16:creationId xmlns:a16="http://schemas.microsoft.com/office/drawing/2014/main" id="{ECAB2535-986A-5928-8411-E031B3B9FCD9}"/>
              </a:ext>
            </a:extLst>
          </p:cNvPr>
          <p:cNvSpPr/>
          <p:nvPr/>
        </p:nvSpPr>
        <p:spPr>
          <a:xfrm>
            <a:off x="588902" y="1499394"/>
            <a:ext cx="2087869" cy="29083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4" name="Rounded Rectangle 3">
            <a:extLst>
              <a:ext uri="{FF2B5EF4-FFF2-40B4-BE49-F238E27FC236}">
                <a16:creationId xmlns:a16="http://schemas.microsoft.com/office/drawing/2014/main" id="{2C08EA4F-2695-1A87-B2B8-81F4665F4732}"/>
              </a:ext>
            </a:extLst>
          </p:cNvPr>
          <p:cNvSpPr/>
          <p:nvPr/>
        </p:nvSpPr>
        <p:spPr>
          <a:xfrm>
            <a:off x="9530582" y="1499394"/>
            <a:ext cx="2087869" cy="29083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5" name="Rounded Rectangle 4">
            <a:extLst>
              <a:ext uri="{FF2B5EF4-FFF2-40B4-BE49-F238E27FC236}">
                <a16:creationId xmlns:a16="http://schemas.microsoft.com/office/drawing/2014/main" id="{EA145E20-1E13-6952-0928-996DC519DB15}"/>
              </a:ext>
            </a:extLst>
          </p:cNvPr>
          <p:cNvSpPr/>
          <p:nvPr/>
        </p:nvSpPr>
        <p:spPr>
          <a:xfrm>
            <a:off x="6170180" y="4559300"/>
            <a:ext cx="5448272" cy="17272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6" name="Rounded Rectangle 5">
            <a:extLst>
              <a:ext uri="{FF2B5EF4-FFF2-40B4-BE49-F238E27FC236}">
                <a16:creationId xmlns:a16="http://schemas.microsoft.com/office/drawing/2014/main" id="{8624B87D-76EF-DD8B-D625-EF95FFBCDAD7}"/>
              </a:ext>
            </a:extLst>
          </p:cNvPr>
          <p:cNvSpPr/>
          <p:nvPr/>
        </p:nvSpPr>
        <p:spPr>
          <a:xfrm>
            <a:off x="570209" y="4559300"/>
            <a:ext cx="5448272" cy="17272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7" name="Rounded Rectangle 6">
            <a:extLst>
              <a:ext uri="{FF2B5EF4-FFF2-40B4-BE49-F238E27FC236}">
                <a16:creationId xmlns:a16="http://schemas.microsoft.com/office/drawing/2014/main" id="{819FA051-30FB-12EF-1A3B-5420FDB3E061}"/>
              </a:ext>
            </a:extLst>
          </p:cNvPr>
          <p:cNvSpPr/>
          <p:nvPr/>
        </p:nvSpPr>
        <p:spPr>
          <a:xfrm>
            <a:off x="2816332" y="1499394"/>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8" name="Rounded Rectangle 7">
            <a:extLst>
              <a:ext uri="{FF2B5EF4-FFF2-40B4-BE49-F238E27FC236}">
                <a16:creationId xmlns:a16="http://schemas.microsoft.com/office/drawing/2014/main" id="{C269B9BA-693D-5C29-4793-E9AD1BCB8FC6}"/>
              </a:ext>
            </a:extLst>
          </p:cNvPr>
          <p:cNvSpPr/>
          <p:nvPr/>
        </p:nvSpPr>
        <p:spPr>
          <a:xfrm>
            <a:off x="2816332" y="3028156"/>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9" name="Rounded Rectangle 8">
            <a:extLst>
              <a:ext uri="{FF2B5EF4-FFF2-40B4-BE49-F238E27FC236}">
                <a16:creationId xmlns:a16="http://schemas.microsoft.com/office/drawing/2014/main" id="{8C80E795-7FC8-D097-4D94-EA50BB0EBAD6}"/>
              </a:ext>
            </a:extLst>
          </p:cNvPr>
          <p:cNvSpPr/>
          <p:nvPr/>
        </p:nvSpPr>
        <p:spPr>
          <a:xfrm>
            <a:off x="7294879" y="1499394"/>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10" name="Rounded Rectangle 9">
            <a:extLst>
              <a:ext uri="{FF2B5EF4-FFF2-40B4-BE49-F238E27FC236}">
                <a16:creationId xmlns:a16="http://schemas.microsoft.com/office/drawing/2014/main" id="{4FBE580C-645A-54F5-6552-2C604B78D514}"/>
              </a:ext>
            </a:extLst>
          </p:cNvPr>
          <p:cNvSpPr/>
          <p:nvPr/>
        </p:nvSpPr>
        <p:spPr>
          <a:xfrm>
            <a:off x="7294879" y="3028156"/>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900" b="0" i="0">
              <a:solidFill>
                <a:schemeClr val="bg1"/>
              </a:solidFill>
              <a:latin typeface="Poppins" pitchFamily="2" charset="77"/>
            </a:endParaRPr>
          </a:p>
        </p:txBody>
      </p:sp>
      <p:sp>
        <p:nvSpPr>
          <p:cNvPr id="31" name="Text Placeholder 19">
            <a:extLst>
              <a:ext uri="{FF2B5EF4-FFF2-40B4-BE49-F238E27FC236}">
                <a16:creationId xmlns:a16="http://schemas.microsoft.com/office/drawing/2014/main" id="{A2D71D46-4A53-319E-4638-A67D5C687F73}"/>
              </a:ext>
            </a:extLst>
          </p:cNvPr>
          <p:cNvSpPr>
            <a:spLocks noGrp="1"/>
          </p:cNvSpPr>
          <p:nvPr>
            <p:ph type="body" sz="quarter" idx="13" hasCustomPrompt="1"/>
          </p:nvPr>
        </p:nvSpPr>
        <p:spPr>
          <a:xfrm>
            <a:off x="541684" y="503196"/>
            <a:ext cx="11076767" cy="317500"/>
          </a:xfrm>
          <a:prstGeom prst="rect">
            <a:avLst/>
          </a:prstGeom>
        </p:spPr>
        <p:txBody>
          <a:bodyPr>
            <a:noAutofit/>
          </a:bodyPr>
          <a:lstStyle>
            <a:lvl1pPr marL="0" indent="0" algn="l" defTabSz="457155" rtl="0" eaLnBrk="1" latinLnBrk="0" hangingPunct="1">
              <a:lnSpc>
                <a:spcPts val="2200"/>
              </a:lnSpc>
              <a:buNone/>
              <a:defRPr lang="en-US" sz="1800" b="0" i="0" kern="0" spc="-36" dirty="0" smtClean="0">
                <a:solidFill>
                  <a:schemeClr val="bg1"/>
                </a:solidFill>
                <a:latin typeface="+mn-lt"/>
                <a:ea typeface="Poppins" pitchFamily="2" charset="77"/>
                <a:cs typeface="Poppins" pitchFamily="2" charset="77"/>
              </a:defRPr>
            </a:lvl1pPr>
          </a:lstStyle>
          <a:p>
            <a:pPr lvl="0"/>
            <a:r>
              <a:rPr lang="en-US"/>
              <a:t>Subtitle</a:t>
            </a:r>
          </a:p>
        </p:txBody>
      </p:sp>
      <p:sp>
        <p:nvSpPr>
          <p:cNvPr id="32" name="Text Placeholder 19">
            <a:extLst>
              <a:ext uri="{FF2B5EF4-FFF2-40B4-BE49-F238E27FC236}">
                <a16:creationId xmlns:a16="http://schemas.microsoft.com/office/drawing/2014/main" id="{133FB886-FF57-19AF-0A4D-7E0F975251F0}"/>
              </a:ext>
            </a:extLst>
          </p:cNvPr>
          <p:cNvSpPr>
            <a:spLocks noGrp="1"/>
          </p:cNvSpPr>
          <p:nvPr>
            <p:ph type="body" sz="quarter" idx="15" hasCustomPrompt="1"/>
          </p:nvPr>
        </p:nvSpPr>
        <p:spPr>
          <a:xfrm>
            <a:off x="541684" y="926990"/>
            <a:ext cx="11076767" cy="317500"/>
          </a:xfrm>
          <a:prstGeom prst="rect">
            <a:avLst/>
          </a:prstGeom>
        </p:spPr>
        <p:txBody>
          <a:bodyPr>
            <a:noAutofit/>
          </a:bodyPr>
          <a:lstStyle>
            <a:lvl1pPr marL="0" indent="0" algn="l" defTabSz="457155" rtl="0" eaLnBrk="1" latinLnBrk="0" hangingPunct="1">
              <a:lnSpc>
                <a:spcPts val="2200"/>
              </a:lnSpc>
              <a:buNone/>
              <a:defRPr lang="en-US" sz="2400" b="0" i="0" kern="0" spc="-36" dirty="0" smtClean="0">
                <a:solidFill>
                  <a:schemeClr val="bg1"/>
                </a:solidFill>
                <a:latin typeface="+mj-lt"/>
                <a:ea typeface="Poppins" pitchFamily="2" charset="77"/>
                <a:cs typeface="Poppins" pitchFamily="2" charset="77"/>
              </a:defRPr>
            </a:lvl1pPr>
          </a:lstStyle>
          <a:p>
            <a:pPr lvl="0"/>
            <a:r>
              <a:rPr lang="en-US"/>
              <a:t>Title</a:t>
            </a:r>
          </a:p>
        </p:txBody>
      </p:sp>
      <p:sp>
        <p:nvSpPr>
          <p:cNvPr id="12" name="Text Placeholder 11">
            <a:extLst>
              <a:ext uri="{FF2B5EF4-FFF2-40B4-BE49-F238E27FC236}">
                <a16:creationId xmlns:a16="http://schemas.microsoft.com/office/drawing/2014/main" id="{886ABE97-4550-BB35-04CE-50B646433E29}"/>
              </a:ext>
            </a:extLst>
          </p:cNvPr>
          <p:cNvSpPr>
            <a:spLocks noGrp="1"/>
          </p:cNvSpPr>
          <p:nvPr>
            <p:ph type="body" sz="quarter" idx="16" hasCustomPrompt="1"/>
          </p:nvPr>
        </p:nvSpPr>
        <p:spPr>
          <a:xfrm>
            <a:off x="9686588" y="1691232"/>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Visual Studio</a:t>
            </a:r>
          </a:p>
        </p:txBody>
      </p:sp>
      <p:sp>
        <p:nvSpPr>
          <p:cNvPr id="37" name="Text Placeholder 11">
            <a:extLst>
              <a:ext uri="{FF2B5EF4-FFF2-40B4-BE49-F238E27FC236}">
                <a16:creationId xmlns:a16="http://schemas.microsoft.com/office/drawing/2014/main" id="{5B7620F3-B2C0-B194-DEA0-149CE7065433}"/>
              </a:ext>
            </a:extLst>
          </p:cNvPr>
          <p:cNvSpPr>
            <a:spLocks noGrp="1"/>
          </p:cNvSpPr>
          <p:nvPr>
            <p:ph type="body" sz="quarter" idx="18" hasCustomPrompt="1"/>
          </p:nvPr>
        </p:nvSpPr>
        <p:spPr>
          <a:xfrm>
            <a:off x="2998095" y="1711983"/>
            <a:ext cx="1759180"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GitHub</a:t>
            </a:r>
          </a:p>
        </p:txBody>
      </p:sp>
      <p:sp>
        <p:nvSpPr>
          <p:cNvPr id="39" name="Text Placeholder 11">
            <a:extLst>
              <a:ext uri="{FF2B5EF4-FFF2-40B4-BE49-F238E27FC236}">
                <a16:creationId xmlns:a16="http://schemas.microsoft.com/office/drawing/2014/main" id="{A9DA79F8-4CAE-1EC4-9373-75963FEE1E94}"/>
              </a:ext>
            </a:extLst>
          </p:cNvPr>
          <p:cNvSpPr>
            <a:spLocks noGrp="1"/>
          </p:cNvSpPr>
          <p:nvPr>
            <p:ph type="body" sz="quarter" idx="20" hasCustomPrompt="1"/>
          </p:nvPr>
        </p:nvSpPr>
        <p:spPr>
          <a:xfrm>
            <a:off x="2998095" y="3209187"/>
            <a:ext cx="1759180"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Azure</a:t>
            </a:r>
          </a:p>
        </p:txBody>
      </p:sp>
      <p:sp>
        <p:nvSpPr>
          <p:cNvPr id="41" name="Text Placeholder 11">
            <a:extLst>
              <a:ext uri="{FF2B5EF4-FFF2-40B4-BE49-F238E27FC236}">
                <a16:creationId xmlns:a16="http://schemas.microsoft.com/office/drawing/2014/main" id="{BB3A2383-F830-07D8-0764-C882357FB82A}"/>
              </a:ext>
            </a:extLst>
          </p:cNvPr>
          <p:cNvSpPr>
            <a:spLocks noGrp="1"/>
          </p:cNvSpPr>
          <p:nvPr>
            <p:ph type="body" sz="quarter" idx="22" hasCustomPrompt="1"/>
          </p:nvPr>
        </p:nvSpPr>
        <p:spPr>
          <a:xfrm>
            <a:off x="5208445" y="1711983"/>
            <a:ext cx="1759180"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VS Code</a:t>
            </a:r>
          </a:p>
        </p:txBody>
      </p:sp>
      <p:sp>
        <p:nvSpPr>
          <p:cNvPr id="47" name="Text Placeholder 11">
            <a:extLst>
              <a:ext uri="{FF2B5EF4-FFF2-40B4-BE49-F238E27FC236}">
                <a16:creationId xmlns:a16="http://schemas.microsoft.com/office/drawing/2014/main" id="{58352444-9C3C-333D-00D4-136BD6518505}"/>
              </a:ext>
            </a:extLst>
          </p:cNvPr>
          <p:cNvSpPr>
            <a:spLocks noGrp="1"/>
          </p:cNvSpPr>
          <p:nvPr>
            <p:ph type="body" sz="quarter" idx="28" hasCustomPrompt="1"/>
          </p:nvPr>
        </p:nvSpPr>
        <p:spPr>
          <a:xfrm>
            <a:off x="7453959" y="3209187"/>
            <a:ext cx="1759180"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.NET</a:t>
            </a:r>
          </a:p>
        </p:txBody>
      </p:sp>
      <p:sp>
        <p:nvSpPr>
          <p:cNvPr id="11" name="Text Placeholder 11">
            <a:extLst>
              <a:ext uri="{FF2B5EF4-FFF2-40B4-BE49-F238E27FC236}">
                <a16:creationId xmlns:a16="http://schemas.microsoft.com/office/drawing/2014/main" id="{2C18A2D3-D8C4-5BCF-2147-8E2D7E5CF373}"/>
              </a:ext>
            </a:extLst>
          </p:cNvPr>
          <p:cNvSpPr>
            <a:spLocks noGrp="1"/>
          </p:cNvSpPr>
          <p:nvPr>
            <p:ph type="body" sz="quarter" idx="34" hasCustomPrompt="1"/>
          </p:nvPr>
        </p:nvSpPr>
        <p:spPr>
          <a:xfrm>
            <a:off x="7485852" y="1691232"/>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Power Platform</a:t>
            </a:r>
          </a:p>
        </p:txBody>
      </p:sp>
      <p:sp>
        <p:nvSpPr>
          <p:cNvPr id="13" name="Text Placeholder 11">
            <a:extLst>
              <a:ext uri="{FF2B5EF4-FFF2-40B4-BE49-F238E27FC236}">
                <a16:creationId xmlns:a16="http://schemas.microsoft.com/office/drawing/2014/main" id="{1057802E-E0F6-840F-C8B8-64738730A1BF}"/>
              </a:ext>
            </a:extLst>
          </p:cNvPr>
          <p:cNvSpPr>
            <a:spLocks noGrp="1"/>
          </p:cNvSpPr>
          <p:nvPr>
            <p:ph type="body" sz="quarter" idx="35" hasCustomPrompt="1"/>
          </p:nvPr>
        </p:nvSpPr>
        <p:spPr>
          <a:xfrm>
            <a:off x="754333" y="4751609"/>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Community OSS</a:t>
            </a:r>
          </a:p>
        </p:txBody>
      </p:sp>
      <p:sp>
        <p:nvSpPr>
          <p:cNvPr id="14" name="Text Placeholder 11">
            <a:extLst>
              <a:ext uri="{FF2B5EF4-FFF2-40B4-BE49-F238E27FC236}">
                <a16:creationId xmlns:a16="http://schemas.microsoft.com/office/drawing/2014/main" id="{2EF02260-FF9D-D3DE-6C06-07CB5B09F6E8}"/>
              </a:ext>
            </a:extLst>
          </p:cNvPr>
          <p:cNvSpPr>
            <a:spLocks noGrp="1"/>
          </p:cNvSpPr>
          <p:nvPr>
            <p:ph type="body" sz="quarter" idx="36" hasCustomPrompt="1"/>
          </p:nvPr>
        </p:nvSpPr>
        <p:spPr>
          <a:xfrm>
            <a:off x="754333" y="1711983"/>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Aspire</a:t>
            </a:r>
          </a:p>
        </p:txBody>
      </p:sp>
      <p:sp>
        <p:nvSpPr>
          <p:cNvPr id="15" name="Text Placeholder 11">
            <a:extLst>
              <a:ext uri="{FF2B5EF4-FFF2-40B4-BE49-F238E27FC236}">
                <a16:creationId xmlns:a16="http://schemas.microsoft.com/office/drawing/2014/main" id="{64630E3A-DA2C-0F92-E565-A5712912080B}"/>
              </a:ext>
            </a:extLst>
          </p:cNvPr>
          <p:cNvSpPr>
            <a:spLocks noGrp="1"/>
          </p:cNvSpPr>
          <p:nvPr>
            <p:ph type="body" sz="quarter" idx="37" hasCustomPrompt="1"/>
          </p:nvPr>
        </p:nvSpPr>
        <p:spPr>
          <a:xfrm>
            <a:off x="6355561" y="4752863"/>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j-lt"/>
                <a:ea typeface="Poppins" pitchFamily="2" charset="77"/>
                <a:cs typeface="Poppins" pitchFamily="2" charset="77"/>
              </a:defRPr>
            </a:lvl1pPr>
          </a:lstStyle>
          <a:p>
            <a:pPr lvl="0"/>
            <a:r>
              <a:rPr lang="en-US"/>
              <a:t>Microsoft Foundry</a:t>
            </a:r>
          </a:p>
        </p:txBody>
      </p:sp>
      <p:sp>
        <p:nvSpPr>
          <p:cNvPr id="19" name="Text Placeholder 11">
            <a:extLst>
              <a:ext uri="{FF2B5EF4-FFF2-40B4-BE49-F238E27FC236}">
                <a16:creationId xmlns:a16="http://schemas.microsoft.com/office/drawing/2014/main" id="{71A9CE9B-E996-5D03-74FB-66E40FF2564C}"/>
              </a:ext>
            </a:extLst>
          </p:cNvPr>
          <p:cNvSpPr>
            <a:spLocks noGrp="1"/>
          </p:cNvSpPr>
          <p:nvPr>
            <p:ph type="body" sz="quarter" idx="38" hasCustomPrompt="1"/>
          </p:nvPr>
        </p:nvSpPr>
        <p:spPr>
          <a:xfrm>
            <a:off x="754333" y="2012268"/>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0" name="Text Placeholder 11">
            <a:extLst>
              <a:ext uri="{FF2B5EF4-FFF2-40B4-BE49-F238E27FC236}">
                <a16:creationId xmlns:a16="http://schemas.microsoft.com/office/drawing/2014/main" id="{4BFBB1F5-CAEB-4BAE-7177-BB5F9C509176}"/>
              </a:ext>
            </a:extLst>
          </p:cNvPr>
          <p:cNvSpPr>
            <a:spLocks noGrp="1"/>
          </p:cNvSpPr>
          <p:nvPr>
            <p:ph type="body" sz="quarter" idx="39" hasCustomPrompt="1"/>
          </p:nvPr>
        </p:nvSpPr>
        <p:spPr>
          <a:xfrm>
            <a:off x="3014042" y="2012268"/>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1" name="Text Placeholder 11">
            <a:extLst>
              <a:ext uri="{FF2B5EF4-FFF2-40B4-BE49-F238E27FC236}">
                <a16:creationId xmlns:a16="http://schemas.microsoft.com/office/drawing/2014/main" id="{C44051F9-9E36-47B1-ABDF-BF72E69B3400}"/>
              </a:ext>
            </a:extLst>
          </p:cNvPr>
          <p:cNvSpPr>
            <a:spLocks noGrp="1"/>
          </p:cNvSpPr>
          <p:nvPr>
            <p:ph type="body" sz="quarter" idx="40" hasCustomPrompt="1"/>
          </p:nvPr>
        </p:nvSpPr>
        <p:spPr>
          <a:xfrm>
            <a:off x="5208445" y="2012268"/>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11">
            <a:extLst>
              <a:ext uri="{FF2B5EF4-FFF2-40B4-BE49-F238E27FC236}">
                <a16:creationId xmlns:a16="http://schemas.microsoft.com/office/drawing/2014/main" id="{64869F71-0DE0-ECD5-7B6A-BC005C026B7A}"/>
              </a:ext>
            </a:extLst>
          </p:cNvPr>
          <p:cNvSpPr>
            <a:spLocks noGrp="1"/>
          </p:cNvSpPr>
          <p:nvPr>
            <p:ph type="body" sz="quarter" idx="41" hasCustomPrompt="1"/>
          </p:nvPr>
        </p:nvSpPr>
        <p:spPr>
          <a:xfrm>
            <a:off x="7469906" y="2012268"/>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3" name="Text Placeholder 11">
            <a:extLst>
              <a:ext uri="{FF2B5EF4-FFF2-40B4-BE49-F238E27FC236}">
                <a16:creationId xmlns:a16="http://schemas.microsoft.com/office/drawing/2014/main" id="{DC1FD996-957C-8453-A367-B9DFC7DB54CB}"/>
              </a:ext>
            </a:extLst>
          </p:cNvPr>
          <p:cNvSpPr>
            <a:spLocks noGrp="1"/>
          </p:cNvSpPr>
          <p:nvPr>
            <p:ph type="body" sz="quarter" idx="42" hasCustomPrompt="1"/>
          </p:nvPr>
        </p:nvSpPr>
        <p:spPr>
          <a:xfrm>
            <a:off x="9686588" y="2012268"/>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4" name="Text Placeholder 11">
            <a:extLst>
              <a:ext uri="{FF2B5EF4-FFF2-40B4-BE49-F238E27FC236}">
                <a16:creationId xmlns:a16="http://schemas.microsoft.com/office/drawing/2014/main" id="{DE72D71A-F57B-3249-6823-19DA0CCFABDC}"/>
              </a:ext>
            </a:extLst>
          </p:cNvPr>
          <p:cNvSpPr>
            <a:spLocks noGrp="1"/>
          </p:cNvSpPr>
          <p:nvPr>
            <p:ph type="body" sz="quarter" idx="43" hasCustomPrompt="1"/>
          </p:nvPr>
        </p:nvSpPr>
        <p:spPr>
          <a:xfrm>
            <a:off x="7453959" y="3539530"/>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6" name="Text Placeholder 11">
            <a:extLst>
              <a:ext uri="{FF2B5EF4-FFF2-40B4-BE49-F238E27FC236}">
                <a16:creationId xmlns:a16="http://schemas.microsoft.com/office/drawing/2014/main" id="{550DCE71-AF3C-BC75-0336-4C8C50D858FA}"/>
              </a:ext>
            </a:extLst>
          </p:cNvPr>
          <p:cNvSpPr>
            <a:spLocks noGrp="1"/>
          </p:cNvSpPr>
          <p:nvPr>
            <p:ph type="body" sz="quarter" idx="44" hasCustomPrompt="1"/>
          </p:nvPr>
        </p:nvSpPr>
        <p:spPr>
          <a:xfrm>
            <a:off x="3014042" y="3539530"/>
            <a:ext cx="1727287" cy="219869"/>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p>
        </p:txBody>
      </p:sp>
      <p:sp>
        <p:nvSpPr>
          <p:cNvPr id="27" name="Text Placeholder 11">
            <a:extLst>
              <a:ext uri="{FF2B5EF4-FFF2-40B4-BE49-F238E27FC236}">
                <a16:creationId xmlns:a16="http://schemas.microsoft.com/office/drawing/2014/main" id="{1D15B7FC-7950-6937-528C-43C232781CB2}"/>
              </a:ext>
            </a:extLst>
          </p:cNvPr>
          <p:cNvSpPr>
            <a:spLocks noGrp="1"/>
          </p:cNvSpPr>
          <p:nvPr>
            <p:ph type="body" sz="quarter" idx="45" hasCustomPrompt="1"/>
          </p:nvPr>
        </p:nvSpPr>
        <p:spPr>
          <a:xfrm>
            <a:off x="754333" y="5111012"/>
            <a:ext cx="5183524" cy="462702"/>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8" name="Text Placeholder 11">
            <a:extLst>
              <a:ext uri="{FF2B5EF4-FFF2-40B4-BE49-F238E27FC236}">
                <a16:creationId xmlns:a16="http://schemas.microsoft.com/office/drawing/2014/main" id="{6D763EBF-8378-71EB-41BB-61289F3873F8}"/>
              </a:ext>
            </a:extLst>
          </p:cNvPr>
          <p:cNvSpPr>
            <a:spLocks noGrp="1"/>
          </p:cNvSpPr>
          <p:nvPr>
            <p:ph type="body" sz="quarter" idx="46" hasCustomPrompt="1"/>
          </p:nvPr>
        </p:nvSpPr>
        <p:spPr>
          <a:xfrm>
            <a:off x="6355561" y="5111012"/>
            <a:ext cx="5183524" cy="462702"/>
          </a:xfrm>
          <a:prstGeom prst="rect">
            <a:avLst/>
          </a:prstGeom>
          <a:solidFill>
            <a:schemeClr val="tx2">
              <a:lumMod val="75000"/>
              <a:lumOff val="25000"/>
            </a:schemeClr>
          </a:solidFill>
        </p:spPr>
        <p:txBody>
          <a:bodyPr>
            <a:noAutofit/>
          </a:bodyPr>
          <a:lstStyle>
            <a:lvl1pPr marL="0" marR="0" indent="0" algn="l" defTabSz="457155" rtl="0" eaLnBrk="1" fontAlgn="auto" latinLnBrk="0" hangingPunct="1">
              <a:lnSpc>
                <a:spcPts val="1400"/>
              </a:lnSpc>
              <a:spcBef>
                <a:spcPct val="20000"/>
              </a:spcBef>
              <a:spcAft>
                <a:spcPts val="0"/>
              </a:spcAft>
              <a:buClrTx/>
              <a:buSzTx/>
              <a:buFont typeface="Arial" pitchFamily="34" charset="0"/>
              <a:buNone/>
              <a:tabLst/>
              <a:defRPr lang="en-US" sz="1100" b="0" i="0" kern="1200" dirty="0">
                <a:solidFill>
                  <a:schemeClr val="bg1"/>
                </a:solidFill>
                <a:latin typeface="+mn-lt"/>
                <a:ea typeface="Poppins" pitchFamily="2" charset="77"/>
                <a:cs typeface="Poppins" pitchFamily="2" charset="77"/>
              </a:defRPr>
            </a:lvl1pPr>
          </a:lstStyle>
          <a:p>
            <a:pPr lvl="0"/>
            <a:r>
              <a:rPr lang="en-US"/>
              <a:t>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3597982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highlights">
    <p:bg>
      <p:bgPr>
        <a:solidFill>
          <a:schemeClr val="tx2"/>
        </a:solidFill>
        <a:effectLst/>
      </p:bgPr>
    </p:bg>
    <p:spTree>
      <p:nvGrpSpPr>
        <p:cNvPr id="1" name=""/>
        <p:cNvGrpSpPr/>
        <p:nvPr/>
      </p:nvGrpSpPr>
      <p:grpSpPr>
        <a:xfrm>
          <a:off x="0" y="0"/>
          <a:ext cx="0" cy="0"/>
          <a:chOff x="0" y="0"/>
          <a:chExt cx="0" cy="0"/>
        </a:xfrm>
      </p:grpSpPr>
      <p:sp>
        <p:nvSpPr>
          <p:cNvPr id="14" name="Text Placeholder 19">
            <a:extLst>
              <a:ext uri="{FF2B5EF4-FFF2-40B4-BE49-F238E27FC236}">
                <a16:creationId xmlns:a16="http://schemas.microsoft.com/office/drawing/2014/main" id="{09EF05C4-F9A2-413D-F49D-C452C0BE0F33}"/>
              </a:ext>
            </a:extLst>
          </p:cNvPr>
          <p:cNvSpPr>
            <a:spLocks noGrp="1"/>
          </p:cNvSpPr>
          <p:nvPr>
            <p:ph type="body" sz="quarter" idx="14" hasCustomPrompt="1"/>
          </p:nvPr>
        </p:nvSpPr>
        <p:spPr>
          <a:xfrm>
            <a:off x="4346058" y="3428209"/>
            <a:ext cx="3504744" cy="368562"/>
          </a:xfrm>
          <a:prstGeom prst="rect">
            <a:avLst/>
          </a:prstGeom>
        </p:spPr>
        <p:txBody>
          <a:bodyPr>
            <a:spAutoFit/>
          </a:bodyPr>
          <a:lstStyle>
            <a:lvl1pPr marL="0" indent="0" algn="ctr"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r>
              <a:rPr lang="en-US"/>
              <a:t>Aspire installs</a:t>
            </a:r>
          </a:p>
        </p:txBody>
      </p:sp>
      <p:sp>
        <p:nvSpPr>
          <p:cNvPr id="4" name="Text Placeholder 3">
            <a:extLst>
              <a:ext uri="{FF2B5EF4-FFF2-40B4-BE49-F238E27FC236}">
                <a16:creationId xmlns:a16="http://schemas.microsoft.com/office/drawing/2014/main" id="{036E970A-38F0-9044-9A1F-FB9CF8012B4F}"/>
              </a:ext>
            </a:extLst>
          </p:cNvPr>
          <p:cNvSpPr>
            <a:spLocks noGrp="1"/>
          </p:cNvSpPr>
          <p:nvPr>
            <p:ph type="body" sz="quarter" idx="17" hasCustomPrompt="1"/>
          </p:nvPr>
        </p:nvSpPr>
        <p:spPr>
          <a:xfrm>
            <a:off x="4346058" y="2637693"/>
            <a:ext cx="3504744" cy="791242"/>
          </a:xfrm>
          <a:prstGeom prst="rect">
            <a:avLst/>
          </a:prstGeom>
        </p:spPr>
        <p:txBody>
          <a:bodyPr>
            <a:spAutoFit/>
          </a:bodyPr>
          <a:lstStyle>
            <a:lvl1pPr marL="0" indent="0" algn="ctr" defTabSz="457155" rtl="0" eaLnBrk="1" latinLnBrk="0" hangingPunct="1">
              <a:lnSpc>
                <a:spcPts val="5400"/>
              </a:lnSpc>
              <a:buNone/>
              <a:defRPr lang="en-US" sz="5000" b="1" i="0" kern="0" spc="-200" dirty="0">
                <a:solidFill>
                  <a:schemeClr val="accent5"/>
                </a:solidFill>
                <a:latin typeface="Poppins" pitchFamily="2" charset="77"/>
                <a:ea typeface="Segoe UI Variable Display Bold" pitchFamily="34" charset="-122"/>
                <a:cs typeface="Segoe UI Variable Display Bold" pitchFamily="34" charset="-120"/>
              </a:defRPr>
            </a:lvl1pPr>
          </a:lstStyle>
          <a:p>
            <a:pPr lvl="0"/>
            <a:r>
              <a:rPr lang="en-US"/>
              <a:t>7M</a:t>
            </a:r>
          </a:p>
        </p:txBody>
      </p:sp>
      <p:sp>
        <p:nvSpPr>
          <p:cNvPr id="8" name="Text Placeholder 19">
            <a:extLst>
              <a:ext uri="{FF2B5EF4-FFF2-40B4-BE49-F238E27FC236}">
                <a16:creationId xmlns:a16="http://schemas.microsoft.com/office/drawing/2014/main" id="{A947F27F-37AA-5A6B-6FC1-993683EEAA08}"/>
              </a:ext>
            </a:extLst>
          </p:cNvPr>
          <p:cNvSpPr>
            <a:spLocks noGrp="1"/>
          </p:cNvSpPr>
          <p:nvPr>
            <p:ph type="body" sz="quarter" idx="18" hasCustomPrompt="1"/>
          </p:nvPr>
        </p:nvSpPr>
        <p:spPr>
          <a:xfrm>
            <a:off x="613581" y="3428209"/>
            <a:ext cx="3504744" cy="368562"/>
          </a:xfrm>
          <a:prstGeom prst="rect">
            <a:avLst/>
          </a:prstGeom>
        </p:spPr>
        <p:txBody>
          <a:bodyPr>
            <a:spAutoFit/>
          </a:bodyPr>
          <a:lstStyle>
            <a:lvl1pPr marL="0" indent="0" algn="ctr"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r>
              <a:rPr lang="en-US"/>
              <a:t>of users prefer Aspire</a:t>
            </a:r>
          </a:p>
        </p:txBody>
      </p:sp>
      <p:sp>
        <p:nvSpPr>
          <p:cNvPr id="16" name="Text Placeholder 3">
            <a:extLst>
              <a:ext uri="{FF2B5EF4-FFF2-40B4-BE49-F238E27FC236}">
                <a16:creationId xmlns:a16="http://schemas.microsoft.com/office/drawing/2014/main" id="{1FB3D27F-3AC7-6D93-0F65-54170E7AE847}"/>
              </a:ext>
            </a:extLst>
          </p:cNvPr>
          <p:cNvSpPr>
            <a:spLocks noGrp="1"/>
          </p:cNvSpPr>
          <p:nvPr>
            <p:ph type="body" sz="quarter" idx="19" hasCustomPrompt="1"/>
          </p:nvPr>
        </p:nvSpPr>
        <p:spPr>
          <a:xfrm>
            <a:off x="613581" y="2637693"/>
            <a:ext cx="3504744" cy="791242"/>
          </a:xfrm>
          <a:prstGeom prst="rect">
            <a:avLst/>
          </a:prstGeom>
        </p:spPr>
        <p:txBody>
          <a:bodyPr>
            <a:spAutoFit/>
          </a:bodyPr>
          <a:lstStyle>
            <a:lvl1pPr marL="0" indent="0" algn="ctr" defTabSz="457155" rtl="0" eaLnBrk="1" latinLnBrk="0" hangingPunct="1">
              <a:lnSpc>
                <a:spcPts val="5400"/>
              </a:lnSpc>
              <a:buNone/>
              <a:defRPr lang="en-US" sz="5000" b="1" i="0" kern="0" spc="-200" dirty="0">
                <a:solidFill>
                  <a:schemeClr val="accent5"/>
                </a:solidFill>
                <a:latin typeface="Poppins" pitchFamily="2" charset="77"/>
                <a:ea typeface="Segoe UI Variable Display Bold" pitchFamily="34" charset="-122"/>
                <a:cs typeface="Segoe UI Variable Display Bold" pitchFamily="34" charset="-120"/>
              </a:defRPr>
            </a:lvl1pPr>
          </a:lstStyle>
          <a:p>
            <a:pPr lvl="0"/>
            <a:r>
              <a:rPr lang="en-US"/>
              <a:t>95%</a:t>
            </a:r>
          </a:p>
        </p:txBody>
      </p:sp>
      <p:sp>
        <p:nvSpPr>
          <p:cNvPr id="17" name="Text Placeholder 19">
            <a:extLst>
              <a:ext uri="{FF2B5EF4-FFF2-40B4-BE49-F238E27FC236}">
                <a16:creationId xmlns:a16="http://schemas.microsoft.com/office/drawing/2014/main" id="{A7FB7A8B-2C5A-EA02-F0D9-15BCE17F504E}"/>
              </a:ext>
            </a:extLst>
          </p:cNvPr>
          <p:cNvSpPr>
            <a:spLocks noGrp="1"/>
          </p:cNvSpPr>
          <p:nvPr>
            <p:ph type="body" sz="quarter" idx="20" hasCustomPrompt="1"/>
          </p:nvPr>
        </p:nvSpPr>
        <p:spPr>
          <a:xfrm>
            <a:off x="8053417" y="3432480"/>
            <a:ext cx="3504744" cy="368562"/>
          </a:xfrm>
          <a:prstGeom prst="rect">
            <a:avLst/>
          </a:prstGeom>
        </p:spPr>
        <p:txBody>
          <a:bodyPr>
            <a:spAutoFit/>
          </a:bodyPr>
          <a:lstStyle>
            <a:lvl1pPr marL="0" indent="0" algn="ctr" defTabSz="457155" rtl="0" eaLnBrk="1" latinLnBrk="0" hangingPunct="1">
              <a:lnSpc>
                <a:spcPts val="2200"/>
              </a:lnSpc>
              <a:buNone/>
              <a:defRPr lang="en-US" sz="1800" b="0" i="0" kern="0" spc="-36" dirty="0" smtClean="0">
                <a:solidFill>
                  <a:schemeClr val="bg1"/>
                </a:solidFill>
                <a:latin typeface="Poppins" pitchFamily="2" charset="77"/>
                <a:ea typeface="Poppins" pitchFamily="2" charset="77"/>
                <a:cs typeface="Poppins" pitchFamily="2" charset="77"/>
              </a:defRPr>
            </a:lvl1pPr>
          </a:lstStyle>
          <a:p>
            <a:r>
              <a:rPr lang="en-US"/>
              <a:t>Aspire NPS</a:t>
            </a:r>
          </a:p>
        </p:txBody>
      </p:sp>
      <p:sp>
        <p:nvSpPr>
          <p:cNvPr id="18" name="Text Placeholder 3">
            <a:extLst>
              <a:ext uri="{FF2B5EF4-FFF2-40B4-BE49-F238E27FC236}">
                <a16:creationId xmlns:a16="http://schemas.microsoft.com/office/drawing/2014/main" id="{94FC965F-C728-DFAE-51FC-465EA5E7E461}"/>
              </a:ext>
            </a:extLst>
          </p:cNvPr>
          <p:cNvSpPr>
            <a:spLocks noGrp="1"/>
          </p:cNvSpPr>
          <p:nvPr>
            <p:ph type="body" sz="quarter" idx="21" hasCustomPrompt="1"/>
          </p:nvPr>
        </p:nvSpPr>
        <p:spPr>
          <a:xfrm>
            <a:off x="8053417" y="2637693"/>
            <a:ext cx="3504744" cy="791242"/>
          </a:xfrm>
          <a:prstGeom prst="rect">
            <a:avLst/>
          </a:prstGeom>
        </p:spPr>
        <p:txBody>
          <a:bodyPr>
            <a:spAutoFit/>
          </a:bodyPr>
          <a:lstStyle>
            <a:lvl1pPr marL="0" indent="0" algn="ctr" defTabSz="457155" rtl="0" eaLnBrk="1" latinLnBrk="0" hangingPunct="1">
              <a:lnSpc>
                <a:spcPts val="5400"/>
              </a:lnSpc>
              <a:buNone/>
              <a:defRPr lang="en-US" sz="5000" b="1" i="0" kern="0" spc="-200" dirty="0">
                <a:solidFill>
                  <a:schemeClr val="accent5"/>
                </a:solidFill>
                <a:latin typeface="Poppins" pitchFamily="2" charset="77"/>
                <a:ea typeface="Segoe UI Variable Display Bold" pitchFamily="34" charset="-122"/>
                <a:cs typeface="Segoe UI Variable Display Bold" pitchFamily="34" charset="-120"/>
              </a:defRPr>
            </a:lvl1pPr>
          </a:lstStyle>
          <a:p>
            <a:pPr lvl="0"/>
            <a:r>
              <a:rPr lang="en-US"/>
              <a:t>100</a:t>
            </a:r>
          </a:p>
        </p:txBody>
      </p:sp>
      <p:sp>
        <p:nvSpPr>
          <p:cNvPr id="5" name="Text Placeholder 19">
            <a:extLst>
              <a:ext uri="{FF2B5EF4-FFF2-40B4-BE49-F238E27FC236}">
                <a16:creationId xmlns:a16="http://schemas.microsoft.com/office/drawing/2014/main" id="{9FA9D2DF-2B28-1176-7CE5-D30F5187C045}"/>
              </a:ext>
            </a:extLst>
          </p:cNvPr>
          <p:cNvSpPr>
            <a:spLocks noGrp="1"/>
          </p:cNvSpPr>
          <p:nvPr>
            <p:ph type="body" sz="quarter" idx="10" hasCustomPrompt="1"/>
          </p:nvPr>
        </p:nvSpPr>
        <p:spPr>
          <a:xfrm>
            <a:off x="570209" y="533400"/>
            <a:ext cx="11046657" cy="469900"/>
          </a:xfrm>
          <a:prstGeom prst="rect">
            <a:avLst/>
          </a:prstGeom>
        </p:spPr>
        <p:txBody>
          <a:bodyPr>
            <a:noAutofit/>
          </a:bodyPr>
          <a:lstStyle>
            <a:lvl1pPr marL="0" indent="0" algn="l" defTabSz="457155" rtl="0" eaLnBrk="1" latinLnBrk="0" hangingPunct="1">
              <a:lnSpc>
                <a:spcPts val="3399"/>
              </a:lnSpc>
              <a:buNone/>
              <a:defRPr lang="en-US" sz="3200" b="0" i="0" kern="0" spc="0" dirty="0" smtClean="0">
                <a:solidFill>
                  <a:schemeClr val="bg1"/>
                </a:solidFill>
                <a:latin typeface="+mj-lt"/>
                <a:ea typeface="Poppins" pitchFamily="2" charset="77"/>
                <a:cs typeface="Poppins" pitchFamily="2" charset="77"/>
              </a:defRPr>
            </a:lvl1pPr>
          </a:lstStyle>
          <a:p>
            <a:pPr lvl="0"/>
            <a:r>
              <a:rPr lang="en-US"/>
              <a:t>Title</a:t>
            </a:r>
          </a:p>
          <a:p>
            <a:pPr lvl="0"/>
            <a:endParaRPr lang="en-US"/>
          </a:p>
        </p:txBody>
      </p:sp>
      <p:sp>
        <p:nvSpPr>
          <p:cNvPr id="6" name="Text Placeholder 19">
            <a:extLst>
              <a:ext uri="{FF2B5EF4-FFF2-40B4-BE49-F238E27FC236}">
                <a16:creationId xmlns:a16="http://schemas.microsoft.com/office/drawing/2014/main" id="{F2398DB6-F58E-E19C-961F-3A30C148EB90}"/>
              </a:ext>
            </a:extLst>
          </p:cNvPr>
          <p:cNvSpPr>
            <a:spLocks noGrp="1"/>
          </p:cNvSpPr>
          <p:nvPr>
            <p:ph type="body" sz="quarter" idx="11" hasCustomPrompt="1"/>
          </p:nvPr>
        </p:nvSpPr>
        <p:spPr>
          <a:xfrm>
            <a:off x="570209" y="1071824"/>
            <a:ext cx="11046657" cy="469900"/>
          </a:xfrm>
          <a:prstGeom prst="rect">
            <a:avLst/>
          </a:prstGeom>
        </p:spPr>
        <p:txBody>
          <a:bodyPr>
            <a:noAutofit/>
          </a:bodyPr>
          <a:lstStyle>
            <a:lvl1pPr marL="0" indent="0" algn="l" defTabSz="457155" rtl="0" eaLnBrk="1" latinLnBrk="0" hangingPunct="1">
              <a:lnSpc>
                <a:spcPts val="3399"/>
              </a:lnSpc>
              <a:buNone/>
              <a:defRPr lang="en-US" sz="2400" b="0" i="0" kern="0" spc="0" dirty="0" smtClean="0">
                <a:solidFill>
                  <a:schemeClr val="bg1"/>
                </a:solidFill>
                <a:latin typeface="+mn-lt"/>
                <a:ea typeface="Poppins" pitchFamily="2" charset="77"/>
                <a:cs typeface="Poppins" pitchFamily="2" charset="77"/>
              </a:defRPr>
            </a:lvl1pPr>
          </a:lstStyle>
          <a:p>
            <a:pPr lvl="0"/>
            <a:r>
              <a:rPr lang="en-US"/>
              <a:t>Subtitle</a:t>
            </a:r>
          </a:p>
          <a:p>
            <a:pPr lvl="0"/>
            <a:endParaRPr lang="en-US"/>
          </a:p>
        </p:txBody>
      </p:sp>
    </p:spTree>
    <p:extLst>
      <p:ext uri="{BB962C8B-B14F-4D97-AF65-F5344CB8AC3E}">
        <p14:creationId xmlns:p14="http://schemas.microsoft.com/office/powerpoint/2010/main" val="39604355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Headline">
    <p:bg>
      <p:bgPr>
        <a:solidFill>
          <a:schemeClr val="tx2"/>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E67ADACF-F79B-A473-9CBA-8A380C9E1801}"/>
              </a:ext>
            </a:extLst>
          </p:cNvPr>
          <p:cNvSpPr/>
          <p:nvPr/>
        </p:nvSpPr>
        <p:spPr>
          <a:xfrm>
            <a:off x="634997" y="1225550"/>
            <a:ext cx="5448272" cy="1295400"/>
          </a:xfrm>
          <a:prstGeom prst="rect">
            <a:avLst/>
          </a:prstGeom>
          <a:noFill/>
          <a:ln/>
        </p:spPr>
        <p:txBody>
          <a:bodyPr/>
          <a:lstStyle/>
          <a:p>
            <a:endParaRPr lang="en-US" sz="900" b="0" i="0">
              <a:latin typeface="Poppins" pitchFamily="2" charset="77"/>
            </a:endParaRPr>
          </a:p>
        </p:txBody>
      </p:sp>
      <p:sp>
        <p:nvSpPr>
          <p:cNvPr id="8" name="Text Placeholder 19">
            <a:extLst>
              <a:ext uri="{FF2B5EF4-FFF2-40B4-BE49-F238E27FC236}">
                <a16:creationId xmlns:a16="http://schemas.microsoft.com/office/drawing/2014/main" id="{623E3780-FEAF-C145-C230-9D3871E7B7F6}"/>
              </a:ext>
            </a:extLst>
          </p:cNvPr>
          <p:cNvSpPr>
            <a:spLocks noGrp="1"/>
          </p:cNvSpPr>
          <p:nvPr>
            <p:ph type="body" sz="quarter" idx="16" hasCustomPrompt="1"/>
          </p:nvPr>
        </p:nvSpPr>
        <p:spPr>
          <a:xfrm>
            <a:off x="610314" y="1151669"/>
            <a:ext cx="5322465" cy="2062103"/>
          </a:xfrm>
          <a:prstGeom prst="rect">
            <a:avLst/>
          </a:prstGeom>
        </p:spPr>
        <p:txBody>
          <a:bodyPr>
            <a:spAutoFit/>
          </a:bodyPr>
          <a:lstStyle>
            <a:lvl1pPr marL="0" indent="0" algn="l" defTabSz="457155" rtl="0" eaLnBrk="1" latinLnBrk="0" hangingPunct="1">
              <a:lnSpc>
                <a:spcPct val="100000"/>
              </a:lnSpc>
              <a:buNone/>
              <a:defRPr lang="en-US" sz="3200" b="0" i="0" kern="0" spc="-36" dirty="0" smtClean="0">
                <a:solidFill>
                  <a:schemeClr val="bg1"/>
                </a:solidFill>
                <a:latin typeface="+mn-lt"/>
                <a:ea typeface="Poppins" pitchFamily="2" charset="77"/>
                <a:cs typeface="Poppins" pitchFamily="2" charset="77"/>
              </a:defRPr>
            </a:lvl1pPr>
          </a:lstStyle>
          <a:p>
            <a:r>
              <a:rPr lang="en-US" spc="-60"/>
              <a:t>Azure AI Foundry provides a complete infrastructure for developing AI applications and agents.</a:t>
            </a:r>
            <a:endParaRPr lang="en-US"/>
          </a:p>
        </p:txBody>
      </p:sp>
    </p:spTree>
    <p:extLst>
      <p:ext uri="{BB962C8B-B14F-4D97-AF65-F5344CB8AC3E}">
        <p14:creationId xmlns:p14="http://schemas.microsoft.com/office/powerpoint/2010/main" val="39630306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tx2"/>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23AAF7A5-E692-9045-D935-808912903F97}"/>
              </a:ext>
            </a:extLst>
          </p:cNvPr>
          <p:cNvSpPr>
            <a:spLocks noGrp="1"/>
          </p:cNvSpPr>
          <p:nvPr>
            <p:ph type="body" sz="quarter" idx="16" hasCustomPrompt="1"/>
          </p:nvPr>
        </p:nvSpPr>
        <p:spPr>
          <a:xfrm>
            <a:off x="2895957" y="2136339"/>
            <a:ext cx="6400086" cy="2585323"/>
          </a:xfrm>
          <a:prstGeom prst="rect">
            <a:avLst/>
          </a:prstGeom>
        </p:spPr>
        <p:txBody>
          <a:bodyPr wrap="square">
            <a:spAutoFit/>
          </a:bodyPr>
          <a:lstStyle>
            <a:lvl1pPr marL="0" indent="0" algn="ctr" defTabSz="457155" rtl="0" eaLnBrk="1" latinLnBrk="0" hangingPunct="1">
              <a:lnSpc>
                <a:spcPct val="100000"/>
              </a:lnSpc>
              <a:buNone/>
              <a:defRPr lang="en-US" sz="5400" b="0" i="0" kern="0" spc="0" dirty="0" smtClean="0">
                <a:solidFill>
                  <a:schemeClr val="bg1"/>
                </a:solidFill>
                <a:latin typeface="+mj-lt"/>
                <a:ea typeface="Poppins" pitchFamily="2" charset="77"/>
                <a:cs typeface="Poppins" pitchFamily="2" charset="77"/>
              </a:defRPr>
            </a:lvl1pPr>
          </a:lstStyle>
          <a:p>
            <a:r>
              <a:rPr lang="en-US" spc="-60"/>
              <a:t>A large statement looks great with 10 words or less</a:t>
            </a:r>
            <a:endParaRPr lang="en-US"/>
          </a:p>
        </p:txBody>
      </p:sp>
    </p:spTree>
    <p:extLst>
      <p:ext uri="{BB962C8B-B14F-4D97-AF65-F5344CB8AC3E}">
        <p14:creationId xmlns:p14="http://schemas.microsoft.com/office/powerpoint/2010/main" val="14706491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Features">
    <p:bg>
      <p:bgPr>
        <a:solidFill>
          <a:schemeClr val="tx2"/>
        </a:solidFill>
        <a:effectLst/>
      </p:bgPr>
    </p:b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0256E2F0-88DF-8BF3-796F-C770A5748766}"/>
              </a:ext>
            </a:extLst>
          </p:cNvPr>
          <p:cNvSpPr/>
          <p:nvPr/>
        </p:nvSpPr>
        <p:spPr>
          <a:xfrm>
            <a:off x="571498" y="876300"/>
            <a:ext cx="5460972" cy="1295400"/>
          </a:xfrm>
          <a:prstGeom prst="rect">
            <a:avLst/>
          </a:prstGeom>
          <a:noFill/>
          <a:ln/>
        </p:spPr>
        <p:txBody>
          <a:bodyPr/>
          <a:lstStyle/>
          <a:p>
            <a:endParaRPr lang="en-US" sz="900" b="0" i="0">
              <a:latin typeface="Poppins" pitchFamily="2" charset="77"/>
            </a:endParaRPr>
          </a:p>
        </p:txBody>
      </p:sp>
      <p:sp>
        <p:nvSpPr>
          <p:cNvPr id="2" name="Text Placeholder 19">
            <a:extLst>
              <a:ext uri="{FF2B5EF4-FFF2-40B4-BE49-F238E27FC236}">
                <a16:creationId xmlns:a16="http://schemas.microsoft.com/office/drawing/2014/main" id="{112F7974-15CA-0119-418A-955F7FE83801}"/>
              </a:ext>
            </a:extLst>
          </p:cNvPr>
          <p:cNvSpPr>
            <a:spLocks noGrp="1"/>
          </p:cNvSpPr>
          <p:nvPr>
            <p:ph type="body" sz="quarter" idx="16" hasCustomPrompt="1"/>
          </p:nvPr>
        </p:nvSpPr>
        <p:spPr>
          <a:xfrm>
            <a:off x="529938" y="852596"/>
            <a:ext cx="4860301" cy="1836400"/>
          </a:xfrm>
          <a:prstGeom prst="rect">
            <a:avLst/>
          </a:prstGeom>
        </p:spPr>
        <p:txBody>
          <a:bodyPr>
            <a:spAutoFit/>
          </a:bodyPr>
          <a:lstStyle>
            <a:lvl1pPr marL="0" indent="0" algn="l" defTabSz="457155" rtl="0" eaLnBrk="1" latinLnBrk="0" hangingPunct="1">
              <a:lnSpc>
                <a:spcPts val="3399"/>
              </a:lnSpc>
              <a:buNone/>
              <a:defRPr lang="en-US" sz="3000" b="0" i="0" kern="0" spc="-36" dirty="0" smtClean="0">
                <a:solidFill>
                  <a:schemeClr val="bg1"/>
                </a:solidFill>
                <a:latin typeface="+mj-lt"/>
                <a:ea typeface="Poppins" pitchFamily="2" charset="77"/>
                <a:cs typeface="Poppins" pitchFamily="2" charset="77"/>
              </a:defRPr>
            </a:lvl1pPr>
          </a:lstStyle>
          <a:p>
            <a:r>
              <a:rPr lang="en-US" spc="-60"/>
              <a:t>Aspire makes it easy to define everything your app needs using integrations</a:t>
            </a:r>
            <a:endParaRPr lang="en-US"/>
          </a:p>
        </p:txBody>
      </p:sp>
      <p:sp>
        <p:nvSpPr>
          <p:cNvPr id="6" name="Picture Placeholder 5">
            <a:extLst>
              <a:ext uri="{FF2B5EF4-FFF2-40B4-BE49-F238E27FC236}">
                <a16:creationId xmlns:a16="http://schemas.microsoft.com/office/drawing/2014/main" id="{6ED64ED9-4A23-F6BA-880B-98C7EB258AE9}"/>
              </a:ext>
            </a:extLst>
          </p:cNvPr>
          <p:cNvSpPr>
            <a:spLocks noGrp="1"/>
          </p:cNvSpPr>
          <p:nvPr>
            <p:ph type="pic" sz="quarter" idx="39"/>
          </p:nvPr>
        </p:nvSpPr>
        <p:spPr>
          <a:xfrm>
            <a:off x="6159493" y="571500"/>
            <a:ext cx="5502352" cy="5715000"/>
          </a:xfrm>
          <a:prstGeom prst="roundRect">
            <a:avLst>
              <a:gd name="adj" fmla="val 4278"/>
            </a:avLst>
          </a:prstGeom>
        </p:spPr>
        <p:txBody>
          <a:bodyPr/>
          <a:lstStyle>
            <a:lvl1pPr>
              <a:defRPr b="0" i="0">
                <a:latin typeface="Poppins" pitchFamily="2" charset="77"/>
              </a:defRPr>
            </a:lvl1pPr>
          </a:lstStyle>
          <a:p>
            <a:r>
              <a:rPr lang="en-US"/>
              <a:t>Click icon to add picture</a:t>
            </a:r>
          </a:p>
        </p:txBody>
      </p:sp>
      <p:sp>
        <p:nvSpPr>
          <p:cNvPr id="5" name="Text Placeholder 19">
            <a:extLst>
              <a:ext uri="{FF2B5EF4-FFF2-40B4-BE49-F238E27FC236}">
                <a16:creationId xmlns:a16="http://schemas.microsoft.com/office/drawing/2014/main" id="{396D4932-36C6-8161-1100-46AD4271AC44}"/>
              </a:ext>
            </a:extLst>
          </p:cNvPr>
          <p:cNvSpPr>
            <a:spLocks noGrp="1"/>
          </p:cNvSpPr>
          <p:nvPr>
            <p:ph type="body" sz="quarter" idx="34" hasCustomPrompt="1"/>
          </p:nvPr>
        </p:nvSpPr>
        <p:spPr>
          <a:xfrm>
            <a:off x="529938" y="2712700"/>
            <a:ext cx="4860300" cy="830997"/>
          </a:xfrm>
          <a:prstGeom prst="rect">
            <a:avLst/>
          </a:prstGeom>
        </p:spPr>
        <p:txBody>
          <a:bodyPr wrap="square">
            <a:spAutoFit/>
          </a:bodyPr>
          <a:lstStyle>
            <a:lvl1pPr marL="0" indent="0" algn="l" defTabSz="457155" rtl="0" eaLnBrk="1" latinLnBrk="0" hangingPunct="1">
              <a:lnSpc>
                <a:spcPct val="100000"/>
              </a:lnSpc>
              <a:buNone/>
              <a:defRPr lang="en-US" sz="1200" b="0" i="0" kern="0" spc="0" dirty="0" smtClean="0">
                <a:solidFill>
                  <a:schemeClr val="bg1"/>
                </a:solidFill>
                <a:latin typeface="+mn-lt"/>
                <a:ea typeface="Poppins Light" panose="00000400000000000000" pitchFamily="2" charset="0"/>
                <a:cs typeface="Poppins Light" panose="00000400000000000000" pitchFamily="2" charset="0"/>
              </a:defRPr>
            </a:lvl1pPr>
          </a:lstStyle>
          <a:p>
            <a:r>
              <a:rPr lang="en-US" spc="-60"/>
              <a:t>Packages designed to simplify connections to popular services and platforms. Each integration handles cloud resource setup and provides standardized patterns for health checks, telemetry, </a:t>
            </a:r>
            <a:br>
              <a:rPr lang="en-US" spc="-60"/>
            </a:br>
            <a:r>
              <a:rPr lang="en-US" spc="-60"/>
              <a:t>and configuration</a:t>
            </a:r>
          </a:p>
        </p:txBody>
      </p:sp>
      <p:sp>
        <p:nvSpPr>
          <p:cNvPr id="12" name="Text Placeholder 19">
            <a:extLst>
              <a:ext uri="{FF2B5EF4-FFF2-40B4-BE49-F238E27FC236}">
                <a16:creationId xmlns:a16="http://schemas.microsoft.com/office/drawing/2014/main" id="{F3954DD3-145A-4908-0D44-FB7BBA6F510F}"/>
              </a:ext>
            </a:extLst>
          </p:cNvPr>
          <p:cNvSpPr>
            <a:spLocks noGrp="1"/>
          </p:cNvSpPr>
          <p:nvPr>
            <p:ph type="body" sz="quarter" idx="40" hasCustomPrompt="1"/>
          </p:nvPr>
        </p:nvSpPr>
        <p:spPr>
          <a:xfrm>
            <a:off x="529938" y="521115"/>
            <a:ext cx="4860300" cy="307777"/>
          </a:xfrm>
          <a:prstGeom prst="rect">
            <a:avLst/>
          </a:prstGeom>
        </p:spPr>
        <p:txBody>
          <a:bodyPr wrap="square">
            <a:spAutoFit/>
          </a:bodyPr>
          <a:lstStyle>
            <a:lvl1pPr marL="0" indent="0" algn="l" defTabSz="457155" rtl="0" eaLnBrk="1" latinLnBrk="0" hangingPunct="1">
              <a:lnSpc>
                <a:spcPct val="100000"/>
              </a:lnSpc>
              <a:buNone/>
              <a:defRPr lang="en-US" sz="1400" b="0" i="0" kern="0" spc="0" dirty="0" smtClean="0">
                <a:solidFill>
                  <a:schemeClr val="bg1"/>
                </a:solidFill>
                <a:latin typeface="+mn-lt"/>
                <a:ea typeface="Poppins Light" panose="00000400000000000000" pitchFamily="2" charset="0"/>
                <a:cs typeface="Poppins Light" panose="00000400000000000000" pitchFamily="2" charset="0"/>
              </a:defRPr>
            </a:lvl1pPr>
          </a:lstStyle>
          <a:p>
            <a:r>
              <a:rPr lang="en-US" spc="-60"/>
              <a:t>Caption</a:t>
            </a:r>
          </a:p>
        </p:txBody>
      </p:sp>
    </p:spTree>
    <p:extLst>
      <p:ext uri="{BB962C8B-B14F-4D97-AF65-F5344CB8AC3E}">
        <p14:creationId xmlns:p14="http://schemas.microsoft.com/office/powerpoint/2010/main" val="5280633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2"/>
        </a:solidFill>
        <a:effectLst/>
      </p:bgPr>
    </p:bg>
    <p:spTree>
      <p:nvGrpSpPr>
        <p:cNvPr id="1" name=""/>
        <p:cNvGrpSpPr/>
        <p:nvPr/>
      </p:nvGrpSpPr>
      <p:grpSpPr>
        <a:xfrm>
          <a:off x="0" y="0"/>
          <a:ext cx="0" cy="0"/>
          <a:chOff x="0" y="0"/>
          <a:chExt cx="0" cy="0"/>
        </a:xfrm>
      </p:grpSpPr>
      <p:pic>
        <p:nvPicPr>
          <p:cNvPr id="3" name="Picture 2" descr="A purple and black triangle pattern&#10;&#10;AI-generated content may be incorrect.">
            <a:extLst>
              <a:ext uri="{FF2B5EF4-FFF2-40B4-BE49-F238E27FC236}">
                <a16:creationId xmlns:a16="http://schemas.microsoft.com/office/drawing/2014/main" id="{2A5BA0FF-B1A7-55AE-4768-8751E8ED76F7}"/>
              </a:ext>
            </a:extLst>
          </p:cNvPr>
          <p:cNvPicPr>
            <a:picLocks noChangeAspect="1"/>
          </p:cNvPicPr>
          <p:nvPr userDrawn="1"/>
        </p:nvPicPr>
        <p:blipFill>
          <a:blip r:embed="rId2"/>
          <a:stretch>
            <a:fillRect/>
          </a:stretch>
        </p:blipFill>
        <p:spPr>
          <a:xfrm>
            <a:off x="4382890" y="0"/>
            <a:ext cx="7815833" cy="6858000"/>
          </a:xfrm>
          <a:prstGeom prst="rect">
            <a:avLst/>
          </a:prstGeom>
        </p:spPr>
      </p:pic>
      <p:sp>
        <p:nvSpPr>
          <p:cNvPr id="4" name="Text Placeholder 19">
            <a:extLst>
              <a:ext uri="{FF2B5EF4-FFF2-40B4-BE49-F238E27FC236}">
                <a16:creationId xmlns:a16="http://schemas.microsoft.com/office/drawing/2014/main" id="{E3FA8BF8-04DC-2A0C-574D-C6F13FE0EB4F}"/>
              </a:ext>
            </a:extLst>
          </p:cNvPr>
          <p:cNvSpPr>
            <a:spLocks noGrp="1"/>
          </p:cNvSpPr>
          <p:nvPr>
            <p:ph type="body" sz="quarter" idx="16" hasCustomPrompt="1"/>
          </p:nvPr>
        </p:nvSpPr>
        <p:spPr>
          <a:xfrm>
            <a:off x="639538" y="3122092"/>
            <a:ext cx="5338109" cy="707886"/>
          </a:xfrm>
          <a:prstGeom prst="rect">
            <a:avLst/>
          </a:prstGeom>
        </p:spPr>
        <p:txBody>
          <a:bodyPr wrap="square">
            <a:spAutoFit/>
          </a:bodyPr>
          <a:lstStyle>
            <a:lvl1pPr marL="0" indent="0" algn="l" defTabSz="457155" rtl="0" eaLnBrk="1" latinLnBrk="0" hangingPunct="1">
              <a:lnSpc>
                <a:spcPct val="100000"/>
              </a:lnSpc>
              <a:buNone/>
              <a:defRPr lang="en-US" sz="4000" b="0" i="0" kern="0" spc="0" dirty="0" smtClean="0">
                <a:solidFill>
                  <a:schemeClr val="bg1"/>
                </a:solidFill>
                <a:latin typeface="+mj-lt"/>
                <a:ea typeface="Poppins" pitchFamily="2" charset="77"/>
                <a:cs typeface="Poppins" pitchFamily="2" charset="77"/>
              </a:defRPr>
            </a:lvl1pPr>
          </a:lstStyle>
          <a:p>
            <a:r>
              <a:rPr lang="en-US" spc="-60"/>
              <a:t>Section Title</a:t>
            </a:r>
            <a:endParaRPr lang="en-US"/>
          </a:p>
        </p:txBody>
      </p:sp>
    </p:spTree>
    <p:extLst>
      <p:ext uri="{BB962C8B-B14F-4D97-AF65-F5344CB8AC3E}">
        <p14:creationId xmlns:p14="http://schemas.microsoft.com/office/powerpoint/2010/main" val="33581256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68AE85-9944-3C9E-CEE1-4BAF97F6CEFF}"/>
              </a:ext>
            </a:extLst>
          </p:cNvPr>
          <p:cNvSpPr txBox="1"/>
          <p:nvPr userDrawn="1"/>
        </p:nvSpPr>
        <p:spPr>
          <a:xfrm>
            <a:off x="615219" y="3208525"/>
            <a:ext cx="5372155" cy="707886"/>
          </a:xfrm>
          <a:prstGeom prst="rect">
            <a:avLst/>
          </a:prstGeom>
          <a:noFill/>
        </p:spPr>
        <p:txBody>
          <a:bodyPr wrap="square" rtlCol="0">
            <a:spAutoFit/>
          </a:bodyPr>
          <a:lstStyle/>
          <a:p>
            <a:r>
              <a:rPr lang="en-US" sz="4000">
                <a:solidFill>
                  <a:schemeClr val="bg1"/>
                </a:solidFill>
                <a:latin typeface="+mj-lt"/>
              </a:rPr>
              <a:t>Thank you</a:t>
            </a:r>
          </a:p>
        </p:txBody>
      </p:sp>
      <p:pic>
        <p:nvPicPr>
          <p:cNvPr id="5" name="Picture 4">
            <a:extLst>
              <a:ext uri="{FF2B5EF4-FFF2-40B4-BE49-F238E27FC236}">
                <a16:creationId xmlns:a16="http://schemas.microsoft.com/office/drawing/2014/main" id="{5FD1F7FE-0997-A628-E4D0-65CD506ED521}"/>
              </a:ext>
            </a:extLst>
          </p:cNvPr>
          <p:cNvPicPr>
            <a:picLocks noChangeAspect="1"/>
          </p:cNvPicPr>
          <p:nvPr userDrawn="1"/>
        </p:nvPicPr>
        <p:blipFill>
          <a:blip r:embed="rId2"/>
          <a:srcRect/>
          <a:stretch/>
        </p:blipFill>
        <p:spPr>
          <a:xfrm>
            <a:off x="4280705" y="1410512"/>
            <a:ext cx="7718424" cy="5029200"/>
          </a:xfrm>
          <a:prstGeom prst="rect">
            <a:avLst/>
          </a:prstGeom>
        </p:spPr>
      </p:pic>
      <p:sp>
        <p:nvSpPr>
          <p:cNvPr id="6" name="TextBox 5">
            <a:extLst>
              <a:ext uri="{FF2B5EF4-FFF2-40B4-BE49-F238E27FC236}">
                <a16:creationId xmlns:a16="http://schemas.microsoft.com/office/drawing/2014/main" id="{C663E4F8-F88F-9671-A373-BDDE0B43CB55}"/>
              </a:ext>
            </a:extLst>
          </p:cNvPr>
          <p:cNvSpPr txBox="1"/>
          <p:nvPr userDrawn="1"/>
        </p:nvSpPr>
        <p:spPr>
          <a:xfrm>
            <a:off x="615218" y="6039602"/>
            <a:ext cx="6738893" cy="400110"/>
          </a:xfrm>
          <a:prstGeom prst="rect">
            <a:avLst/>
          </a:prstGeom>
          <a:noFill/>
        </p:spPr>
        <p:txBody>
          <a:bodyPr wrap="square" rtlCol="0">
            <a:spAutoFit/>
          </a:bodyPr>
          <a:lstStyle/>
          <a:p>
            <a:r>
              <a:rPr lang="en-US" sz="2000">
                <a:solidFill>
                  <a:schemeClr val="bg1"/>
                </a:solidFill>
                <a:latin typeface="+mn-lt"/>
              </a:rPr>
              <a:t>Connect with us: @aspiredotdev | aspire.dev</a:t>
            </a:r>
          </a:p>
        </p:txBody>
      </p:sp>
    </p:spTree>
    <p:extLst>
      <p:ext uri="{BB962C8B-B14F-4D97-AF65-F5344CB8AC3E}">
        <p14:creationId xmlns:p14="http://schemas.microsoft.com/office/powerpoint/2010/main" val="289656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9F8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868892-8075-A461-3D3E-9072595E06EF}"/>
              </a:ext>
            </a:extLst>
          </p:cNvPr>
          <p:cNvSpPr>
            <a:spLocks noGrp="1"/>
          </p:cNvSpPr>
          <p:nvPr>
            <p:ph type="title"/>
          </p:nvPr>
        </p:nvSpPr>
        <p:spPr>
          <a:xfrm>
            <a:off x="570209" y="365127"/>
            <a:ext cx="11046657" cy="8440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3CF23F-33C2-7A93-021F-36576DC5A608}"/>
              </a:ext>
            </a:extLst>
          </p:cNvPr>
          <p:cNvSpPr>
            <a:spLocks noGrp="1"/>
          </p:cNvSpPr>
          <p:nvPr>
            <p:ph type="body" idx="1"/>
          </p:nvPr>
        </p:nvSpPr>
        <p:spPr>
          <a:xfrm>
            <a:off x="570209" y="1825625"/>
            <a:ext cx="1104665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8079349"/>
      </p:ext>
    </p:extLst>
  </p:cSld>
  <p:clrMap bg1="lt1" tx1="dk1" bg2="lt2" tx2="dk2" accent1="accent1" accent2="accent2" accent3="accent3" accent4="accent4" accent5="accent5" accent6="accent6" hlink="hlink" folHlink="folHlink"/>
  <p:sldLayoutIdLst>
    <p:sldLayoutId id="2147483724" r:id="rId1"/>
    <p:sldLayoutId id="2147483662" r:id="rId2"/>
    <p:sldLayoutId id="2147483722" r:id="rId3"/>
    <p:sldLayoutId id="2147483664" r:id="rId4"/>
    <p:sldLayoutId id="2147483681" r:id="rId5"/>
    <p:sldLayoutId id="2147483689"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83" r:id="rId15"/>
    <p:sldLayoutId id="2147483680" r:id="rId16"/>
    <p:sldLayoutId id="2147483673" r:id="rId17"/>
    <p:sldLayoutId id="2147483674" r:id="rId18"/>
    <p:sldLayoutId id="2147483675" r:id="rId19"/>
    <p:sldLayoutId id="2147483676" r:id="rId20"/>
    <p:sldLayoutId id="2147483677" r:id="rId21"/>
    <p:sldLayoutId id="2147483678" r:id="rId22"/>
    <p:sldLayoutId id="2147483679" r:id="rId23"/>
    <p:sldLayoutId id="2147483682" r:id="rId24"/>
    <p:sldLayoutId id="2147483684" r:id="rId25"/>
    <p:sldLayoutId id="2147483685" r:id="rId26"/>
    <p:sldLayoutId id="2147483686" r:id="rId27"/>
    <p:sldLayoutId id="2147483687" r:id="rId28"/>
    <p:sldLayoutId id="2147483688" r:id="rId29"/>
  </p:sldLayoutIdLst>
  <p:txStyles>
    <p:titleStyle>
      <a:lvl1pPr algn="l" defTabSz="457155" rtl="0" eaLnBrk="1" latinLnBrk="0" hangingPunct="1">
        <a:spcBef>
          <a:spcPct val="0"/>
        </a:spcBef>
        <a:buNone/>
        <a:defRPr sz="3200" kern="1200">
          <a:solidFill>
            <a:schemeClr val="tx1"/>
          </a:solidFill>
          <a:latin typeface="+mj-lt"/>
          <a:ea typeface="+mj-ea"/>
          <a:cs typeface="+mj-cs"/>
        </a:defRPr>
      </a:lvl1pPr>
    </p:titleStyle>
    <p:bodyStyle>
      <a:lvl1pPr marL="171433" indent="-171433" algn="l" defTabSz="457155"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371438" indent="-142861" algn="l" defTabSz="457155" rtl="0" eaLnBrk="1" latinLnBrk="0" hangingPunct="1">
        <a:spcBef>
          <a:spcPct val="20000"/>
        </a:spcBef>
        <a:buFont typeface="Arial" pitchFamily="34" charset="0"/>
        <a:buChar char="–"/>
        <a:defRPr sz="2200" kern="1200">
          <a:solidFill>
            <a:schemeClr val="tx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155" rtl="0" eaLnBrk="1" latinLnBrk="0" hangingPunct="1">
        <a:defRPr sz="900" kern="1200">
          <a:solidFill>
            <a:schemeClr val="tx1"/>
          </a:solidFill>
          <a:latin typeface="+mn-lt"/>
          <a:ea typeface="+mn-ea"/>
          <a:cs typeface="+mn-cs"/>
        </a:defRPr>
      </a:lvl1pPr>
      <a:lvl2pPr marL="228577" algn="l" defTabSz="457155" rtl="0" eaLnBrk="1" latinLnBrk="0" hangingPunct="1">
        <a:defRPr sz="900" kern="1200">
          <a:solidFill>
            <a:schemeClr val="tx1"/>
          </a:solidFill>
          <a:latin typeface="+mn-lt"/>
          <a:ea typeface="+mn-ea"/>
          <a:cs typeface="+mn-cs"/>
        </a:defRPr>
      </a:lvl2pPr>
      <a:lvl3pPr marL="457155" algn="l" defTabSz="457155" rtl="0" eaLnBrk="1" latinLnBrk="0" hangingPunct="1">
        <a:defRPr sz="900" kern="1200">
          <a:solidFill>
            <a:schemeClr val="tx1"/>
          </a:solidFill>
          <a:latin typeface="+mn-lt"/>
          <a:ea typeface="+mn-ea"/>
          <a:cs typeface="+mn-cs"/>
        </a:defRPr>
      </a:lvl3pPr>
      <a:lvl4pPr marL="685732" algn="l" defTabSz="457155" rtl="0" eaLnBrk="1" latinLnBrk="0" hangingPunct="1">
        <a:defRPr sz="900" kern="1200">
          <a:solidFill>
            <a:schemeClr val="tx1"/>
          </a:solidFill>
          <a:latin typeface="+mn-lt"/>
          <a:ea typeface="+mn-ea"/>
          <a:cs typeface="+mn-cs"/>
        </a:defRPr>
      </a:lvl4pPr>
      <a:lvl5pPr marL="914309" algn="l" defTabSz="457155" rtl="0" eaLnBrk="1" latinLnBrk="0" hangingPunct="1">
        <a:defRPr sz="900" kern="1200">
          <a:solidFill>
            <a:schemeClr val="tx1"/>
          </a:solidFill>
          <a:latin typeface="+mn-lt"/>
          <a:ea typeface="+mn-ea"/>
          <a:cs typeface="+mn-cs"/>
        </a:defRPr>
      </a:lvl5pPr>
      <a:lvl6pPr marL="1142886" algn="l" defTabSz="457155" rtl="0" eaLnBrk="1" latinLnBrk="0" hangingPunct="1">
        <a:defRPr sz="900" kern="1200">
          <a:solidFill>
            <a:schemeClr val="tx1"/>
          </a:solidFill>
          <a:latin typeface="+mn-lt"/>
          <a:ea typeface="+mn-ea"/>
          <a:cs typeface="+mn-cs"/>
        </a:defRPr>
      </a:lvl6pPr>
      <a:lvl7pPr marL="1371463" algn="l" defTabSz="457155" rtl="0" eaLnBrk="1" latinLnBrk="0" hangingPunct="1">
        <a:defRPr sz="900" kern="1200">
          <a:solidFill>
            <a:schemeClr val="tx1"/>
          </a:solidFill>
          <a:latin typeface="+mn-lt"/>
          <a:ea typeface="+mn-ea"/>
          <a:cs typeface="+mn-cs"/>
        </a:defRPr>
      </a:lvl7pPr>
      <a:lvl8pPr marL="1600040" algn="l" defTabSz="457155" rtl="0" eaLnBrk="1" latinLnBrk="0" hangingPunct="1">
        <a:defRPr sz="900" kern="1200">
          <a:solidFill>
            <a:schemeClr val="tx1"/>
          </a:solidFill>
          <a:latin typeface="+mn-lt"/>
          <a:ea typeface="+mn-ea"/>
          <a:cs typeface="+mn-cs"/>
        </a:defRPr>
      </a:lvl8pPr>
      <a:lvl9pPr marL="1828617" algn="l" defTabSz="457155"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868892-8075-A461-3D3E-9072595E06EF}"/>
              </a:ext>
            </a:extLst>
          </p:cNvPr>
          <p:cNvSpPr>
            <a:spLocks noGrp="1"/>
          </p:cNvSpPr>
          <p:nvPr>
            <p:ph type="title"/>
          </p:nvPr>
        </p:nvSpPr>
        <p:spPr>
          <a:xfrm>
            <a:off x="570209" y="365127"/>
            <a:ext cx="11046657" cy="8440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3CF23F-33C2-7A93-021F-36576DC5A608}"/>
              </a:ext>
            </a:extLst>
          </p:cNvPr>
          <p:cNvSpPr>
            <a:spLocks noGrp="1"/>
          </p:cNvSpPr>
          <p:nvPr>
            <p:ph type="body" idx="1"/>
          </p:nvPr>
        </p:nvSpPr>
        <p:spPr>
          <a:xfrm>
            <a:off x="570209" y="1825625"/>
            <a:ext cx="1104665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947521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Lst>
  <p:txStyles>
    <p:titleStyle>
      <a:lvl1pPr algn="l" defTabSz="457155" rtl="0" eaLnBrk="1" latinLnBrk="0" hangingPunct="1">
        <a:spcBef>
          <a:spcPct val="0"/>
        </a:spcBef>
        <a:buNone/>
        <a:defRPr sz="3200" kern="1200">
          <a:solidFill>
            <a:schemeClr val="bg1"/>
          </a:solidFill>
          <a:latin typeface="+mj-lt"/>
          <a:ea typeface="+mj-ea"/>
          <a:cs typeface="+mj-cs"/>
        </a:defRPr>
      </a:lvl1pPr>
    </p:titleStyle>
    <p:bodyStyle>
      <a:lvl1pPr marL="171433" indent="-171433" algn="l" defTabSz="457155" rtl="0" eaLnBrk="1" latinLnBrk="0" hangingPunct="1">
        <a:spcBef>
          <a:spcPct val="20000"/>
        </a:spcBef>
        <a:buFont typeface="Arial" pitchFamily="34" charset="0"/>
        <a:buChar char="•"/>
        <a:defRPr sz="2400" kern="1200">
          <a:solidFill>
            <a:schemeClr val="bg1"/>
          </a:solidFill>
          <a:latin typeface="+mn-lt"/>
          <a:ea typeface="+mn-ea"/>
          <a:cs typeface="+mn-cs"/>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155" rtl="0" eaLnBrk="1" latinLnBrk="0" hangingPunct="1">
        <a:defRPr sz="900" kern="1200">
          <a:solidFill>
            <a:schemeClr val="tx1"/>
          </a:solidFill>
          <a:latin typeface="+mn-lt"/>
          <a:ea typeface="+mn-ea"/>
          <a:cs typeface="+mn-cs"/>
        </a:defRPr>
      </a:lvl1pPr>
      <a:lvl2pPr marL="228577" algn="l" defTabSz="457155" rtl="0" eaLnBrk="1" latinLnBrk="0" hangingPunct="1">
        <a:defRPr sz="900" kern="1200">
          <a:solidFill>
            <a:schemeClr val="tx1"/>
          </a:solidFill>
          <a:latin typeface="+mn-lt"/>
          <a:ea typeface="+mn-ea"/>
          <a:cs typeface="+mn-cs"/>
        </a:defRPr>
      </a:lvl2pPr>
      <a:lvl3pPr marL="457155" algn="l" defTabSz="457155" rtl="0" eaLnBrk="1" latinLnBrk="0" hangingPunct="1">
        <a:defRPr sz="900" kern="1200">
          <a:solidFill>
            <a:schemeClr val="tx1"/>
          </a:solidFill>
          <a:latin typeface="+mn-lt"/>
          <a:ea typeface="+mn-ea"/>
          <a:cs typeface="+mn-cs"/>
        </a:defRPr>
      </a:lvl3pPr>
      <a:lvl4pPr marL="685732" algn="l" defTabSz="457155" rtl="0" eaLnBrk="1" latinLnBrk="0" hangingPunct="1">
        <a:defRPr sz="900" kern="1200">
          <a:solidFill>
            <a:schemeClr val="tx1"/>
          </a:solidFill>
          <a:latin typeface="+mn-lt"/>
          <a:ea typeface="+mn-ea"/>
          <a:cs typeface="+mn-cs"/>
        </a:defRPr>
      </a:lvl4pPr>
      <a:lvl5pPr marL="914309" algn="l" defTabSz="457155" rtl="0" eaLnBrk="1" latinLnBrk="0" hangingPunct="1">
        <a:defRPr sz="900" kern="1200">
          <a:solidFill>
            <a:schemeClr val="tx1"/>
          </a:solidFill>
          <a:latin typeface="+mn-lt"/>
          <a:ea typeface="+mn-ea"/>
          <a:cs typeface="+mn-cs"/>
        </a:defRPr>
      </a:lvl5pPr>
      <a:lvl6pPr marL="1142886" algn="l" defTabSz="457155" rtl="0" eaLnBrk="1" latinLnBrk="0" hangingPunct="1">
        <a:defRPr sz="900" kern="1200">
          <a:solidFill>
            <a:schemeClr val="tx1"/>
          </a:solidFill>
          <a:latin typeface="+mn-lt"/>
          <a:ea typeface="+mn-ea"/>
          <a:cs typeface="+mn-cs"/>
        </a:defRPr>
      </a:lvl6pPr>
      <a:lvl7pPr marL="1371463" algn="l" defTabSz="457155" rtl="0" eaLnBrk="1" latinLnBrk="0" hangingPunct="1">
        <a:defRPr sz="900" kern="1200">
          <a:solidFill>
            <a:schemeClr val="tx1"/>
          </a:solidFill>
          <a:latin typeface="+mn-lt"/>
          <a:ea typeface="+mn-ea"/>
          <a:cs typeface="+mn-cs"/>
        </a:defRPr>
      </a:lvl7pPr>
      <a:lvl8pPr marL="1600040" algn="l" defTabSz="457155" rtl="0" eaLnBrk="1" latinLnBrk="0" hangingPunct="1">
        <a:defRPr sz="900" kern="1200">
          <a:solidFill>
            <a:schemeClr val="tx1"/>
          </a:solidFill>
          <a:latin typeface="+mn-lt"/>
          <a:ea typeface="+mn-ea"/>
          <a:cs typeface="+mn-cs"/>
        </a:defRPr>
      </a:lvl8pPr>
      <a:lvl9pPr marL="1828617" algn="l" defTabSz="457155"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23.xml"/><Relationship Id="rId6" Type="http://schemas.openxmlformats.org/officeDocument/2006/relationships/image" Target="../media/image18.sv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svg"/></Relationships>
</file>

<file path=ppt/slides/_rels/slide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25.svg"/></Relationships>
</file>

<file path=ppt/slides/_rels/slide4.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18" Type="http://schemas.openxmlformats.org/officeDocument/2006/relationships/image" Target="../media/image42.svg"/><Relationship Id="rId26" Type="http://schemas.openxmlformats.org/officeDocument/2006/relationships/image" Target="../media/image50.svg"/><Relationship Id="rId3" Type="http://schemas.openxmlformats.org/officeDocument/2006/relationships/image" Target="../media/image27.svg"/><Relationship Id="rId21" Type="http://schemas.openxmlformats.org/officeDocument/2006/relationships/image" Target="../media/image45.svg"/><Relationship Id="rId7" Type="http://schemas.openxmlformats.org/officeDocument/2006/relationships/image" Target="../media/image31.svg"/><Relationship Id="rId12" Type="http://schemas.openxmlformats.org/officeDocument/2006/relationships/image" Target="../media/image36.svg"/><Relationship Id="rId17" Type="http://schemas.openxmlformats.org/officeDocument/2006/relationships/image" Target="../media/image41.svg"/><Relationship Id="rId25" Type="http://schemas.openxmlformats.org/officeDocument/2006/relationships/image" Target="../media/image49.svg"/><Relationship Id="rId2" Type="http://schemas.openxmlformats.org/officeDocument/2006/relationships/notesSlide" Target="../notesSlides/notesSlide1.xml"/><Relationship Id="rId16" Type="http://schemas.openxmlformats.org/officeDocument/2006/relationships/image" Target="../media/image40.svg"/><Relationship Id="rId20" Type="http://schemas.openxmlformats.org/officeDocument/2006/relationships/image" Target="../media/image44.svg"/><Relationship Id="rId1" Type="http://schemas.openxmlformats.org/officeDocument/2006/relationships/slideLayout" Target="../slideLayouts/slideLayout27.xml"/><Relationship Id="rId6" Type="http://schemas.openxmlformats.org/officeDocument/2006/relationships/image" Target="../media/image30.svg"/><Relationship Id="rId11" Type="http://schemas.openxmlformats.org/officeDocument/2006/relationships/image" Target="../media/image35.svg"/><Relationship Id="rId24" Type="http://schemas.openxmlformats.org/officeDocument/2006/relationships/image" Target="../media/image48.svg"/><Relationship Id="rId5" Type="http://schemas.openxmlformats.org/officeDocument/2006/relationships/image" Target="../media/image29.svg"/><Relationship Id="rId15" Type="http://schemas.openxmlformats.org/officeDocument/2006/relationships/image" Target="../media/image39.svg"/><Relationship Id="rId23" Type="http://schemas.openxmlformats.org/officeDocument/2006/relationships/image" Target="../media/image47.svg"/><Relationship Id="rId10" Type="http://schemas.openxmlformats.org/officeDocument/2006/relationships/image" Target="../media/image34.svg"/><Relationship Id="rId19" Type="http://schemas.openxmlformats.org/officeDocument/2006/relationships/image" Target="../media/image43.svg"/><Relationship Id="rId4" Type="http://schemas.openxmlformats.org/officeDocument/2006/relationships/image" Target="../media/image28.svg"/><Relationship Id="rId9" Type="http://schemas.openxmlformats.org/officeDocument/2006/relationships/image" Target="../media/image33.svg"/><Relationship Id="rId14" Type="http://schemas.openxmlformats.org/officeDocument/2006/relationships/image" Target="../media/image38.svg"/><Relationship Id="rId22" Type="http://schemas.openxmlformats.org/officeDocument/2006/relationships/image" Target="../media/image46.svg"/><Relationship Id="rId27" Type="http://schemas.openxmlformats.org/officeDocument/2006/relationships/image" Target="../media/image51.svg"/></Relationships>
</file>

<file path=ppt/slides/_rels/slide6.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55.svg"/><Relationship Id="rId5" Type="http://schemas.openxmlformats.org/officeDocument/2006/relationships/image" Target="../media/image54.svg"/><Relationship Id="rId4" Type="http://schemas.openxmlformats.org/officeDocument/2006/relationships/image" Target="../media/image53.svg"/></Relationships>
</file>

<file path=ppt/slides/_rels/slide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57.png"/></Relationships>
</file>

<file path=ppt/slides/_rels/slide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55.svg"/><Relationship Id="rId5" Type="http://schemas.openxmlformats.org/officeDocument/2006/relationships/image" Target="../media/image54.svg"/><Relationship Id="rId4" Type="http://schemas.openxmlformats.org/officeDocument/2006/relationships/image" Target="../media/image5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svg"/><Relationship Id="rId7" Type="http://schemas.openxmlformats.org/officeDocument/2006/relationships/image" Target="../media/image66.svg"/><Relationship Id="rId2" Type="http://schemas.openxmlformats.org/officeDocument/2006/relationships/image" Target="../media/image61.png"/><Relationship Id="rId1" Type="http://schemas.openxmlformats.org/officeDocument/2006/relationships/slideLayout" Target="../slideLayouts/slideLayout52.xml"/><Relationship Id="rId6" Type="http://schemas.openxmlformats.org/officeDocument/2006/relationships/image" Target="../media/image65.svg"/><Relationship Id="rId11" Type="http://schemas.openxmlformats.org/officeDocument/2006/relationships/image" Target="../media/image70.svg"/><Relationship Id="rId5" Type="http://schemas.openxmlformats.org/officeDocument/2006/relationships/image" Target="../media/image64.sv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svg"/></Relationships>
</file>

<file path=ppt/slides/_rels/slide16.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61.png"/><Relationship Id="rId1" Type="http://schemas.openxmlformats.org/officeDocument/2006/relationships/slideLayout" Target="../slideLayouts/slideLayout41.xml"/><Relationship Id="rId4" Type="http://schemas.openxmlformats.org/officeDocument/2006/relationships/image" Target="../media/image72.svg"/></Relationships>
</file>

<file path=ppt/slides/_rels/slide17.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8" Type="http://schemas.openxmlformats.org/officeDocument/2006/relationships/image" Target="../media/image74.svg"/><Relationship Id="rId13" Type="http://schemas.openxmlformats.org/officeDocument/2006/relationships/image" Target="../media/image78.svg"/><Relationship Id="rId18" Type="http://schemas.openxmlformats.org/officeDocument/2006/relationships/image" Target="../media/image81.svg"/><Relationship Id="rId3" Type="http://schemas.openxmlformats.org/officeDocument/2006/relationships/image" Target="../media/image73.svg"/><Relationship Id="rId21" Type="http://schemas.openxmlformats.org/officeDocument/2006/relationships/image" Target="../media/image84.svg"/><Relationship Id="rId7" Type="http://schemas.openxmlformats.org/officeDocument/2006/relationships/image" Target="../media/image31.svg"/><Relationship Id="rId12" Type="http://schemas.openxmlformats.org/officeDocument/2006/relationships/image" Target="../media/image77.svg"/><Relationship Id="rId17" Type="http://schemas.openxmlformats.org/officeDocument/2006/relationships/image" Target="../media/image44.svg"/><Relationship Id="rId25" Type="http://schemas.openxmlformats.org/officeDocument/2006/relationships/image" Target="../media/image88.svg"/><Relationship Id="rId2" Type="http://schemas.openxmlformats.org/officeDocument/2006/relationships/notesSlide" Target="../notesSlides/notesSlide5.xml"/><Relationship Id="rId16" Type="http://schemas.openxmlformats.org/officeDocument/2006/relationships/image" Target="../media/image80.svg"/><Relationship Id="rId20" Type="http://schemas.openxmlformats.org/officeDocument/2006/relationships/image" Target="../media/image83.svg"/><Relationship Id="rId1" Type="http://schemas.openxmlformats.org/officeDocument/2006/relationships/slideLayout" Target="../slideLayouts/slideLayout56.xml"/><Relationship Id="rId6" Type="http://schemas.openxmlformats.org/officeDocument/2006/relationships/image" Target="../media/image30.svg"/><Relationship Id="rId11" Type="http://schemas.openxmlformats.org/officeDocument/2006/relationships/image" Target="../media/image76.svg"/><Relationship Id="rId24" Type="http://schemas.openxmlformats.org/officeDocument/2006/relationships/image" Target="../media/image87.svg"/><Relationship Id="rId5" Type="http://schemas.openxmlformats.org/officeDocument/2006/relationships/image" Target="../media/image43.svg"/><Relationship Id="rId15" Type="http://schemas.openxmlformats.org/officeDocument/2006/relationships/image" Target="../media/image41.svg"/><Relationship Id="rId23" Type="http://schemas.openxmlformats.org/officeDocument/2006/relationships/image" Target="../media/image86.svg"/><Relationship Id="rId10" Type="http://schemas.openxmlformats.org/officeDocument/2006/relationships/image" Target="../media/image35.svg"/><Relationship Id="rId19" Type="http://schemas.openxmlformats.org/officeDocument/2006/relationships/image" Target="../media/image82.svg"/><Relationship Id="rId4" Type="http://schemas.openxmlformats.org/officeDocument/2006/relationships/image" Target="../media/image28.svg"/><Relationship Id="rId9" Type="http://schemas.openxmlformats.org/officeDocument/2006/relationships/image" Target="../media/image75.svg"/><Relationship Id="rId14" Type="http://schemas.openxmlformats.org/officeDocument/2006/relationships/image" Target="../media/image79.svg"/><Relationship Id="rId22" Type="http://schemas.openxmlformats.org/officeDocument/2006/relationships/image" Target="../media/image85.svg"/></Relationships>
</file>

<file path=ppt/slides/_rels/slide19.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notesSlide" Target="../notesSlides/notesSlide6.xml"/><Relationship Id="rId1" Type="http://schemas.openxmlformats.org/officeDocument/2006/relationships/slideLayout" Target="../slideLayouts/slideLayout44.xml"/><Relationship Id="rId6" Type="http://schemas.openxmlformats.org/officeDocument/2006/relationships/image" Target="../media/image92.svg"/><Relationship Id="rId5" Type="http://schemas.openxmlformats.org/officeDocument/2006/relationships/image" Target="../media/image91.svg"/><Relationship Id="rId4" Type="http://schemas.openxmlformats.org/officeDocument/2006/relationships/image" Target="../media/image90.sv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xml"/><Relationship Id="rId1" Type="http://schemas.openxmlformats.org/officeDocument/2006/relationships/slideLayout" Target="../slideLayouts/slideLayout47.xml"/><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notesSlide" Target="../notesSlides/notesSlide8.xml"/><Relationship Id="rId1" Type="http://schemas.openxmlformats.org/officeDocument/2006/relationships/slideLayout" Target="../slideLayouts/slideLayout44.xml"/><Relationship Id="rId6" Type="http://schemas.openxmlformats.org/officeDocument/2006/relationships/image" Target="../media/image97.svg"/><Relationship Id="rId5" Type="http://schemas.openxmlformats.org/officeDocument/2006/relationships/image" Target="../media/image96.svg"/><Relationship Id="rId4" Type="http://schemas.openxmlformats.org/officeDocument/2006/relationships/image" Target="../media/image9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8.xml.rels><?xml version="1.0" encoding="UTF-8" standalone="yes"?>
<Relationships xmlns="http://schemas.openxmlformats.org/package/2006/relationships"><Relationship Id="rId26" Type="http://schemas.openxmlformats.org/officeDocument/2006/relationships/image" Target="../media/image120.svg"/><Relationship Id="rId21" Type="http://schemas.openxmlformats.org/officeDocument/2006/relationships/image" Target="../media/image115.svg"/><Relationship Id="rId42" Type="http://schemas.openxmlformats.org/officeDocument/2006/relationships/image" Target="../media/image136.svg"/><Relationship Id="rId47" Type="http://schemas.openxmlformats.org/officeDocument/2006/relationships/image" Target="../media/image141.svg"/><Relationship Id="rId63" Type="http://schemas.openxmlformats.org/officeDocument/2006/relationships/image" Target="../media/image156.svg"/><Relationship Id="rId68" Type="http://schemas.openxmlformats.org/officeDocument/2006/relationships/image" Target="../media/image161.svg"/><Relationship Id="rId2" Type="http://schemas.openxmlformats.org/officeDocument/2006/relationships/notesSlide" Target="../notesSlides/notesSlide9.xml"/><Relationship Id="rId16" Type="http://schemas.openxmlformats.org/officeDocument/2006/relationships/image" Target="../media/image110.svg"/><Relationship Id="rId29" Type="http://schemas.openxmlformats.org/officeDocument/2006/relationships/image" Target="../media/image123.svg"/><Relationship Id="rId11" Type="http://schemas.openxmlformats.org/officeDocument/2006/relationships/image" Target="../media/image106.svg"/><Relationship Id="rId24" Type="http://schemas.openxmlformats.org/officeDocument/2006/relationships/image" Target="../media/image118.svg"/><Relationship Id="rId32" Type="http://schemas.openxmlformats.org/officeDocument/2006/relationships/image" Target="../media/image126.svg"/><Relationship Id="rId37" Type="http://schemas.openxmlformats.org/officeDocument/2006/relationships/image" Target="../media/image131.svg"/><Relationship Id="rId40" Type="http://schemas.openxmlformats.org/officeDocument/2006/relationships/image" Target="../media/image134.svg"/><Relationship Id="rId45" Type="http://schemas.openxmlformats.org/officeDocument/2006/relationships/image" Target="../media/image139.svg"/><Relationship Id="rId53" Type="http://schemas.openxmlformats.org/officeDocument/2006/relationships/image" Target="../media/image147.svg"/><Relationship Id="rId58" Type="http://schemas.openxmlformats.org/officeDocument/2006/relationships/image" Target="../media/image152.svg"/><Relationship Id="rId66" Type="http://schemas.openxmlformats.org/officeDocument/2006/relationships/image" Target="../media/image159.svg"/><Relationship Id="rId74" Type="http://schemas.openxmlformats.org/officeDocument/2006/relationships/hyperlink" Target="https://iconcloud.design/browse/Fluent%20System%20Library/Fluent%20Filled" TargetMode="External"/><Relationship Id="rId5" Type="http://schemas.openxmlformats.org/officeDocument/2006/relationships/image" Target="../media/image100.svg"/><Relationship Id="rId61" Type="http://schemas.openxmlformats.org/officeDocument/2006/relationships/image" Target="../media/image89.svg"/><Relationship Id="rId19" Type="http://schemas.openxmlformats.org/officeDocument/2006/relationships/image" Target="../media/image113.svg"/><Relationship Id="rId14" Type="http://schemas.openxmlformats.org/officeDocument/2006/relationships/image" Target="../media/image109.svg"/><Relationship Id="rId22" Type="http://schemas.openxmlformats.org/officeDocument/2006/relationships/image" Target="../media/image116.svg"/><Relationship Id="rId27" Type="http://schemas.openxmlformats.org/officeDocument/2006/relationships/image" Target="../media/image121.svg"/><Relationship Id="rId30" Type="http://schemas.openxmlformats.org/officeDocument/2006/relationships/image" Target="../media/image124.svg"/><Relationship Id="rId35" Type="http://schemas.openxmlformats.org/officeDocument/2006/relationships/image" Target="../media/image129.svg"/><Relationship Id="rId43" Type="http://schemas.openxmlformats.org/officeDocument/2006/relationships/image" Target="../media/image137.svg"/><Relationship Id="rId48" Type="http://schemas.openxmlformats.org/officeDocument/2006/relationships/image" Target="../media/image142.svg"/><Relationship Id="rId56" Type="http://schemas.openxmlformats.org/officeDocument/2006/relationships/image" Target="../media/image150.svg"/><Relationship Id="rId64" Type="http://schemas.openxmlformats.org/officeDocument/2006/relationships/image" Target="../media/image157.svg"/><Relationship Id="rId69" Type="http://schemas.openxmlformats.org/officeDocument/2006/relationships/image" Target="../media/image162.svg"/><Relationship Id="rId8" Type="http://schemas.openxmlformats.org/officeDocument/2006/relationships/image" Target="../media/image103.svg"/><Relationship Id="rId51" Type="http://schemas.openxmlformats.org/officeDocument/2006/relationships/image" Target="../media/image145.svg"/><Relationship Id="rId72" Type="http://schemas.openxmlformats.org/officeDocument/2006/relationships/image" Target="../media/image165.svg"/><Relationship Id="rId3" Type="http://schemas.openxmlformats.org/officeDocument/2006/relationships/image" Target="../media/image98.svg"/><Relationship Id="rId12" Type="http://schemas.openxmlformats.org/officeDocument/2006/relationships/image" Target="../media/image107.svg"/><Relationship Id="rId17" Type="http://schemas.openxmlformats.org/officeDocument/2006/relationships/image" Target="../media/image111.svg"/><Relationship Id="rId25" Type="http://schemas.openxmlformats.org/officeDocument/2006/relationships/image" Target="../media/image119.svg"/><Relationship Id="rId33" Type="http://schemas.openxmlformats.org/officeDocument/2006/relationships/image" Target="../media/image127.svg"/><Relationship Id="rId38" Type="http://schemas.openxmlformats.org/officeDocument/2006/relationships/image" Target="../media/image132.svg"/><Relationship Id="rId46" Type="http://schemas.openxmlformats.org/officeDocument/2006/relationships/image" Target="../media/image140.svg"/><Relationship Id="rId59" Type="http://schemas.openxmlformats.org/officeDocument/2006/relationships/image" Target="../media/image153.svg"/><Relationship Id="rId67" Type="http://schemas.openxmlformats.org/officeDocument/2006/relationships/image" Target="../media/image160.svg"/><Relationship Id="rId20" Type="http://schemas.openxmlformats.org/officeDocument/2006/relationships/image" Target="../media/image114.svg"/><Relationship Id="rId41" Type="http://schemas.openxmlformats.org/officeDocument/2006/relationships/image" Target="../media/image135.svg"/><Relationship Id="rId54" Type="http://schemas.openxmlformats.org/officeDocument/2006/relationships/image" Target="../media/image148.svg"/><Relationship Id="rId62" Type="http://schemas.openxmlformats.org/officeDocument/2006/relationships/image" Target="../media/image155.svg"/><Relationship Id="rId70" Type="http://schemas.openxmlformats.org/officeDocument/2006/relationships/image" Target="../media/image163.svg"/><Relationship Id="rId1" Type="http://schemas.openxmlformats.org/officeDocument/2006/relationships/slideLayout" Target="../slideLayouts/slideLayout32.xml"/><Relationship Id="rId6" Type="http://schemas.openxmlformats.org/officeDocument/2006/relationships/image" Target="../media/image101.svg"/><Relationship Id="rId15" Type="http://schemas.openxmlformats.org/officeDocument/2006/relationships/image" Target="../media/image91.svg"/><Relationship Id="rId23" Type="http://schemas.openxmlformats.org/officeDocument/2006/relationships/image" Target="../media/image117.svg"/><Relationship Id="rId28" Type="http://schemas.openxmlformats.org/officeDocument/2006/relationships/image" Target="../media/image122.svg"/><Relationship Id="rId36" Type="http://schemas.openxmlformats.org/officeDocument/2006/relationships/image" Target="../media/image130.svg"/><Relationship Id="rId49" Type="http://schemas.openxmlformats.org/officeDocument/2006/relationships/image" Target="../media/image143.svg"/><Relationship Id="rId57" Type="http://schemas.openxmlformats.org/officeDocument/2006/relationships/image" Target="../media/image151.svg"/><Relationship Id="rId10" Type="http://schemas.openxmlformats.org/officeDocument/2006/relationships/image" Target="../media/image105.svg"/><Relationship Id="rId31" Type="http://schemas.openxmlformats.org/officeDocument/2006/relationships/image" Target="../media/image125.svg"/><Relationship Id="rId44" Type="http://schemas.openxmlformats.org/officeDocument/2006/relationships/image" Target="../media/image138.svg"/><Relationship Id="rId52" Type="http://schemas.openxmlformats.org/officeDocument/2006/relationships/image" Target="../media/image146.svg"/><Relationship Id="rId60" Type="http://schemas.openxmlformats.org/officeDocument/2006/relationships/image" Target="../media/image154.svg"/><Relationship Id="rId65" Type="http://schemas.openxmlformats.org/officeDocument/2006/relationships/image" Target="../media/image158.svg"/><Relationship Id="rId73" Type="http://schemas.openxmlformats.org/officeDocument/2006/relationships/image" Target="../media/image166.svg"/><Relationship Id="rId4" Type="http://schemas.openxmlformats.org/officeDocument/2006/relationships/image" Target="../media/image99.svg"/><Relationship Id="rId9" Type="http://schemas.openxmlformats.org/officeDocument/2006/relationships/image" Target="../media/image104.svg"/><Relationship Id="rId13" Type="http://schemas.openxmlformats.org/officeDocument/2006/relationships/image" Target="../media/image108.svg"/><Relationship Id="rId18" Type="http://schemas.openxmlformats.org/officeDocument/2006/relationships/image" Target="../media/image112.svg"/><Relationship Id="rId39" Type="http://schemas.openxmlformats.org/officeDocument/2006/relationships/image" Target="../media/image133.svg"/><Relationship Id="rId34" Type="http://schemas.openxmlformats.org/officeDocument/2006/relationships/image" Target="../media/image128.svg"/><Relationship Id="rId50" Type="http://schemas.openxmlformats.org/officeDocument/2006/relationships/image" Target="../media/image144.svg"/><Relationship Id="rId55" Type="http://schemas.openxmlformats.org/officeDocument/2006/relationships/image" Target="../media/image149.svg"/><Relationship Id="rId7" Type="http://schemas.openxmlformats.org/officeDocument/2006/relationships/image" Target="../media/image102.svg"/><Relationship Id="rId71" Type="http://schemas.openxmlformats.org/officeDocument/2006/relationships/image" Target="../media/image164.svg"/></Relationships>
</file>

<file path=ppt/slides/_rels/slide29.xml.rels><?xml version="1.0" encoding="UTF-8" standalone="yes"?>
<Relationships xmlns="http://schemas.openxmlformats.org/package/2006/relationships"><Relationship Id="rId26" Type="http://schemas.openxmlformats.org/officeDocument/2006/relationships/image" Target="../media/image190.svg"/><Relationship Id="rId21" Type="http://schemas.openxmlformats.org/officeDocument/2006/relationships/image" Target="../media/image185.svg"/><Relationship Id="rId42" Type="http://schemas.openxmlformats.org/officeDocument/2006/relationships/image" Target="../media/image205.svg"/><Relationship Id="rId47" Type="http://schemas.openxmlformats.org/officeDocument/2006/relationships/image" Target="../media/image210.svg"/><Relationship Id="rId63" Type="http://schemas.openxmlformats.org/officeDocument/2006/relationships/image" Target="../media/image226.svg"/><Relationship Id="rId68" Type="http://schemas.openxmlformats.org/officeDocument/2006/relationships/image" Target="../media/image231.svg"/><Relationship Id="rId2" Type="http://schemas.openxmlformats.org/officeDocument/2006/relationships/notesSlide" Target="../notesSlides/notesSlide10.xml"/><Relationship Id="rId16" Type="http://schemas.openxmlformats.org/officeDocument/2006/relationships/image" Target="../media/image180.svg"/><Relationship Id="rId29" Type="http://schemas.openxmlformats.org/officeDocument/2006/relationships/image" Target="../media/image193.svg"/><Relationship Id="rId11" Type="http://schemas.openxmlformats.org/officeDocument/2006/relationships/image" Target="../media/image175.svg"/><Relationship Id="rId24" Type="http://schemas.openxmlformats.org/officeDocument/2006/relationships/image" Target="../media/image188.svg"/><Relationship Id="rId32" Type="http://schemas.openxmlformats.org/officeDocument/2006/relationships/image" Target="../media/image196.svg"/><Relationship Id="rId37" Type="http://schemas.openxmlformats.org/officeDocument/2006/relationships/image" Target="../media/image201.svg"/><Relationship Id="rId40" Type="http://schemas.openxmlformats.org/officeDocument/2006/relationships/image" Target="../media/image203.svg"/><Relationship Id="rId45" Type="http://schemas.openxmlformats.org/officeDocument/2006/relationships/image" Target="../media/image208.svg"/><Relationship Id="rId53" Type="http://schemas.openxmlformats.org/officeDocument/2006/relationships/image" Target="../media/image216.svg"/><Relationship Id="rId58" Type="http://schemas.openxmlformats.org/officeDocument/2006/relationships/image" Target="../media/image221.svg"/><Relationship Id="rId66" Type="http://schemas.openxmlformats.org/officeDocument/2006/relationships/image" Target="../media/image229.svg"/><Relationship Id="rId5" Type="http://schemas.openxmlformats.org/officeDocument/2006/relationships/image" Target="../media/image169.svg"/><Relationship Id="rId61" Type="http://schemas.openxmlformats.org/officeDocument/2006/relationships/image" Target="../media/image224.svg"/><Relationship Id="rId19" Type="http://schemas.openxmlformats.org/officeDocument/2006/relationships/image" Target="../media/image183.svg"/><Relationship Id="rId14" Type="http://schemas.openxmlformats.org/officeDocument/2006/relationships/image" Target="../media/image178.svg"/><Relationship Id="rId22" Type="http://schemas.openxmlformats.org/officeDocument/2006/relationships/image" Target="../media/image186.svg"/><Relationship Id="rId27" Type="http://schemas.openxmlformats.org/officeDocument/2006/relationships/image" Target="../media/image191.svg"/><Relationship Id="rId30" Type="http://schemas.openxmlformats.org/officeDocument/2006/relationships/image" Target="../media/image194.svg"/><Relationship Id="rId35" Type="http://schemas.openxmlformats.org/officeDocument/2006/relationships/image" Target="../media/image199.svg"/><Relationship Id="rId43" Type="http://schemas.openxmlformats.org/officeDocument/2006/relationships/image" Target="../media/image206.svg"/><Relationship Id="rId48" Type="http://schemas.openxmlformats.org/officeDocument/2006/relationships/image" Target="../media/image211.svg"/><Relationship Id="rId56" Type="http://schemas.openxmlformats.org/officeDocument/2006/relationships/image" Target="../media/image219.svg"/><Relationship Id="rId64" Type="http://schemas.openxmlformats.org/officeDocument/2006/relationships/image" Target="../media/image227.svg"/><Relationship Id="rId69" Type="http://schemas.openxmlformats.org/officeDocument/2006/relationships/image" Target="../media/image232.svg"/><Relationship Id="rId8" Type="http://schemas.openxmlformats.org/officeDocument/2006/relationships/image" Target="../media/image172.svg"/><Relationship Id="rId51" Type="http://schemas.openxmlformats.org/officeDocument/2006/relationships/image" Target="../media/image214.svg"/><Relationship Id="rId72" Type="http://schemas.openxmlformats.org/officeDocument/2006/relationships/image" Target="../media/image92.svg"/><Relationship Id="rId3" Type="http://schemas.openxmlformats.org/officeDocument/2006/relationships/image" Target="../media/image167.svg"/><Relationship Id="rId12" Type="http://schemas.openxmlformats.org/officeDocument/2006/relationships/image" Target="../media/image176.svg"/><Relationship Id="rId17" Type="http://schemas.openxmlformats.org/officeDocument/2006/relationships/image" Target="../media/image181.svg"/><Relationship Id="rId25" Type="http://schemas.openxmlformats.org/officeDocument/2006/relationships/image" Target="../media/image189.svg"/><Relationship Id="rId33" Type="http://schemas.openxmlformats.org/officeDocument/2006/relationships/image" Target="../media/image197.svg"/><Relationship Id="rId38" Type="http://schemas.openxmlformats.org/officeDocument/2006/relationships/image" Target="../media/image202.svg"/><Relationship Id="rId46" Type="http://schemas.openxmlformats.org/officeDocument/2006/relationships/image" Target="../media/image209.svg"/><Relationship Id="rId59" Type="http://schemas.openxmlformats.org/officeDocument/2006/relationships/image" Target="../media/image222.svg"/><Relationship Id="rId67" Type="http://schemas.openxmlformats.org/officeDocument/2006/relationships/image" Target="../media/image230.svg"/><Relationship Id="rId20" Type="http://schemas.openxmlformats.org/officeDocument/2006/relationships/image" Target="../media/image184.svg"/><Relationship Id="rId41" Type="http://schemas.openxmlformats.org/officeDocument/2006/relationships/image" Target="../media/image204.svg"/><Relationship Id="rId54" Type="http://schemas.openxmlformats.org/officeDocument/2006/relationships/image" Target="../media/image217.svg"/><Relationship Id="rId62" Type="http://schemas.openxmlformats.org/officeDocument/2006/relationships/image" Target="../media/image225.svg"/><Relationship Id="rId70" Type="http://schemas.openxmlformats.org/officeDocument/2006/relationships/image" Target="../media/image233.svg"/><Relationship Id="rId1" Type="http://schemas.openxmlformats.org/officeDocument/2006/relationships/slideLayout" Target="../slideLayouts/slideLayout32.xml"/><Relationship Id="rId6" Type="http://schemas.openxmlformats.org/officeDocument/2006/relationships/image" Target="../media/image170.svg"/><Relationship Id="rId15" Type="http://schemas.openxmlformats.org/officeDocument/2006/relationships/image" Target="../media/image179.svg"/><Relationship Id="rId23" Type="http://schemas.openxmlformats.org/officeDocument/2006/relationships/image" Target="../media/image187.svg"/><Relationship Id="rId28" Type="http://schemas.openxmlformats.org/officeDocument/2006/relationships/image" Target="../media/image192.svg"/><Relationship Id="rId36" Type="http://schemas.openxmlformats.org/officeDocument/2006/relationships/image" Target="../media/image200.svg"/><Relationship Id="rId49" Type="http://schemas.openxmlformats.org/officeDocument/2006/relationships/image" Target="../media/image212.svg"/><Relationship Id="rId57" Type="http://schemas.openxmlformats.org/officeDocument/2006/relationships/image" Target="../media/image220.svg"/><Relationship Id="rId10" Type="http://schemas.openxmlformats.org/officeDocument/2006/relationships/image" Target="../media/image174.svg"/><Relationship Id="rId31" Type="http://schemas.openxmlformats.org/officeDocument/2006/relationships/image" Target="../media/image195.svg"/><Relationship Id="rId44" Type="http://schemas.openxmlformats.org/officeDocument/2006/relationships/image" Target="../media/image207.svg"/><Relationship Id="rId52" Type="http://schemas.openxmlformats.org/officeDocument/2006/relationships/image" Target="../media/image215.svg"/><Relationship Id="rId60" Type="http://schemas.openxmlformats.org/officeDocument/2006/relationships/image" Target="../media/image223.svg"/><Relationship Id="rId65" Type="http://schemas.openxmlformats.org/officeDocument/2006/relationships/image" Target="../media/image228.svg"/><Relationship Id="rId73" Type="http://schemas.openxmlformats.org/officeDocument/2006/relationships/hyperlink" Target="https://iconcloud.design/browse/Fluent%20System%20Library/Fluent%20Filled" TargetMode="External"/><Relationship Id="rId4" Type="http://schemas.openxmlformats.org/officeDocument/2006/relationships/image" Target="../media/image168.svg"/><Relationship Id="rId9" Type="http://schemas.openxmlformats.org/officeDocument/2006/relationships/image" Target="../media/image173.svg"/><Relationship Id="rId13" Type="http://schemas.openxmlformats.org/officeDocument/2006/relationships/image" Target="../media/image177.svg"/><Relationship Id="rId18" Type="http://schemas.openxmlformats.org/officeDocument/2006/relationships/image" Target="../media/image182.svg"/><Relationship Id="rId39" Type="http://schemas.openxmlformats.org/officeDocument/2006/relationships/image" Target="../media/image90.svg"/><Relationship Id="rId34" Type="http://schemas.openxmlformats.org/officeDocument/2006/relationships/image" Target="../media/image198.svg"/><Relationship Id="rId50" Type="http://schemas.openxmlformats.org/officeDocument/2006/relationships/image" Target="../media/image213.svg"/><Relationship Id="rId55" Type="http://schemas.openxmlformats.org/officeDocument/2006/relationships/image" Target="../media/image218.svg"/><Relationship Id="rId7" Type="http://schemas.openxmlformats.org/officeDocument/2006/relationships/image" Target="../media/image171.svg"/><Relationship Id="rId71" Type="http://schemas.openxmlformats.org/officeDocument/2006/relationships/image" Target="../media/image23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6" Type="http://schemas.openxmlformats.org/officeDocument/2006/relationships/image" Target="../media/image256.svg"/><Relationship Id="rId21" Type="http://schemas.openxmlformats.org/officeDocument/2006/relationships/image" Target="../media/image251.svg"/><Relationship Id="rId42" Type="http://schemas.openxmlformats.org/officeDocument/2006/relationships/image" Target="../media/image271.svg"/><Relationship Id="rId47" Type="http://schemas.openxmlformats.org/officeDocument/2006/relationships/image" Target="../media/image276.svg"/><Relationship Id="rId63" Type="http://schemas.openxmlformats.org/officeDocument/2006/relationships/image" Target="../media/image292.svg"/><Relationship Id="rId68" Type="http://schemas.openxmlformats.org/officeDocument/2006/relationships/image" Target="../media/image297.svg"/><Relationship Id="rId2" Type="http://schemas.openxmlformats.org/officeDocument/2006/relationships/notesSlide" Target="../notesSlides/notesSlide11.xml"/><Relationship Id="rId16" Type="http://schemas.openxmlformats.org/officeDocument/2006/relationships/image" Target="../media/image246.svg"/><Relationship Id="rId29" Type="http://schemas.openxmlformats.org/officeDocument/2006/relationships/image" Target="../media/image259.svg"/><Relationship Id="rId11" Type="http://schemas.openxmlformats.org/officeDocument/2006/relationships/image" Target="../media/image241.svg"/><Relationship Id="rId24" Type="http://schemas.openxmlformats.org/officeDocument/2006/relationships/image" Target="../media/image254.svg"/><Relationship Id="rId32" Type="http://schemas.openxmlformats.org/officeDocument/2006/relationships/image" Target="../media/image262.svg"/><Relationship Id="rId37" Type="http://schemas.openxmlformats.org/officeDocument/2006/relationships/image" Target="../media/image18.svg"/><Relationship Id="rId40" Type="http://schemas.openxmlformats.org/officeDocument/2006/relationships/image" Target="../media/image269.svg"/><Relationship Id="rId45" Type="http://schemas.openxmlformats.org/officeDocument/2006/relationships/image" Target="../media/image274.svg"/><Relationship Id="rId53" Type="http://schemas.openxmlformats.org/officeDocument/2006/relationships/image" Target="../media/image282.svg"/><Relationship Id="rId58" Type="http://schemas.openxmlformats.org/officeDocument/2006/relationships/image" Target="../media/image287.svg"/><Relationship Id="rId66" Type="http://schemas.openxmlformats.org/officeDocument/2006/relationships/image" Target="../media/image295.svg"/><Relationship Id="rId74" Type="http://schemas.openxmlformats.org/officeDocument/2006/relationships/hyperlink" Target="https://iconcloud.design/browse/Fluent%20System%20Library/Fluent%20Filled" TargetMode="External"/><Relationship Id="rId5" Type="http://schemas.openxmlformats.org/officeDocument/2006/relationships/image" Target="../media/image236.svg"/><Relationship Id="rId61" Type="http://schemas.openxmlformats.org/officeDocument/2006/relationships/image" Target="../media/image290.svg"/><Relationship Id="rId19" Type="http://schemas.openxmlformats.org/officeDocument/2006/relationships/image" Target="../media/image249.svg"/><Relationship Id="rId14" Type="http://schemas.openxmlformats.org/officeDocument/2006/relationships/image" Target="../media/image244.svg"/><Relationship Id="rId22" Type="http://schemas.openxmlformats.org/officeDocument/2006/relationships/image" Target="../media/image252.svg"/><Relationship Id="rId27" Type="http://schemas.openxmlformats.org/officeDocument/2006/relationships/image" Target="../media/image257.svg"/><Relationship Id="rId30" Type="http://schemas.openxmlformats.org/officeDocument/2006/relationships/image" Target="../media/image260.svg"/><Relationship Id="rId35" Type="http://schemas.openxmlformats.org/officeDocument/2006/relationships/image" Target="../media/image265.svg"/><Relationship Id="rId43" Type="http://schemas.openxmlformats.org/officeDocument/2006/relationships/image" Target="../media/image272.svg"/><Relationship Id="rId48" Type="http://schemas.openxmlformats.org/officeDocument/2006/relationships/image" Target="../media/image277.svg"/><Relationship Id="rId56" Type="http://schemas.openxmlformats.org/officeDocument/2006/relationships/image" Target="../media/image285.svg"/><Relationship Id="rId64" Type="http://schemas.openxmlformats.org/officeDocument/2006/relationships/image" Target="../media/image293.svg"/><Relationship Id="rId69" Type="http://schemas.openxmlformats.org/officeDocument/2006/relationships/image" Target="../media/image298.svg"/><Relationship Id="rId8" Type="http://schemas.openxmlformats.org/officeDocument/2006/relationships/image" Target="../media/image239.svg"/><Relationship Id="rId51" Type="http://schemas.openxmlformats.org/officeDocument/2006/relationships/image" Target="../media/image280.svg"/><Relationship Id="rId72" Type="http://schemas.openxmlformats.org/officeDocument/2006/relationships/image" Target="../media/image19.svg"/><Relationship Id="rId3" Type="http://schemas.openxmlformats.org/officeDocument/2006/relationships/image" Target="../media/image235.svg"/><Relationship Id="rId12" Type="http://schemas.openxmlformats.org/officeDocument/2006/relationships/image" Target="../media/image242.svg"/><Relationship Id="rId17" Type="http://schemas.openxmlformats.org/officeDocument/2006/relationships/image" Target="../media/image247.svg"/><Relationship Id="rId25" Type="http://schemas.openxmlformats.org/officeDocument/2006/relationships/image" Target="../media/image255.svg"/><Relationship Id="rId33" Type="http://schemas.openxmlformats.org/officeDocument/2006/relationships/image" Target="../media/image263.svg"/><Relationship Id="rId38" Type="http://schemas.openxmlformats.org/officeDocument/2006/relationships/image" Target="../media/image267.svg"/><Relationship Id="rId46" Type="http://schemas.openxmlformats.org/officeDocument/2006/relationships/image" Target="../media/image275.svg"/><Relationship Id="rId59" Type="http://schemas.openxmlformats.org/officeDocument/2006/relationships/image" Target="../media/image288.svg"/><Relationship Id="rId67" Type="http://schemas.openxmlformats.org/officeDocument/2006/relationships/image" Target="../media/image296.svg"/><Relationship Id="rId20" Type="http://schemas.openxmlformats.org/officeDocument/2006/relationships/image" Target="../media/image250.svg"/><Relationship Id="rId41" Type="http://schemas.openxmlformats.org/officeDocument/2006/relationships/image" Target="../media/image270.svg"/><Relationship Id="rId54" Type="http://schemas.openxmlformats.org/officeDocument/2006/relationships/image" Target="../media/image283.svg"/><Relationship Id="rId62" Type="http://schemas.openxmlformats.org/officeDocument/2006/relationships/image" Target="../media/image291.svg"/><Relationship Id="rId70" Type="http://schemas.openxmlformats.org/officeDocument/2006/relationships/image" Target="../media/image299.svg"/><Relationship Id="rId1" Type="http://schemas.openxmlformats.org/officeDocument/2006/relationships/slideLayout" Target="../slideLayouts/slideLayout3.xml"/><Relationship Id="rId6" Type="http://schemas.openxmlformats.org/officeDocument/2006/relationships/image" Target="../media/image237.svg"/><Relationship Id="rId15" Type="http://schemas.openxmlformats.org/officeDocument/2006/relationships/image" Target="../media/image245.svg"/><Relationship Id="rId23" Type="http://schemas.openxmlformats.org/officeDocument/2006/relationships/image" Target="../media/image253.svg"/><Relationship Id="rId28" Type="http://schemas.openxmlformats.org/officeDocument/2006/relationships/image" Target="../media/image258.svg"/><Relationship Id="rId36" Type="http://schemas.openxmlformats.org/officeDocument/2006/relationships/image" Target="../media/image266.svg"/><Relationship Id="rId49" Type="http://schemas.openxmlformats.org/officeDocument/2006/relationships/image" Target="../media/image278.svg"/><Relationship Id="rId57" Type="http://schemas.openxmlformats.org/officeDocument/2006/relationships/image" Target="../media/image286.svg"/><Relationship Id="rId10" Type="http://schemas.openxmlformats.org/officeDocument/2006/relationships/image" Target="../media/image240.svg"/><Relationship Id="rId31" Type="http://schemas.openxmlformats.org/officeDocument/2006/relationships/image" Target="../media/image261.svg"/><Relationship Id="rId44" Type="http://schemas.openxmlformats.org/officeDocument/2006/relationships/image" Target="../media/image273.svg"/><Relationship Id="rId52" Type="http://schemas.openxmlformats.org/officeDocument/2006/relationships/image" Target="../media/image281.svg"/><Relationship Id="rId60" Type="http://schemas.openxmlformats.org/officeDocument/2006/relationships/image" Target="../media/image289.svg"/><Relationship Id="rId65" Type="http://schemas.openxmlformats.org/officeDocument/2006/relationships/image" Target="../media/image294.svg"/><Relationship Id="rId73" Type="http://schemas.openxmlformats.org/officeDocument/2006/relationships/image" Target="../media/image301.svg"/><Relationship Id="rId4" Type="http://schemas.openxmlformats.org/officeDocument/2006/relationships/image" Target="../media/image16.svg"/><Relationship Id="rId9" Type="http://schemas.openxmlformats.org/officeDocument/2006/relationships/image" Target="../media/image20.svg"/><Relationship Id="rId13" Type="http://schemas.openxmlformats.org/officeDocument/2006/relationships/image" Target="../media/image243.svg"/><Relationship Id="rId18" Type="http://schemas.openxmlformats.org/officeDocument/2006/relationships/image" Target="../media/image248.svg"/><Relationship Id="rId39" Type="http://schemas.openxmlformats.org/officeDocument/2006/relationships/image" Target="../media/image268.svg"/><Relationship Id="rId34" Type="http://schemas.openxmlformats.org/officeDocument/2006/relationships/image" Target="../media/image264.svg"/><Relationship Id="rId50" Type="http://schemas.openxmlformats.org/officeDocument/2006/relationships/image" Target="../media/image279.svg"/><Relationship Id="rId55" Type="http://schemas.openxmlformats.org/officeDocument/2006/relationships/image" Target="../media/image284.svg"/><Relationship Id="rId7" Type="http://schemas.openxmlformats.org/officeDocument/2006/relationships/image" Target="../media/image238.svg"/><Relationship Id="rId71" Type="http://schemas.openxmlformats.org/officeDocument/2006/relationships/image" Target="../media/image300.svg"/></Relationships>
</file>

<file path=ppt/slides/_rels/slide32.xml.rels><?xml version="1.0" encoding="UTF-8" standalone="yes"?>
<Relationships xmlns="http://schemas.openxmlformats.org/package/2006/relationships"><Relationship Id="rId26" Type="http://schemas.openxmlformats.org/officeDocument/2006/relationships/image" Target="../media/image322.svg"/><Relationship Id="rId21" Type="http://schemas.openxmlformats.org/officeDocument/2006/relationships/image" Target="../media/image317.svg"/><Relationship Id="rId42" Type="http://schemas.openxmlformats.org/officeDocument/2006/relationships/image" Target="../media/image338.svg"/><Relationship Id="rId47" Type="http://schemas.openxmlformats.org/officeDocument/2006/relationships/image" Target="../media/image343.svg"/><Relationship Id="rId63" Type="http://schemas.openxmlformats.org/officeDocument/2006/relationships/image" Target="../media/image358.svg"/><Relationship Id="rId68" Type="http://schemas.openxmlformats.org/officeDocument/2006/relationships/image" Target="../media/image363.svg"/><Relationship Id="rId2" Type="http://schemas.openxmlformats.org/officeDocument/2006/relationships/notesSlide" Target="../notesSlides/notesSlide12.xml"/><Relationship Id="rId16" Type="http://schemas.openxmlformats.org/officeDocument/2006/relationships/image" Target="../media/image313.svg"/><Relationship Id="rId29" Type="http://schemas.openxmlformats.org/officeDocument/2006/relationships/image" Target="../media/image325.svg"/><Relationship Id="rId11" Type="http://schemas.openxmlformats.org/officeDocument/2006/relationships/image" Target="../media/image25.svg"/><Relationship Id="rId24" Type="http://schemas.openxmlformats.org/officeDocument/2006/relationships/image" Target="../media/image320.svg"/><Relationship Id="rId32" Type="http://schemas.openxmlformats.org/officeDocument/2006/relationships/image" Target="../media/image328.svg"/><Relationship Id="rId37" Type="http://schemas.openxmlformats.org/officeDocument/2006/relationships/image" Target="../media/image333.svg"/><Relationship Id="rId40" Type="http://schemas.openxmlformats.org/officeDocument/2006/relationships/image" Target="../media/image336.svg"/><Relationship Id="rId45" Type="http://schemas.openxmlformats.org/officeDocument/2006/relationships/image" Target="../media/image341.svg"/><Relationship Id="rId53" Type="http://schemas.openxmlformats.org/officeDocument/2006/relationships/image" Target="../media/image349.svg"/><Relationship Id="rId58" Type="http://schemas.openxmlformats.org/officeDocument/2006/relationships/image" Target="../media/image354.svg"/><Relationship Id="rId66" Type="http://schemas.openxmlformats.org/officeDocument/2006/relationships/image" Target="../media/image361.svg"/><Relationship Id="rId5" Type="http://schemas.openxmlformats.org/officeDocument/2006/relationships/image" Target="../media/image304.svg"/><Relationship Id="rId61" Type="http://schemas.openxmlformats.org/officeDocument/2006/relationships/image" Target="../media/image356.svg"/><Relationship Id="rId19" Type="http://schemas.openxmlformats.org/officeDocument/2006/relationships/image" Target="../media/image316.svg"/><Relationship Id="rId14" Type="http://schemas.openxmlformats.org/officeDocument/2006/relationships/image" Target="../media/image311.svg"/><Relationship Id="rId22" Type="http://schemas.openxmlformats.org/officeDocument/2006/relationships/image" Target="../media/image318.svg"/><Relationship Id="rId27" Type="http://schemas.openxmlformats.org/officeDocument/2006/relationships/image" Target="../media/image323.svg"/><Relationship Id="rId30" Type="http://schemas.openxmlformats.org/officeDocument/2006/relationships/image" Target="../media/image326.svg"/><Relationship Id="rId35" Type="http://schemas.openxmlformats.org/officeDocument/2006/relationships/image" Target="../media/image331.svg"/><Relationship Id="rId43" Type="http://schemas.openxmlformats.org/officeDocument/2006/relationships/image" Target="../media/image339.svg"/><Relationship Id="rId48" Type="http://schemas.openxmlformats.org/officeDocument/2006/relationships/image" Target="../media/image344.svg"/><Relationship Id="rId56" Type="http://schemas.openxmlformats.org/officeDocument/2006/relationships/image" Target="../media/image352.svg"/><Relationship Id="rId64" Type="http://schemas.openxmlformats.org/officeDocument/2006/relationships/image" Target="../media/image359.svg"/><Relationship Id="rId69" Type="http://schemas.openxmlformats.org/officeDocument/2006/relationships/image" Target="../media/image364.svg"/><Relationship Id="rId8" Type="http://schemas.openxmlformats.org/officeDocument/2006/relationships/image" Target="../media/image307.svg"/><Relationship Id="rId51" Type="http://schemas.openxmlformats.org/officeDocument/2006/relationships/image" Target="../media/image347.svg"/><Relationship Id="rId72" Type="http://schemas.openxmlformats.org/officeDocument/2006/relationships/image" Target="../media/image366.svg"/><Relationship Id="rId3" Type="http://schemas.openxmlformats.org/officeDocument/2006/relationships/image" Target="../media/image302.svg"/><Relationship Id="rId12" Type="http://schemas.openxmlformats.org/officeDocument/2006/relationships/image" Target="../media/image21.svg"/><Relationship Id="rId17" Type="http://schemas.openxmlformats.org/officeDocument/2006/relationships/image" Target="../media/image314.svg"/><Relationship Id="rId25" Type="http://schemas.openxmlformats.org/officeDocument/2006/relationships/image" Target="../media/image321.svg"/><Relationship Id="rId33" Type="http://schemas.openxmlformats.org/officeDocument/2006/relationships/image" Target="../media/image329.svg"/><Relationship Id="rId38" Type="http://schemas.openxmlformats.org/officeDocument/2006/relationships/image" Target="../media/image334.svg"/><Relationship Id="rId46" Type="http://schemas.openxmlformats.org/officeDocument/2006/relationships/image" Target="../media/image342.svg"/><Relationship Id="rId59" Type="http://schemas.openxmlformats.org/officeDocument/2006/relationships/image" Target="../media/image355.svg"/><Relationship Id="rId67" Type="http://schemas.openxmlformats.org/officeDocument/2006/relationships/image" Target="../media/image362.svg"/><Relationship Id="rId20" Type="http://schemas.openxmlformats.org/officeDocument/2006/relationships/image" Target="../media/image23.svg"/><Relationship Id="rId41" Type="http://schemas.openxmlformats.org/officeDocument/2006/relationships/image" Target="../media/image337.svg"/><Relationship Id="rId54" Type="http://schemas.openxmlformats.org/officeDocument/2006/relationships/image" Target="../media/image350.svg"/><Relationship Id="rId62" Type="http://schemas.openxmlformats.org/officeDocument/2006/relationships/image" Target="../media/image357.svg"/><Relationship Id="rId70" Type="http://schemas.openxmlformats.org/officeDocument/2006/relationships/image" Target="../media/image365.svg"/><Relationship Id="rId1" Type="http://schemas.openxmlformats.org/officeDocument/2006/relationships/slideLayout" Target="../slideLayouts/slideLayout3.xml"/><Relationship Id="rId6" Type="http://schemas.openxmlformats.org/officeDocument/2006/relationships/image" Target="../media/image305.svg"/><Relationship Id="rId15" Type="http://schemas.openxmlformats.org/officeDocument/2006/relationships/image" Target="../media/image312.svg"/><Relationship Id="rId23" Type="http://schemas.openxmlformats.org/officeDocument/2006/relationships/image" Target="../media/image319.svg"/><Relationship Id="rId28" Type="http://schemas.openxmlformats.org/officeDocument/2006/relationships/image" Target="../media/image324.svg"/><Relationship Id="rId36" Type="http://schemas.openxmlformats.org/officeDocument/2006/relationships/image" Target="../media/image332.svg"/><Relationship Id="rId49" Type="http://schemas.openxmlformats.org/officeDocument/2006/relationships/image" Target="../media/image345.svg"/><Relationship Id="rId57" Type="http://schemas.openxmlformats.org/officeDocument/2006/relationships/image" Target="../media/image353.svg"/><Relationship Id="rId10" Type="http://schemas.openxmlformats.org/officeDocument/2006/relationships/image" Target="../media/image309.svg"/><Relationship Id="rId31" Type="http://schemas.openxmlformats.org/officeDocument/2006/relationships/image" Target="../media/image327.svg"/><Relationship Id="rId44" Type="http://schemas.openxmlformats.org/officeDocument/2006/relationships/image" Target="../media/image340.svg"/><Relationship Id="rId52" Type="http://schemas.openxmlformats.org/officeDocument/2006/relationships/image" Target="../media/image348.svg"/><Relationship Id="rId60" Type="http://schemas.openxmlformats.org/officeDocument/2006/relationships/image" Target="../media/image24.svg"/><Relationship Id="rId65" Type="http://schemas.openxmlformats.org/officeDocument/2006/relationships/image" Target="../media/image360.svg"/><Relationship Id="rId73" Type="http://schemas.openxmlformats.org/officeDocument/2006/relationships/hyperlink" Target="https://iconcloud.design/browse/Fluent%20System%20Library/Fluent%20Filled" TargetMode="External"/><Relationship Id="rId4" Type="http://schemas.openxmlformats.org/officeDocument/2006/relationships/image" Target="../media/image303.svg"/><Relationship Id="rId9" Type="http://schemas.openxmlformats.org/officeDocument/2006/relationships/image" Target="../media/image308.svg"/><Relationship Id="rId13" Type="http://schemas.openxmlformats.org/officeDocument/2006/relationships/image" Target="../media/image310.svg"/><Relationship Id="rId18" Type="http://schemas.openxmlformats.org/officeDocument/2006/relationships/image" Target="../media/image315.svg"/><Relationship Id="rId39" Type="http://schemas.openxmlformats.org/officeDocument/2006/relationships/image" Target="../media/image335.svg"/><Relationship Id="rId34" Type="http://schemas.openxmlformats.org/officeDocument/2006/relationships/image" Target="../media/image330.svg"/><Relationship Id="rId50" Type="http://schemas.openxmlformats.org/officeDocument/2006/relationships/image" Target="../media/image346.svg"/><Relationship Id="rId55" Type="http://schemas.openxmlformats.org/officeDocument/2006/relationships/image" Target="../media/image351.svg"/><Relationship Id="rId7" Type="http://schemas.openxmlformats.org/officeDocument/2006/relationships/image" Target="../media/image306.svg"/><Relationship Id="rId71"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C939A-3D19-F9B1-3FFF-906E85556605}"/>
              </a:ext>
            </a:extLst>
          </p:cNvPr>
          <p:cNvSpPr>
            <a:spLocks noGrp="1"/>
          </p:cNvSpPr>
          <p:nvPr>
            <p:ph type="ctrTitle"/>
          </p:nvPr>
        </p:nvSpPr>
        <p:spPr/>
        <p:txBody>
          <a:bodyPr/>
          <a:lstStyle/>
          <a:p>
            <a:r>
              <a:rPr lang="en-US">
                <a:latin typeface="Poppins ExtraBold" panose="00000900000000000000" pitchFamily="2" charset="0"/>
                <a:cs typeface="Poppins ExtraBold" panose="00000900000000000000" pitchFamily="2" charset="0"/>
              </a:rPr>
              <a:t>Intro to Aspire</a:t>
            </a:r>
          </a:p>
        </p:txBody>
      </p:sp>
      <p:sp>
        <p:nvSpPr>
          <p:cNvPr id="3" name="Subtitle 2">
            <a:extLst>
              <a:ext uri="{FF2B5EF4-FFF2-40B4-BE49-F238E27FC236}">
                <a16:creationId xmlns:a16="http://schemas.microsoft.com/office/drawing/2014/main" id="{82D8ACAD-1033-B4CF-BFCC-68FA22870DD6}"/>
              </a:ext>
            </a:extLst>
          </p:cNvPr>
          <p:cNvSpPr>
            <a:spLocks noGrp="1"/>
          </p:cNvSpPr>
          <p:nvPr>
            <p:ph type="subTitle" idx="1"/>
          </p:nvPr>
        </p:nvSpPr>
        <p:spPr>
          <a:xfrm>
            <a:off x="667965" y="4808268"/>
            <a:ext cx="5523689" cy="1348061"/>
          </a:xfrm>
        </p:spPr>
        <p:txBody>
          <a:bodyPr/>
          <a:lstStyle/>
          <a:p>
            <a:r>
              <a:rPr lang="en-US">
                <a:solidFill>
                  <a:schemeClr val="accent6"/>
                </a:solidFill>
              </a:rPr>
              <a:t>Speaker Name</a:t>
            </a:r>
          </a:p>
          <a:p>
            <a:r>
              <a:rPr lang="en-US"/>
              <a:t>Role, Company</a:t>
            </a:r>
          </a:p>
          <a:p>
            <a:r>
              <a:rPr lang="en-US"/>
              <a:t>@social</a:t>
            </a:r>
          </a:p>
        </p:txBody>
      </p:sp>
    </p:spTree>
    <p:extLst>
      <p:ext uri="{BB962C8B-B14F-4D97-AF65-F5344CB8AC3E}">
        <p14:creationId xmlns:p14="http://schemas.microsoft.com/office/powerpoint/2010/main" val="2678529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5000"/>
            <a:lum/>
          </a:blip>
          <a:srcRect/>
          <a:stretch>
            <a:fillRect t="-42000" b="-42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DA406C-BDF8-AB88-D83C-41B48FCE2298}"/>
              </a:ext>
            </a:extLst>
          </p:cNvPr>
          <p:cNvSpPr>
            <a:spLocks noGrp="1"/>
          </p:cNvSpPr>
          <p:nvPr>
            <p:ph type="body" sz="quarter" idx="13"/>
          </p:nvPr>
        </p:nvSpPr>
        <p:spPr>
          <a:xfrm>
            <a:off x="541338" y="503238"/>
            <a:ext cx="3695615" cy="398462"/>
          </a:xfrm>
          <a:noFill/>
        </p:spPr>
        <p:txBody>
          <a:bodyPr/>
          <a:lstStyle/>
          <a:p>
            <a:r>
              <a:rPr lang="en-US">
                <a:effectLst/>
              </a:rPr>
              <a:t>Modern apps are like being in a </a:t>
            </a:r>
          </a:p>
        </p:txBody>
      </p:sp>
      <p:sp>
        <p:nvSpPr>
          <p:cNvPr id="3" name="Text Placeholder 2">
            <a:extLst>
              <a:ext uri="{FF2B5EF4-FFF2-40B4-BE49-F238E27FC236}">
                <a16:creationId xmlns:a16="http://schemas.microsoft.com/office/drawing/2014/main" id="{30813BD1-E16C-C53E-19FC-3C25E49B9C8F}"/>
              </a:ext>
            </a:extLst>
          </p:cNvPr>
          <p:cNvSpPr>
            <a:spLocks noGrp="1"/>
          </p:cNvSpPr>
          <p:nvPr>
            <p:ph type="body" sz="quarter" idx="15"/>
          </p:nvPr>
        </p:nvSpPr>
        <p:spPr>
          <a:xfrm>
            <a:off x="541338" y="901700"/>
            <a:ext cx="3604284" cy="382586"/>
          </a:xfrm>
          <a:noFill/>
        </p:spPr>
        <p:txBody>
          <a:bodyPr/>
          <a:lstStyle/>
          <a:p>
            <a:r>
              <a:rPr lang="en-US">
                <a:effectLst/>
              </a:rPr>
              <a:t>Big city without a map</a:t>
            </a:r>
          </a:p>
        </p:txBody>
      </p:sp>
      <p:sp>
        <p:nvSpPr>
          <p:cNvPr id="28" name="Text Placeholder 27">
            <a:extLst>
              <a:ext uri="{FF2B5EF4-FFF2-40B4-BE49-F238E27FC236}">
                <a16:creationId xmlns:a16="http://schemas.microsoft.com/office/drawing/2014/main" id="{6C689103-A817-8EA7-D36E-60746A148AA3}"/>
              </a:ext>
            </a:extLst>
          </p:cNvPr>
          <p:cNvSpPr>
            <a:spLocks noGrp="1"/>
          </p:cNvSpPr>
          <p:nvPr>
            <p:ph type="body" sz="quarter" idx="16"/>
          </p:nvPr>
        </p:nvSpPr>
        <p:spPr>
          <a:xfrm>
            <a:off x="9686588" y="1840205"/>
            <a:ext cx="1727287" cy="219869"/>
          </a:xfrm>
        </p:spPr>
        <p:txBody>
          <a:bodyPr/>
          <a:lstStyle/>
          <a:p>
            <a:r>
              <a:rPr lang="en-US"/>
              <a:t>Env</a:t>
            </a:r>
          </a:p>
        </p:txBody>
      </p:sp>
      <p:sp>
        <p:nvSpPr>
          <p:cNvPr id="5" name="Text Placeholder 4">
            <a:extLst>
              <a:ext uri="{FF2B5EF4-FFF2-40B4-BE49-F238E27FC236}">
                <a16:creationId xmlns:a16="http://schemas.microsoft.com/office/drawing/2014/main" id="{1F3094EC-901A-25F6-A13B-0A136C75E494}"/>
              </a:ext>
            </a:extLst>
          </p:cNvPr>
          <p:cNvSpPr>
            <a:spLocks noGrp="1"/>
          </p:cNvSpPr>
          <p:nvPr>
            <p:ph type="body" sz="quarter" idx="18"/>
          </p:nvPr>
        </p:nvSpPr>
        <p:spPr>
          <a:xfrm>
            <a:off x="2998788" y="1860298"/>
            <a:ext cx="1758950" cy="220663"/>
          </a:xfrm>
        </p:spPr>
        <p:txBody>
          <a:bodyPr/>
          <a:lstStyle/>
          <a:p>
            <a:r>
              <a:rPr lang="en-US"/>
              <a:t>Frontends</a:t>
            </a:r>
          </a:p>
        </p:txBody>
      </p:sp>
      <p:sp>
        <p:nvSpPr>
          <p:cNvPr id="29" name="Text Placeholder 28">
            <a:extLst>
              <a:ext uri="{FF2B5EF4-FFF2-40B4-BE49-F238E27FC236}">
                <a16:creationId xmlns:a16="http://schemas.microsoft.com/office/drawing/2014/main" id="{27D5D79F-F0E8-8B50-A72C-503C63F6DFC5}"/>
              </a:ext>
            </a:extLst>
          </p:cNvPr>
          <p:cNvSpPr>
            <a:spLocks noGrp="1"/>
          </p:cNvSpPr>
          <p:nvPr>
            <p:ph type="body" sz="quarter" idx="20"/>
          </p:nvPr>
        </p:nvSpPr>
        <p:spPr>
          <a:xfrm>
            <a:off x="2998095" y="3358160"/>
            <a:ext cx="1759180" cy="219869"/>
          </a:xfrm>
        </p:spPr>
        <p:txBody>
          <a:bodyPr/>
          <a:lstStyle/>
          <a:p>
            <a:r>
              <a:rPr lang="en-US"/>
              <a:t>Backends</a:t>
            </a:r>
          </a:p>
        </p:txBody>
      </p:sp>
      <p:sp>
        <p:nvSpPr>
          <p:cNvPr id="30" name="Text Placeholder 29">
            <a:extLst>
              <a:ext uri="{FF2B5EF4-FFF2-40B4-BE49-F238E27FC236}">
                <a16:creationId xmlns:a16="http://schemas.microsoft.com/office/drawing/2014/main" id="{ED38E0DC-B73A-37AD-7C07-AE735FECBB1C}"/>
              </a:ext>
            </a:extLst>
          </p:cNvPr>
          <p:cNvSpPr>
            <a:spLocks noGrp="1"/>
          </p:cNvSpPr>
          <p:nvPr>
            <p:ph type="body" sz="quarter" idx="22"/>
          </p:nvPr>
        </p:nvSpPr>
        <p:spPr>
          <a:xfrm>
            <a:off x="5208445" y="1860956"/>
            <a:ext cx="1759180" cy="219869"/>
          </a:xfrm>
        </p:spPr>
        <p:txBody>
          <a:bodyPr/>
          <a:lstStyle/>
          <a:p>
            <a:r>
              <a:rPr lang="en-US"/>
              <a:t>Services</a:t>
            </a:r>
          </a:p>
        </p:txBody>
      </p:sp>
      <p:sp>
        <p:nvSpPr>
          <p:cNvPr id="31" name="Text Placeholder 30">
            <a:extLst>
              <a:ext uri="{FF2B5EF4-FFF2-40B4-BE49-F238E27FC236}">
                <a16:creationId xmlns:a16="http://schemas.microsoft.com/office/drawing/2014/main" id="{88F18239-9B43-6C3E-0343-06C73434EF6A}"/>
              </a:ext>
            </a:extLst>
          </p:cNvPr>
          <p:cNvSpPr>
            <a:spLocks noGrp="1"/>
          </p:cNvSpPr>
          <p:nvPr>
            <p:ph type="body" sz="quarter" idx="28"/>
          </p:nvPr>
        </p:nvSpPr>
        <p:spPr>
          <a:xfrm>
            <a:off x="7453959" y="3358160"/>
            <a:ext cx="1759180" cy="219869"/>
          </a:xfrm>
        </p:spPr>
        <p:txBody>
          <a:bodyPr/>
          <a:lstStyle/>
          <a:p>
            <a:r>
              <a:rPr lang="en-US"/>
              <a:t>Observability</a:t>
            </a:r>
          </a:p>
        </p:txBody>
      </p:sp>
      <p:sp>
        <p:nvSpPr>
          <p:cNvPr id="32" name="Text Placeholder 31">
            <a:extLst>
              <a:ext uri="{FF2B5EF4-FFF2-40B4-BE49-F238E27FC236}">
                <a16:creationId xmlns:a16="http://schemas.microsoft.com/office/drawing/2014/main" id="{05494C0B-1F05-6156-9525-C4568C08B0F8}"/>
              </a:ext>
            </a:extLst>
          </p:cNvPr>
          <p:cNvSpPr>
            <a:spLocks noGrp="1"/>
          </p:cNvSpPr>
          <p:nvPr>
            <p:ph type="body" sz="quarter" idx="34"/>
          </p:nvPr>
        </p:nvSpPr>
        <p:spPr>
          <a:xfrm>
            <a:off x="7485852" y="1840205"/>
            <a:ext cx="1727287" cy="219869"/>
          </a:xfrm>
        </p:spPr>
        <p:txBody>
          <a:bodyPr/>
          <a:lstStyle/>
          <a:p>
            <a:r>
              <a:rPr lang="en-US"/>
              <a:t>Agents + AI</a:t>
            </a:r>
          </a:p>
        </p:txBody>
      </p:sp>
      <p:sp>
        <p:nvSpPr>
          <p:cNvPr id="33" name="Text Placeholder 32">
            <a:extLst>
              <a:ext uri="{FF2B5EF4-FFF2-40B4-BE49-F238E27FC236}">
                <a16:creationId xmlns:a16="http://schemas.microsoft.com/office/drawing/2014/main" id="{4A9537CF-1DFE-F9FA-440B-BA2BE749673A}"/>
              </a:ext>
            </a:extLst>
          </p:cNvPr>
          <p:cNvSpPr>
            <a:spLocks noGrp="1"/>
          </p:cNvSpPr>
          <p:nvPr>
            <p:ph type="body" sz="quarter" idx="35"/>
          </p:nvPr>
        </p:nvSpPr>
        <p:spPr>
          <a:xfrm>
            <a:off x="754333" y="4900582"/>
            <a:ext cx="1727287" cy="219869"/>
          </a:xfrm>
        </p:spPr>
        <p:txBody>
          <a:bodyPr/>
          <a:lstStyle/>
          <a:p>
            <a:r>
              <a:rPr lang="en-US" b="1"/>
              <a:t>Manifests + Scripts</a:t>
            </a:r>
          </a:p>
        </p:txBody>
      </p:sp>
      <p:sp>
        <p:nvSpPr>
          <p:cNvPr id="11" name="Text Placeholder 10">
            <a:extLst>
              <a:ext uri="{FF2B5EF4-FFF2-40B4-BE49-F238E27FC236}">
                <a16:creationId xmlns:a16="http://schemas.microsoft.com/office/drawing/2014/main" id="{3836B99B-F1B6-02BC-2507-D732B6BD1315}"/>
              </a:ext>
            </a:extLst>
          </p:cNvPr>
          <p:cNvSpPr>
            <a:spLocks noGrp="1"/>
          </p:cNvSpPr>
          <p:nvPr>
            <p:ph type="body" sz="quarter" idx="36"/>
          </p:nvPr>
        </p:nvSpPr>
        <p:spPr>
          <a:xfrm>
            <a:off x="754063" y="1860298"/>
            <a:ext cx="1727200" cy="220663"/>
          </a:xfrm>
        </p:spPr>
        <p:txBody>
          <a:bodyPr/>
          <a:lstStyle/>
          <a:p>
            <a:r>
              <a:rPr lang="en-US"/>
              <a:t>Editor/IDE</a:t>
            </a:r>
          </a:p>
        </p:txBody>
      </p:sp>
      <p:sp>
        <p:nvSpPr>
          <p:cNvPr id="34" name="Text Placeholder 33">
            <a:extLst>
              <a:ext uri="{FF2B5EF4-FFF2-40B4-BE49-F238E27FC236}">
                <a16:creationId xmlns:a16="http://schemas.microsoft.com/office/drawing/2014/main" id="{2A4F0532-8087-F1F5-F7EC-18B5CDCFB378}"/>
              </a:ext>
            </a:extLst>
          </p:cNvPr>
          <p:cNvSpPr>
            <a:spLocks noGrp="1"/>
          </p:cNvSpPr>
          <p:nvPr>
            <p:ph type="body" sz="quarter" idx="37"/>
          </p:nvPr>
        </p:nvSpPr>
        <p:spPr>
          <a:xfrm>
            <a:off x="6355561" y="4901836"/>
            <a:ext cx="1727287" cy="219869"/>
          </a:xfrm>
        </p:spPr>
        <p:txBody>
          <a:bodyPr/>
          <a:lstStyle/>
          <a:p>
            <a:r>
              <a:rPr lang="en-US" b="1"/>
              <a:t>Deployment handoff</a:t>
            </a:r>
          </a:p>
        </p:txBody>
      </p:sp>
      <p:sp>
        <p:nvSpPr>
          <p:cNvPr id="13" name="Text Placeholder 12">
            <a:extLst>
              <a:ext uri="{FF2B5EF4-FFF2-40B4-BE49-F238E27FC236}">
                <a16:creationId xmlns:a16="http://schemas.microsoft.com/office/drawing/2014/main" id="{41B56376-8DD1-2535-D0CC-3B5065621201}"/>
              </a:ext>
            </a:extLst>
          </p:cNvPr>
          <p:cNvSpPr>
            <a:spLocks noGrp="1"/>
          </p:cNvSpPr>
          <p:nvPr>
            <p:ph type="body" sz="quarter" idx="38"/>
          </p:nvPr>
        </p:nvSpPr>
        <p:spPr>
          <a:xfrm>
            <a:off x="754063" y="2161923"/>
            <a:ext cx="1727200" cy="219075"/>
          </a:xfrm>
        </p:spPr>
        <p:txBody>
          <a:bodyPr/>
          <a:lstStyle/>
          <a:p>
            <a:r>
              <a:rPr lang="en-US"/>
              <a:t>&gt; Operating systems</a:t>
            </a:r>
          </a:p>
          <a:p>
            <a:r>
              <a:rPr lang="en-US"/>
              <a:t>&gt; Shells + terminals</a:t>
            </a:r>
          </a:p>
          <a:p>
            <a:r>
              <a:rPr lang="en-US"/>
              <a:t>&gt; Coding agents</a:t>
            </a:r>
          </a:p>
          <a:p>
            <a:r>
              <a:rPr lang="en-US"/>
              <a:t>&gt; Extensions</a:t>
            </a:r>
          </a:p>
        </p:txBody>
      </p:sp>
      <p:sp>
        <p:nvSpPr>
          <p:cNvPr id="14" name="Text Placeholder 13">
            <a:extLst>
              <a:ext uri="{FF2B5EF4-FFF2-40B4-BE49-F238E27FC236}">
                <a16:creationId xmlns:a16="http://schemas.microsoft.com/office/drawing/2014/main" id="{1FCBDEC7-09C9-5943-222F-77A6CE41494A}"/>
              </a:ext>
            </a:extLst>
          </p:cNvPr>
          <p:cNvSpPr>
            <a:spLocks noGrp="1"/>
          </p:cNvSpPr>
          <p:nvPr>
            <p:ph type="body" sz="quarter" idx="39"/>
          </p:nvPr>
        </p:nvSpPr>
        <p:spPr>
          <a:xfrm>
            <a:off x="3014663" y="2161923"/>
            <a:ext cx="1727200" cy="219075"/>
          </a:xfrm>
        </p:spPr>
        <p:txBody>
          <a:bodyPr/>
          <a:lstStyle/>
          <a:p>
            <a:r>
              <a:rPr lang="en-US"/>
              <a:t>&gt; Endless languages + frameworks</a:t>
            </a:r>
          </a:p>
        </p:txBody>
      </p:sp>
      <p:sp>
        <p:nvSpPr>
          <p:cNvPr id="35" name="Text Placeholder 34">
            <a:extLst>
              <a:ext uri="{FF2B5EF4-FFF2-40B4-BE49-F238E27FC236}">
                <a16:creationId xmlns:a16="http://schemas.microsoft.com/office/drawing/2014/main" id="{A28247B3-1C23-74A9-2DF2-567C5A0C575A}"/>
              </a:ext>
            </a:extLst>
          </p:cNvPr>
          <p:cNvSpPr>
            <a:spLocks noGrp="1"/>
          </p:cNvSpPr>
          <p:nvPr>
            <p:ph type="body" sz="quarter" idx="40"/>
          </p:nvPr>
        </p:nvSpPr>
        <p:spPr>
          <a:xfrm>
            <a:off x="5208445" y="2161241"/>
            <a:ext cx="1813942" cy="225796"/>
          </a:xfrm>
        </p:spPr>
        <p:txBody>
          <a:bodyPr/>
          <a:lstStyle/>
          <a:p>
            <a:pPr>
              <a:lnSpc>
                <a:spcPct val="100000"/>
              </a:lnSpc>
            </a:pPr>
            <a:r>
              <a:rPr lang="en-US"/>
              <a:t>&gt; Databases + storage</a:t>
            </a:r>
          </a:p>
          <a:p>
            <a:pPr>
              <a:lnSpc>
                <a:spcPct val="100000"/>
              </a:lnSpc>
            </a:pPr>
            <a:r>
              <a:rPr lang="en-US"/>
              <a:t>&gt; Auth</a:t>
            </a:r>
          </a:p>
          <a:p>
            <a:pPr>
              <a:lnSpc>
                <a:spcPct val="100000"/>
              </a:lnSpc>
            </a:pPr>
            <a:r>
              <a:rPr lang="en-US"/>
              <a:t>&gt; Caches + queues</a:t>
            </a:r>
          </a:p>
          <a:p>
            <a:pPr>
              <a:lnSpc>
                <a:spcPct val="100000"/>
              </a:lnSpc>
            </a:pPr>
            <a:r>
              <a:rPr lang="en-US"/>
              <a:t>&gt; Messaging</a:t>
            </a:r>
          </a:p>
        </p:txBody>
      </p:sp>
      <p:sp>
        <p:nvSpPr>
          <p:cNvPr id="36" name="Text Placeholder 35">
            <a:extLst>
              <a:ext uri="{FF2B5EF4-FFF2-40B4-BE49-F238E27FC236}">
                <a16:creationId xmlns:a16="http://schemas.microsoft.com/office/drawing/2014/main" id="{E62C84F0-3250-8EF3-8A5C-90840D28FD3B}"/>
              </a:ext>
            </a:extLst>
          </p:cNvPr>
          <p:cNvSpPr>
            <a:spLocks noGrp="1"/>
          </p:cNvSpPr>
          <p:nvPr>
            <p:ph type="body" sz="quarter" idx="41"/>
          </p:nvPr>
        </p:nvSpPr>
        <p:spPr>
          <a:xfrm>
            <a:off x="7469906" y="2170548"/>
            <a:ext cx="1759180" cy="210562"/>
          </a:xfrm>
        </p:spPr>
        <p:txBody>
          <a:bodyPr/>
          <a:lstStyle/>
          <a:p>
            <a:r>
              <a:rPr lang="en-US"/>
              <a:t>&gt; Models, deployments, frameworks</a:t>
            </a:r>
          </a:p>
        </p:txBody>
      </p:sp>
      <p:sp>
        <p:nvSpPr>
          <p:cNvPr id="37" name="Text Placeholder 36">
            <a:extLst>
              <a:ext uri="{FF2B5EF4-FFF2-40B4-BE49-F238E27FC236}">
                <a16:creationId xmlns:a16="http://schemas.microsoft.com/office/drawing/2014/main" id="{C2789319-DEE1-A4F8-0E9D-01E919195D50}"/>
              </a:ext>
            </a:extLst>
          </p:cNvPr>
          <p:cNvSpPr>
            <a:spLocks noGrp="1"/>
          </p:cNvSpPr>
          <p:nvPr>
            <p:ph type="body" sz="quarter" idx="42"/>
          </p:nvPr>
        </p:nvSpPr>
        <p:spPr>
          <a:xfrm>
            <a:off x="9686588" y="2161241"/>
            <a:ext cx="1727287" cy="219869"/>
          </a:xfrm>
        </p:spPr>
        <p:txBody>
          <a:bodyPr/>
          <a:lstStyle/>
          <a:p>
            <a:pPr>
              <a:lnSpc>
                <a:spcPct val="100000"/>
              </a:lnSpc>
            </a:pPr>
            <a:r>
              <a:rPr lang="en-US"/>
              <a:t>&gt; Secrets/tokens/keys</a:t>
            </a:r>
          </a:p>
          <a:p>
            <a:pPr>
              <a:lnSpc>
                <a:spcPct val="100000"/>
              </a:lnSpc>
            </a:pPr>
            <a:r>
              <a:rPr lang="en-US"/>
              <a:t>&gt; Provisioning parameters</a:t>
            </a:r>
          </a:p>
          <a:p>
            <a:pPr>
              <a:lnSpc>
                <a:spcPct val="100000"/>
              </a:lnSpc>
            </a:pPr>
            <a:r>
              <a:rPr lang="en-US"/>
              <a:t>&gt; Non-source-controllable assets</a:t>
            </a:r>
          </a:p>
          <a:p>
            <a:pPr>
              <a:lnSpc>
                <a:spcPct val="100000"/>
              </a:lnSpc>
            </a:pPr>
            <a:r>
              <a:rPr lang="en-US"/>
              <a:t>&gt; Changing ports and dependencies</a:t>
            </a:r>
          </a:p>
        </p:txBody>
      </p:sp>
      <p:sp>
        <p:nvSpPr>
          <p:cNvPr id="38" name="Text Placeholder 37">
            <a:extLst>
              <a:ext uri="{FF2B5EF4-FFF2-40B4-BE49-F238E27FC236}">
                <a16:creationId xmlns:a16="http://schemas.microsoft.com/office/drawing/2014/main" id="{30AE9426-5416-C571-F9CB-50D09C216F1D}"/>
              </a:ext>
            </a:extLst>
          </p:cNvPr>
          <p:cNvSpPr>
            <a:spLocks noGrp="1"/>
          </p:cNvSpPr>
          <p:nvPr>
            <p:ph type="body" sz="quarter" idx="43"/>
          </p:nvPr>
        </p:nvSpPr>
        <p:spPr>
          <a:xfrm>
            <a:off x="7453959" y="3688503"/>
            <a:ext cx="1727287" cy="219869"/>
          </a:xfrm>
        </p:spPr>
        <p:txBody>
          <a:bodyPr/>
          <a:lstStyle/>
          <a:p>
            <a:r>
              <a:rPr lang="en-US"/>
              <a:t>&gt; Different data pipelines for different parts of the app</a:t>
            </a:r>
          </a:p>
        </p:txBody>
      </p:sp>
      <p:sp>
        <p:nvSpPr>
          <p:cNvPr id="39" name="Text Placeholder 38">
            <a:extLst>
              <a:ext uri="{FF2B5EF4-FFF2-40B4-BE49-F238E27FC236}">
                <a16:creationId xmlns:a16="http://schemas.microsoft.com/office/drawing/2014/main" id="{A3AEBC0A-BB1E-D61D-4A1C-58E711E5645A}"/>
              </a:ext>
            </a:extLst>
          </p:cNvPr>
          <p:cNvSpPr>
            <a:spLocks noGrp="1"/>
          </p:cNvSpPr>
          <p:nvPr>
            <p:ph type="body" sz="quarter" idx="44"/>
          </p:nvPr>
        </p:nvSpPr>
        <p:spPr>
          <a:xfrm>
            <a:off x="3014042" y="3688503"/>
            <a:ext cx="1727287" cy="219869"/>
          </a:xfrm>
        </p:spPr>
        <p:txBody>
          <a:bodyPr/>
          <a:lstStyle/>
          <a:p>
            <a:r>
              <a:rPr lang="en-US"/>
              <a:t>&gt; Microservices, monoliths, containers, VMs</a:t>
            </a:r>
          </a:p>
          <a:p>
            <a:endParaRPr lang="en-US"/>
          </a:p>
        </p:txBody>
      </p:sp>
      <p:sp>
        <p:nvSpPr>
          <p:cNvPr id="40" name="Text Placeholder 39">
            <a:extLst>
              <a:ext uri="{FF2B5EF4-FFF2-40B4-BE49-F238E27FC236}">
                <a16:creationId xmlns:a16="http://schemas.microsoft.com/office/drawing/2014/main" id="{50690445-7544-C03B-D276-F821D6920E6A}"/>
              </a:ext>
            </a:extLst>
          </p:cNvPr>
          <p:cNvSpPr>
            <a:spLocks noGrp="1"/>
          </p:cNvSpPr>
          <p:nvPr>
            <p:ph type="body" sz="quarter" idx="45"/>
          </p:nvPr>
        </p:nvSpPr>
        <p:spPr>
          <a:xfrm>
            <a:off x="754333" y="5259985"/>
            <a:ext cx="5183524" cy="462702"/>
          </a:xfrm>
        </p:spPr>
        <p:txBody>
          <a:bodyPr/>
          <a:lstStyle/>
          <a:p>
            <a:r>
              <a:rPr lang="en-US"/>
              <a:t>&gt; Manifest languages (YAML, JSON, </a:t>
            </a:r>
            <a:r>
              <a:rPr lang="en-US" err="1"/>
              <a:t>Dockerfiles</a:t>
            </a:r>
            <a:r>
              <a:rPr lang="en-US"/>
              <a:t>)</a:t>
            </a:r>
          </a:p>
          <a:p>
            <a:r>
              <a:rPr lang="en-US"/>
              <a:t>&gt; Hard-to-read scripts (Bash, </a:t>
            </a:r>
            <a:r>
              <a:rPr lang="en-US" err="1"/>
              <a:t>pwsh</a:t>
            </a:r>
            <a:r>
              <a:rPr lang="en-US"/>
              <a:t>)</a:t>
            </a:r>
          </a:p>
          <a:p>
            <a:r>
              <a:rPr lang="en-US"/>
              <a:t>&gt; README.md, internal wikis, "tribal knowledge"</a:t>
            </a:r>
          </a:p>
        </p:txBody>
      </p:sp>
      <p:sp>
        <p:nvSpPr>
          <p:cNvPr id="41" name="Text Placeholder 40">
            <a:extLst>
              <a:ext uri="{FF2B5EF4-FFF2-40B4-BE49-F238E27FC236}">
                <a16:creationId xmlns:a16="http://schemas.microsoft.com/office/drawing/2014/main" id="{5EE466BC-CEAF-248D-4060-D07D37A95A13}"/>
              </a:ext>
            </a:extLst>
          </p:cNvPr>
          <p:cNvSpPr>
            <a:spLocks noGrp="1"/>
          </p:cNvSpPr>
          <p:nvPr>
            <p:ph type="body" sz="quarter" idx="46"/>
          </p:nvPr>
        </p:nvSpPr>
        <p:spPr>
          <a:xfrm>
            <a:off x="6355561" y="5259985"/>
            <a:ext cx="5183524" cy="462702"/>
          </a:xfrm>
        </p:spPr>
        <p:txBody>
          <a:bodyPr/>
          <a:lstStyle/>
          <a:p>
            <a:r>
              <a:rPr lang="en-US"/>
              <a:t>&gt; Manual deployments</a:t>
            </a:r>
          </a:p>
          <a:p>
            <a:r>
              <a:rPr lang="en-US"/>
              <a:t>&gt; Automated CI/CD</a:t>
            </a:r>
          </a:p>
          <a:p>
            <a:r>
              <a:rPr lang="en-US"/>
              <a:t>&gt; Enterprise </a:t>
            </a:r>
            <a:r>
              <a:rPr lang="en-US" err="1"/>
              <a:t>devops</a:t>
            </a:r>
            <a:r>
              <a:rPr lang="en-US"/>
              <a:t> workflow</a:t>
            </a:r>
          </a:p>
        </p:txBody>
      </p:sp>
      <p:pic>
        <p:nvPicPr>
          <p:cNvPr id="52" name="Image 60" descr=" ">
            <a:extLst>
              <a:ext uri="{FF2B5EF4-FFF2-40B4-BE49-F238E27FC236}">
                <a16:creationId xmlns:a16="http://schemas.microsoft.com/office/drawing/2014/main" id="{1FA97334-A573-ED8F-BA7F-A2552B79D0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4678" y="1627706"/>
            <a:ext cx="195332" cy="183100"/>
          </a:xfrm>
          <a:prstGeom prst="rect">
            <a:avLst/>
          </a:prstGeom>
        </p:spPr>
      </p:pic>
      <p:pic>
        <p:nvPicPr>
          <p:cNvPr id="53" name="Image 1" descr=" ">
            <a:extLst>
              <a:ext uri="{FF2B5EF4-FFF2-40B4-BE49-F238E27FC236}">
                <a16:creationId xmlns:a16="http://schemas.microsoft.com/office/drawing/2014/main" id="{246B3CA6-851C-E64E-7593-4E6137A8DD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9332" y="1614670"/>
            <a:ext cx="196164" cy="196136"/>
          </a:xfrm>
          <a:prstGeom prst="rect">
            <a:avLst/>
          </a:prstGeom>
        </p:spPr>
      </p:pic>
      <p:pic>
        <p:nvPicPr>
          <p:cNvPr id="54" name="Graphic 53">
            <a:extLst>
              <a:ext uri="{FF2B5EF4-FFF2-40B4-BE49-F238E27FC236}">
                <a16:creationId xmlns:a16="http://schemas.microsoft.com/office/drawing/2014/main" id="{5DEC2B2C-B0B4-FCD8-F5B7-3AD074321A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45712" y="1571081"/>
            <a:ext cx="245262" cy="245262"/>
          </a:xfrm>
          <a:prstGeom prst="rect">
            <a:avLst/>
          </a:prstGeom>
        </p:spPr>
      </p:pic>
      <p:pic>
        <p:nvPicPr>
          <p:cNvPr id="55" name="Image 35" descr=" ">
            <a:extLst>
              <a:ext uri="{FF2B5EF4-FFF2-40B4-BE49-F238E27FC236}">
                <a16:creationId xmlns:a16="http://schemas.microsoft.com/office/drawing/2014/main" id="{A0395994-A1EC-A852-09C8-B2445BE0FE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52185" y="3169622"/>
            <a:ext cx="187182" cy="187194"/>
          </a:xfrm>
          <a:prstGeom prst="rect">
            <a:avLst/>
          </a:prstGeom>
        </p:spPr>
      </p:pic>
      <p:pic>
        <p:nvPicPr>
          <p:cNvPr id="56" name="Image 70" descr=" ">
            <a:extLst>
              <a:ext uri="{FF2B5EF4-FFF2-40B4-BE49-F238E27FC236}">
                <a16:creationId xmlns:a16="http://schemas.microsoft.com/office/drawing/2014/main" id="{7DDCBF31-64D5-4365-AE29-429D0EA1C8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52185" y="1621035"/>
            <a:ext cx="195332" cy="195308"/>
          </a:xfrm>
          <a:prstGeom prst="rect">
            <a:avLst/>
          </a:prstGeom>
        </p:spPr>
      </p:pic>
      <p:pic>
        <p:nvPicPr>
          <p:cNvPr id="57" name="Image 30" descr=" ">
            <a:extLst>
              <a:ext uri="{FF2B5EF4-FFF2-40B4-BE49-F238E27FC236}">
                <a16:creationId xmlns:a16="http://schemas.microsoft.com/office/drawing/2014/main" id="{2958DEB0-7C97-D961-F3DF-8803337FBCA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62327" y="1630073"/>
            <a:ext cx="219050" cy="217930"/>
          </a:xfrm>
          <a:prstGeom prst="rect">
            <a:avLst/>
          </a:prstGeom>
        </p:spPr>
      </p:pic>
      <p:pic>
        <p:nvPicPr>
          <p:cNvPr id="58" name="Image 9" descr=" ">
            <a:extLst>
              <a:ext uri="{FF2B5EF4-FFF2-40B4-BE49-F238E27FC236}">
                <a16:creationId xmlns:a16="http://schemas.microsoft.com/office/drawing/2014/main" id="{DEBDA66C-0F0A-FA6E-8331-1578EA0360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4678" y="4709671"/>
            <a:ext cx="207990" cy="191238"/>
          </a:xfrm>
          <a:prstGeom prst="rect">
            <a:avLst/>
          </a:prstGeom>
        </p:spPr>
      </p:pic>
      <p:pic>
        <p:nvPicPr>
          <p:cNvPr id="59" name="Image 68" descr=" ">
            <a:extLst>
              <a:ext uri="{FF2B5EF4-FFF2-40B4-BE49-F238E27FC236}">
                <a16:creationId xmlns:a16="http://schemas.microsoft.com/office/drawing/2014/main" id="{AF5DCA82-2E79-4CFC-A53E-3F5660B56F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52461" y="3168278"/>
            <a:ext cx="189906" cy="189882"/>
          </a:xfrm>
          <a:prstGeom prst="rect">
            <a:avLst/>
          </a:prstGeom>
        </p:spPr>
      </p:pic>
      <p:pic>
        <p:nvPicPr>
          <p:cNvPr id="60" name="Image 17" descr=" ">
            <a:extLst>
              <a:ext uri="{FF2B5EF4-FFF2-40B4-BE49-F238E27FC236}">
                <a16:creationId xmlns:a16="http://schemas.microsoft.com/office/drawing/2014/main" id="{0F83A727-78D7-0695-2F1D-0EA16FED1E8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38317" y="4709671"/>
            <a:ext cx="164950" cy="177946"/>
          </a:xfrm>
          <a:prstGeom prst="rect">
            <a:avLst/>
          </a:prstGeom>
        </p:spPr>
      </p:pic>
    </p:spTree>
    <p:extLst>
      <p:ext uri="{BB962C8B-B14F-4D97-AF65-F5344CB8AC3E}">
        <p14:creationId xmlns:p14="http://schemas.microsoft.com/office/powerpoint/2010/main" val="2016745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500"/>
                                        <p:tgtEl>
                                          <p:spTgt spid="59"/>
                                        </p:tgtEl>
                                      </p:cBhvr>
                                    </p:animEffect>
                                  </p:childTnLst>
                                </p:cTn>
                              </p:par>
                              <p:par>
                                <p:cTn id="11" presetID="10"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par>
                                <p:cTn id="14" presetID="10" presetClass="entr" presetSubtype="0" fill="hold"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500"/>
                                        <p:tgtEl>
                                          <p:spTgt spid="56"/>
                                        </p:tgtEl>
                                      </p:cBhvr>
                                    </p:animEffect>
                                  </p:childTnLst>
                                </p:cTn>
                              </p:par>
                              <p:par>
                                <p:cTn id="20" presetID="10"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500"/>
                                        <p:tgtEl>
                                          <p:spTgt spid="55"/>
                                        </p:tgtEl>
                                      </p:cBhvr>
                                    </p:animEffect>
                                  </p:childTnLst>
                                </p:cTn>
                              </p:par>
                              <p:par>
                                <p:cTn id="23" presetID="10"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500"/>
                                        <p:tgtEl>
                                          <p:spTgt spid="57"/>
                                        </p:tgtEl>
                                      </p:cBhvr>
                                    </p:animEffect>
                                  </p:childTnLst>
                                </p:cTn>
                              </p:par>
                              <p:par>
                                <p:cTn id="26" presetID="10" presetClass="entr" presetSubtype="0" fill="hold"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500"/>
                                        <p:tgtEl>
                                          <p:spTgt spid="58"/>
                                        </p:tgtEl>
                                      </p:cBhvr>
                                    </p:animEffect>
                                  </p:childTnLst>
                                </p:cTn>
                              </p:par>
                              <p:par>
                                <p:cTn id="29" presetID="10"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5000"/>
            <a:lum/>
          </a:blip>
          <a:srcRect/>
          <a:stretch>
            <a:fillRect t="-42000" b="-42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0EA87A-4291-F1AD-07B6-82436328317E}"/>
              </a:ext>
            </a:extLst>
          </p:cNvPr>
          <p:cNvSpPr>
            <a:spLocks noGrp="1"/>
          </p:cNvSpPr>
          <p:nvPr>
            <p:ph type="body" sz="quarter" idx="10"/>
          </p:nvPr>
        </p:nvSpPr>
        <p:spPr/>
        <p:txBody>
          <a:bodyPr/>
          <a:lstStyle/>
          <a:p>
            <a:r>
              <a:rPr lang="en-US"/>
              <a:t>Complex dev,</a:t>
            </a:r>
          </a:p>
        </p:txBody>
      </p:sp>
      <p:sp>
        <p:nvSpPr>
          <p:cNvPr id="3" name="Text Placeholder 2">
            <a:extLst>
              <a:ext uri="{FF2B5EF4-FFF2-40B4-BE49-F238E27FC236}">
                <a16:creationId xmlns:a16="http://schemas.microsoft.com/office/drawing/2014/main" id="{C26AFA4B-4BA9-96FF-18B2-A0F15C7EA80D}"/>
              </a:ext>
            </a:extLst>
          </p:cNvPr>
          <p:cNvSpPr>
            <a:spLocks noGrp="1"/>
          </p:cNvSpPr>
          <p:nvPr>
            <p:ph type="body" sz="quarter" idx="11"/>
          </p:nvPr>
        </p:nvSpPr>
        <p:spPr/>
        <p:txBody>
          <a:bodyPr/>
          <a:lstStyle/>
          <a:p>
            <a:r>
              <a:rPr lang="en-US"/>
              <a:t>complex deploy</a:t>
            </a:r>
          </a:p>
        </p:txBody>
      </p:sp>
      <p:sp>
        <p:nvSpPr>
          <p:cNvPr id="4" name="Text Placeholder 3">
            <a:extLst>
              <a:ext uri="{FF2B5EF4-FFF2-40B4-BE49-F238E27FC236}">
                <a16:creationId xmlns:a16="http://schemas.microsoft.com/office/drawing/2014/main" id="{F41F8E74-BE38-3F95-A4B7-E4D00FD71F0D}"/>
              </a:ext>
            </a:extLst>
          </p:cNvPr>
          <p:cNvSpPr>
            <a:spLocks noGrp="1"/>
          </p:cNvSpPr>
          <p:nvPr>
            <p:ph type="body" sz="quarter" idx="18"/>
          </p:nvPr>
        </p:nvSpPr>
        <p:spPr/>
        <p:txBody>
          <a:bodyPr/>
          <a:lstStyle/>
          <a:p>
            <a:r>
              <a:rPr lang="en-US">
                <a:latin typeface="+mj-lt"/>
              </a:rPr>
              <a:t>Dev Loop</a:t>
            </a:r>
          </a:p>
        </p:txBody>
      </p:sp>
      <p:sp>
        <p:nvSpPr>
          <p:cNvPr id="6" name="Text Placeholder 5">
            <a:extLst>
              <a:ext uri="{FF2B5EF4-FFF2-40B4-BE49-F238E27FC236}">
                <a16:creationId xmlns:a16="http://schemas.microsoft.com/office/drawing/2014/main" id="{0E7ED827-CD74-0216-2EC6-D0920F58A5EB}"/>
              </a:ext>
            </a:extLst>
          </p:cNvPr>
          <p:cNvSpPr>
            <a:spLocks noGrp="1"/>
          </p:cNvSpPr>
          <p:nvPr>
            <p:ph type="body" sz="quarter" idx="20"/>
          </p:nvPr>
        </p:nvSpPr>
        <p:spPr>
          <a:xfrm>
            <a:off x="741593" y="3734656"/>
            <a:ext cx="5103420" cy="1731321"/>
          </a:xfrm>
        </p:spPr>
        <p:txBody>
          <a:bodyPr/>
          <a:lstStyle/>
          <a:p>
            <a:r>
              <a:rPr lang="en-US"/>
              <a:t>&gt; Impossible to "clone and run“</a:t>
            </a:r>
            <a:br>
              <a:rPr lang="en-US"/>
            </a:br>
            <a:endParaRPr lang="en-US"/>
          </a:p>
          <a:p>
            <a:r>
              <a:rPr lang="en-US"/>
              <a:t>&gt; No easy way to add new services</a:t>
            </a:r>
            <a:br>
              <a:rPr lang="en-US"/>
            </a:br>
            <a:endParaRPr lang="en-US"/>
          </a:p>
          <a:p>
            <a:r>
              <a:rPr lang="en-US"/>
              <a:t>&gt; Local dev does not reflect actual running system</a:t>
            </a:r>
          </a:p>
          <a:p>
            <a:endParaRPr lang="en-US"/>
          </a:p>
          <a:p>
            <a:r>
              <a:rPr lang="en-US"/>
              <a:t>&gt; Coding agents can’t see the entire system</a:t>
            </a:r>
          </a:p>
        </p:txBody>
      </p:sp>
      <p:sp>
        <p:nvSpPr>
          <p:cNvPr id="7" name="Text Placeholder 6">
            <a:extLst>
              <a:ext uri="{FF2B5EF4-FFF2-40B4-BE49-F238E27FC236}">
                <a16:creationId xmlns:a16="http://schemas.microsoft.com/office/drawing/2014/main" id="{322FD89E-88D6-4A2E-1C9F-1612604A9C0A}"/>
              </a:ext>
            </a:extLst>
          </p:cNvPr>
          <p:cNvSpPr>
            <a:spLocks noGrp="1"/>
          </p:cNvSpPr>
          <p:nvPr>
            <p:ph type="body" sz="quarter" idx="21"/>
          </p:nvPr>
        </p:nvSpPr>
        <p:spPr/>
        <p:txBody>
          <a:bodyPr/>
          <a:lstStyle/>
          <a:p>
            <a:r>
              <a:rPr lang="en-US">
                <a:latin typeface="+mj-lt"/>
              </a:rPr>
              <a:t>Deployments</a:t>
            </a:r>
          </a:p>
        </p:txBody>
      </p:sp>
      <p:sp>
        <p:nvSpPr>
          <p:cNvPr id="9" name="Text Placeholder 8">
            <a:extLst>
              <a:ext uri="{FF2B5EF4-FFF2-40B4-BE49-F238E27FC236}">
                <a16:creationId xmlns:a16="http://schemas.microsoft.com/office/drawing/2014/main" id="{DFEC1D29-667D-919A-939D-14ABBBDF464A}"/>
              </a:ext>
            </a:extLst>
          </p:cNvPr>
          <p:cNvSpPr>
            <a:spLocks noGrp="1"/>
          </p:cNvSpPr>
          <p:nvPr>
            <p:ph type="body" sz="quarter" idx="23"/>
          </p:nvPr>
        </p:nvSpPr>
        <p:spPr>
          <a:xfrm>
            <a:off x="6346987" y="3734656"/>
            <a:ext cx="5103420" cy="1731321"/>
          </a:xfrm>
        </p:spPr>
        <p:txBody>
          <a:bodyPr/>
          <a:lstStyle/>
          <a:p>
            <a:r>
              <a:rPr lang="en-US"/>
              <a:t>&gt; Fragile, always-changing assets</a:t>
            </a:r>
            <a:br>
              <a:rPr lang="en-US"/>
            </a:br>
            <a:endParaRPr lang="en-US"/>
          </a:p>
          <a:p>
            <a:r>
              <a:rPr lang="en-US"/>
              <a:t>&gt; Complicated handoffs for architecture changes</a:t>
            </a:r>
            <a:br>
              <a:rPr lang="en-US"/>
            </a:br>
            <a:endParaRPr lang="en-US"/>
          </a:p>
          <a:p>
            <a:r>
              <a:rPr lang="en-US"/>
              <a:t>&gt; "Only in prod" observability</a:t>
            </a:r>
          </a:p>
          <a:p>
            <a:endParaRPr lang="en-US"/>
          </a:p>
          <a:p>
            <a:r>
              <a:rPr lang="en-US"/>
              <a:t>&gt; Configuration drift becomes challenging</a:t>
            </a:r>
          </a:p>
        </p:txBody>
      </p:sp>
      <p:pic>
        <p:nvPicPr>
          <p:cNvPr id="10" name="Image 57" descr=" ">
            <a:extLst>
              <a:ext uri="{FF2B5EF4-FFF2-40B4-BE49-F238E27FC236}">
                <a16:creationId xmlns:a16="http://schemas.microsoft.com/office/drawing/2014/main" id="{8CEC4520-944B-DB43-721E-7135051822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68247" y="3095277"/>
            <a:ext cx="518302" cy="540761"/>
          </a:xfrm>
          <a:prstGeom prst="rect">
            <a:avLst/>
          </a:prstGeom>
        </p:spPr>
      </p:pic>
      <p:pic>
        <p:nvPicPr>
          <p:cNvPr id="11" name="Image 8" descr=" ">
            <a:extLst>
              <a:ext uri="{FF2B5EF4-FFF2-40B4-BE49-F238E27FC236}">
                <a16:creationId xmlns:a16="http://schemas.microsoft.com/office/drawing/2014/main" id="{6241B263-347F-FAC2-9CB8-905F7137CE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29251" y="3123344"/>
            <a:ext cx="521156" cy="485070"/>
          </a:xfrm>
          <a:prstGeom prst="rect">
            <a:avLst/>
          </a:prstGeom>
        </p:spPr>
      </p:pic>
    </p:spTree>
    <p:extLst>
      <p:ext uri="{BB962C8B-B14F-4D97-AF65-F5344CB8AC3E}">
        <p14:creationId xmlns:p14="http://schemas.microsoft.com/office/powerpoint/2010/main" val="282515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6A8C60-A1C0-0317-026C-C839983D6135}"/>
              </a:ext>
            </a:extLst>
          </p:cNvPr>
          <p:cNvSpPr>
            <a:spLocks noGrp="1"/>
          </p:cNvSpPr>
          <p:nvPr>
            <p:ph type="body" sz="quarter" idx="16"/>
          </p:nvPr>
        </p:nvSpPr>
        <p:spPr>
          <a:xfrm>
            <a:off x="481172" y="2075136"/>
            <a:ext cx="11229654" cy="2584450"/>
          </a:xfrm>
        </p:spPr>
        <p:txBody>
          <a:bodyPr/>
          <a:lstStyle/>
          <a:p>
            <a:r>
              <a:rPr lang="en-US"/>
              <a:t>Aspire is an agent-ready, code-first tool to compose, debug, and deploy any distributed app.</a:t>
            </a:r>
          </a:p>
        </p:txBody>
      </p:sp>
      <p:pic>
        <p:nvPicPr>
          <p:cNvPr id="4" name="Graphic 3">
            <a:extLst>
              <a:ext uri="{FF2B5EF4-FFF2-40B4-BE49-F238E27FC236}">
                <a16:creationId xmlns:a16="http://schemas.microsoft.com/office/drawing/2014/main" id="{F71EED6C-81F5-553C-86D2-AC15C2B877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45077" y="914399"/>
            <a:ext cx="901843" cy="901843"/>
          </a:xfrm>
          <a:prstGeom prst="rect">
            <a:avLst/>
          </a:prstGeom>
        </p:spPr>
      </p:pic>
    </p:spTree>
    <p:extLst>
      <p:ext uri="{BB962C8B-B14F-4D97-AF65-F5344CB8AC3E}">
        <p14:creationId xmlns:p14="http://schemas.microsoft.com/office/powerpoint/2010/main" val="354712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7A607-AEA2-A051-26C8-7FE83FF94366}"/>
            </a:ext>
          </a:extLst>
        </p:cNvPr>
        <p:cNvGrpSpPr/>
        <p:nvPr/>
      </p:nvGrpSpPr>
      <p:grpSpPr>
        <a:xfrm>
          <a:off x="0" y="0"/>
          <a:ext cx="0" cy="0"/>
          <a:chOff x="0" y="0"/>
          <a:chExt cx="0" cy="0"/>
        </a:xfrm>
      </p:grpSpPr>
      <p:sp>
        <p:nvSpPr>
          <p:cNvPr id="8" name="Text Placeholder 1">
            <a:extLst>
              <a:ext uri="{FF2B5EF4-FFF2-40B4-BE49-F238E27FC236}">
                <a16:creationId xmlns:a16="http://schemas.microsoft.com/office/drawing/2014/main" id="{DB0EF35F-A88E-C113-B1D5-7F001A3685D8}"/>
              </a:ext>
            </a:extLst>
          </p:cNvPr>
          <p:cNvSpPr>
            <a:spLocks noGrp="1"/>
          </p:cNvSpPr>
          <p:nvPr>
            <p:ph type="body" sz="quarter" idx="16"/>
          </p:nvPr>
        </p:nvSpPr>
        <p:spPr>
          <a:xfrm>
            <a:off x="529938" y="852596"/>
            <a:ext cx="4860301" cy="1813573"/>
          </a:xfrm>
        </p:spPr>
        <p:txBody>
          <a:bodyPr/>
          <a:lstStyle/>
          <a:p>
            <a:r>
              <a:rPr lang="en-US" sz="2400" b="1"/>
              <a:t>Aspire is an agent-ready, code-first tool to compose, debug, and deploy any distributed app.</a:t>
            </a:r>
            <a:endParaRPr lang="en-US" sz="2400"/>
          </a:p>
        </p:txBody>
      </p:sp>
      <p:sp>
        <p:nvSpPr>
          <p:cNvPr id="10" name="Text Placeholder 3">
            <a:extLst>
              <a:ext uri="{FF2B5EF4-FFF2-40B4-BE49-F238E27FC236}">
                <a16:creationId xmlns:a16="http://schemas.microsoft.com/office/drawing/2014/main" id="{F6CE0663-E9F1-3B72-5AC3-FCE8E2D7C17B}"/>
              </a:ext>
            </a:extLst>
          </p:cNvPr>
          <p:cNvSpPr>
            <a:spLocks noGrp="1"/>
          </p:cNvSpPr>
          <p:nvPr>
            <p:ph type="body" sz="quarter" idx="34"/>
          </p:nvPr>
        </p:nvSpPr>
        <p:spPr>
          <a:xfrm>
            <a:off x="529939" y="2969554"/>
            <a:ext cx="4691237" cy="2345257"/>
          </a:xfrm>
        </p:spPr>
        <p:txBody>
          <a:bodyPr/>
          <a:lstStyle/>
          <a:p>
            <a:r>
              <a:rPr lang="en-US"/>
              <a:t>Code-first development and deployment experience maps your entire distributed app.</a:t>
            </a:r>
          </a:p>
          <a:p>
            <a:endParaRPr lang="en-US"/>
          </a:p>
          <a:p>
            <a:r>
              <a:rPr lang="en-US"/>
              <a:t>Agents have knowledge about every detail of your system.</a:t>
            </a:r>
          </a:p>
          <a:p>
            <a:endParaRPr lang="en-US"/>
          </a:p>
          <a:p>
            <a:r>
              <a:rPr lang="en-US"/>
              <a:t>Over one hundred integration packages designed to simplify connections to popular services, platforms </a:t>
            </a:r>
            <a:br>
              <a:rPr lang="en-US"/>
            </a:br>
            <a:r>
              <a:rPr lang="en-US"/>
              <a:t>and stacks.</a:t>
            </a:r>
          </a:p>
          <a:p>
            <a:endParaRPr lang="en-US"/>
          </a:p>
          <a:p>
            <a:r>
              <a:rPr lang="en-US"/>
              <a:t>Visualize all your logs, endpoints, and resources in a </a:t>
            </a:r>
            <a:br>
              <a:rPr lang="en-US"/>
            </a:br>
            <a:r>
              <a:rPr lang="en-US"/>
              <a:t>single dashboard.</a:t>
            </a:r>
          </a:p>
        </p:txBody>
      </p:sp>
      <p:sp>
        <p:nvSpPr>
          <p:cNvPr id="12" name="Text Placeholder 4">
            <a:extLst>
              <a:ext uri="{FF2B5EF4-FFF2-40B4-BE49-F238E27FC236}">
                <a16:creationId xmlns:a16="http://schemas.microsoft.com/office/drawing/2014/main" id="{3EAAD915-4EC9-F4D5-0126-C53069A0CCDB}"/>
              </a:ext>
            </a:extLst>
          </p:cNvPr>
          <p:cNvSpPr>
            <a:spLocks noGrp="1"/>
          </p:cNvSpPr>
          <p:nvPr>
            <p:ph type="body" sz="quarter" idx="40"/>
          </p:nvPr>
        </p:nvSpPr>
        <p:spPr/>
        <p:txBody>
          <a:bodyPr/>
          <a:lstStyle/>
          <a:p>
            <a:r>
              <a:rPr lang="en-US">
                <a:solidFill>
                  <a:schemeClr val="accent1">
                    <a:lumMod val="75000"/>
                  </a:schemeClr>
                </a:solidFill>
              </a:rPr>
              <a:t>What is Aspire?</a:t>
            </a:r>
          </a:p>
        </p:txBody>
      </p:sp>
      <p:grpSp>
        <p:nvGrpSpPr>
          <p:cNvPr id="18" name="Group 17">
            <a:extLst>
              <a:ext uri="{FF2B5EF4-FFF2-40B4-BE49-F238E27FC236}">
                <a16:creationId xmlns:a16="http://schemas.microsoft.com/office/drawing/2014/main" id="{F45D9B21-0ED4-2833-0A56-787F1AA55C76}"/>
              </a:ext>
            </a:extLst>
          </p:cNvPr>
          <p:cNvGrpSpPr/>
          <p:nvPr/>
        </p:nvGrpSpPr>
        <p:grpSpPr>
          <a:xfrm>
            <a:off x="5918166" y="255468"/>
            <a:ext cx="6273834" cy="6182342"/>
            <a:chOff x="6519528" y="834237"/>
            <a:chExt cx="5410015" cy="5331120"/>
          </a:xfrm>
        </p:grpSpPr>
        <p:pic>
          <p:nvPicPr>
            <p:cNvPr id="19" name="Image 0" descr=" ">
              <a:extLst>
                <a:ext uri="{FF2B5EF4-FFF2-40B4-BE49-F238E27FC236}">
                  <a16:creationId xmlns:a16="http://schemas.microsoft.com/office/drawing/2014/main" id="{67BFB8A5-F83B-8363-8320-183C7E4E94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5682" y="874789"/>
              <a:ext cx="4445155" cy="5234196"/>
            </a:xfrm>
            <a:prstGeom prst="rect">
              <a:avLst/>
            </a:prstGeom>
          </p:spPr>
        </p:pic>
        <p:pic>
          <p:nvPicPr>
            <p:cNvPr id="20" name="Image 1" descr=" ">
              <a:extLst>
                <a:ext uri="{FF2B5EF4-FFF2-40B4-BE49-F238E27FC236}">
                  <a16:creationId xmlns:a16="http://schemas.microsoft.com/office/drawing/2014/main" id="{A878ED6F-8EBC-74FD-901C-55A9B993E8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1336" y="1745686"/>
              <a:ext cx="84309" cy="84392"/>
            </a:xfrm>
            <a:prstGeom prst="rect">
              <a:avLst/>
            </a:prstGeom>
          </p:spPr>
        </p:pic>
        <p:pic>
          <p:nvPicPr>
            <p:cNvPr id="21" name="Image 2" descr=" ">
              <a:extLst>
                <a:ext uri="{FF2B5EF4-FFF2-40B4-BE49-F238E27FC236}">
                  <a16:creationId xmlns:a16="http://schemas.microsoft.com/office/drawing/2014/main" id="{23537E35-ABE6-891F-0AB6-C4347D476D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90718" y="3350440"/>
              <a:ext cx="84309" cy="84392"/>
            </a:xfrm>
            <a:prstGeom prst="rect">
              <a:avLst/>
            </a:prstGeom>
          </p:spPr>
        </p:pic>
        <p:pic>
          <p:nvPicPr>
            <p:cNvPr id="22" name="Image 3" descr=" ">
              <a:extLst>
                <a:ext uri="{FF2B5EF4-FFF2-40B4-BE49-F238E27FC236}">
                  <a16:creationId xmlns:a16="http://schemas.microsoft.com/office/drawing/2014/main" id="{DEABFD73-8148-E4B3-E080-CF2A0C35BDD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9528" y="3853645"/>
              <a:ext cx="84309" cy="84392"/>
            </a:xfrm>
            <a:prstGeom prst="rect">
              <a:avLst/>
            </a:prstGeom>
          </p:spPr>
        </p:pic>
        <p:pic>
          <p:nvPicPr>
            <p:cNvPr id="23" name="Image 4" descr=" ">
              <a:extLst>
                <a:ext uri="{FF2B5EF4-FFF2-40B4-BE49-F238E27FC236}">
                  <a16:creationId xmlns:a16="http://schemas.microsoft.com/office/drawing/2014/main" id="{EB54C321-1981-0D92-4444-B7705059FB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3973" y="3671408"/>
              <a:ext cx="84309" cy="84392"/>
            </a:xfrm>
            <a:prstGeom prst="rect">
              <a:avLst/>
            </a:prstGeom>
          </p:spPr>
        </p:pic>
        <p:pic>
          <p:nvPicPr>
            <p:cNvPr id="24" name="Image 5" descr=" ">
              <a:extLst>
                <a:ext uri="{FF2B5EF4-FFF2-40B4-BE49-F238E27FC236}">
                  <a16:creationId xmlns:a16="http://schemas.microsoft.com/office/drawing/2014/main" id="{F59BB36D-4807-0CCC-E8A3-358058B3CC9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26101" y="3043275"/>
              <a:ext cx="84309" cy="84392"/>
            </a:xfrm>
            <a:prstGeom prst="rect">
              <a:avLst/>
            </a:prstGeom>
          </p:spPr>
        </p:pic>
        <p:pic>
          <p:nvPicPr>
            <p:cNvPr id="25" name="Image 6" descr=" ">
              <a:extLst>
                <a:ext uri="{FF2B5EF4-FFF2-40B4-BE49-F238E27FC236}">
                  <a16:creationId xmlns:a16="http://schemas.microsoft.com/office/drawing/2014/main" id="{786F0146-D7F8-7CBD-C2EF-E1A17F42C5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57565" y="876521"/>
              <a:ext cx="84309" cy="84392"/>
            </a:xfrm>
            <a:prstGeom prst="rect">
              <a:avLst/>
            </a:prstGeom>
          </p:spPr>
        </p:pic>
        <p:pic>
          <p:nvPicPr>
            <p:cNvPr id="26" name="Image 7" descr=" ">
              <a:extLst>
                <a:ext uri="{FF2B5EF4-FFF2-40B4-BE49-F238E27FC236}">
                  <a16:creationId xmlns:a16="http://schemas.microsoft.com/office/drawing/2014/main" id="{4059F3A0-8E4E-582F-D4E5-80DB3738ABB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150464" y="2225915"/>
              <a:ext cx="84309" cy="84392"/>
            </a:xfrm>
            <a:prstGeom prst="rect">
              <a:avLst/>
            </a:prstGeom>
          </p:spPr>
        </p:pic>
        <p:pic>
          <p:nvPicPr>
            <p:cNvPr id="27" name="Image 8" descr=" ">
              <a:extLst>
                <a:ext uri="{FF2B5EF4-FFF2-40B4-BE49-F238E27FC236}">
                  <a16:creationId xmlns:a16="http://schemas.microsoft.com/office/drawing/2014/main" id="{EF9F5513-D93B-5694-1F09-6B2A5D09197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78525" y="834237"/>
              <a:ext cx="84309" cy="84392"/>
            </a:xfrm>
            <a:prstGeom prst="rect">
              <a:avLst/>
            </a:prstGeom>
          </p:spPr>
        </p:pic>
        <p:pic>
          <p:nvPicPr>
            <p:cNvPr id="28" name="Image 9" descr=" ">
              <a:extLst>
                <a:ext uri="{FF2B5EF4-FFF2-40B4-BE49-F238E27FC236}">
                  <a16:creationId xmlns:a16="http://schemas.microsoft.com/office/drawing/2014/main" id="{7961D9E6-9E56-0AFA-3111-5C345BBF0F1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864043" y="1611061"/>
              <a:ext cx="84309" cy="84392"/>
            </a:xfrm>
            <a:prstGeom prst="rect">
              <a:avLst/>
            </a:prstGeom>
          </p:spPr>
        </p:pic>
        <p:pic>
          <p:nvPicPr>
            <p:cNvPr id="29" name="Image 10" descr=" ">
              <a:extLst>
                <a:ext uri="{FF2B5EF4-FFF2-40B4-BE49-F238E27FC236}">
                  <a16:creationId xmlns:a16="http://schemas.microsoft.com/office/drawing/2014/main" id="{1241FDF1-5BFA-56CA-D25A-1F0B9897548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589035" y="2141523"/>
              <a:ext cx="84309" cy="84392"/>
            </a:xfrm>
            <a:prstGeom prst="rect">
              <a:avLst/>
            </a:prstGeom>
          </p:spPr>
        </p:pic>
        <p:pic>
          <p:nvPicPr>
            <p:cNvPr id="30" name="Image 11" descr=" ">
              <a:extLst>
                <a:ext uri="{FF2B5EF4-FFF2-40B4-BE49-F238E27FC236}">
                  <a16:creationId xmlns:a16="http://schemas.microsoft.com/office/drawing/2014/main" id="{CE72295F-0B46-1ABA-C5E7-255AC85139B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492595" y="3251109"/>
              <a:ext cx="84309" cy="84392"/>
            </a:xfrm>
            <a:prstGeom prst="rect">
              <a:avLst/>
            </a:prstGeom>
          </p:spPr>
        </p:pic>
        <p:pic>
          <p:nvPicPr>
            <p:cNvPr id="31" name="Image 12" descr=" ">
              <a:extLst>
                <a:ext uri="{FF2B5EF4-FFF2-40B4-BE49-F238E27FC236}">
                  <a16:creationId xmlns:a16="http://schemas.microsoft.com/office/drawing/2014/main" id="{8B2F5BF0-D021-C6A2-831E-A0E16CA3968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413339" y="3350440"/>
              <a:ext cx="84309" cy="84392"/>
            </a:xfrm>
            <a:prstGeom prst="rect">
              <a:avLst/>
            </a:prstGeom>
          </p:spPr>
        </p:pic>
        <p:pic>
          <p:nvPicPr>
            <p:cNvPr id="32" name="Image 13" descr=" ">
              <a:extLst>
                <a:ext uri="{FF2B5EF4-FFF2-40B4-BE49-F238E27FC236}">
                  <a16:creationId xmlns:a16="http://schemas.microsoft.com/office/drawing/2014/main" id="{6D48C9F2-425A-9E7A-A81D-4F53A6303B2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512729" y="3515030"/>
              <a:ext cx="84309" cy="84392"/>
            </a:xfrm>
            <a:prstGeom prst="rect">
              <a:avLst/>
            </a:prstGeom>
          </p:spPr>
        </p:pic>
        <p:pic>
          <p:nvPicPr>
            <p:cNvPr id="33" name="Image 14" descr=" ">
              <a:extLst>
                <a:ext uri="{FF2B5EF4-FFF2-40B4-BE49-F238E27FC236}">
                  <a16:creationId xmlns:a16="http://schemas.microsoft.com/office/drawing/2014/main" id="{D32E8601-50AB-90DC-F942-C1FB0EDBF40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720124" y="3992463"/>
              <a:ext cx="84309" cy="84392"/>
            </a:xfrm>
            <a:prstGeom prst="rect">
              <a:avLst/>
            </a:prstGeom>
          </p:spPr>
        </p:pic>
        <p:pic>
          <p:nvPicPr>
            <p:cNvPr id="34" name="Image 15" descr=" ">
              <a:extLst>
                <a:ext uri="{FF2B5EF4-FFF2-40B4-BE49-F238E27FC236}">
                  <a16:creationId xmlns:a16="http://schemas.microsoft.com/office/drawing/2014/main" id="{4AB52F03-A783-1189-FBF4-EB2F468E2BA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097148" y="3992463"/>
              <a:ext cx="84309" cy="84392"/>
            </a:xfrm>
            <a:prstGeom prst="rect">
              <a:avLst/>
            </a:prstGeom>
          </p:spPr>
        </p:pic>
        <p:pic>
          <p:nvPicPr>
            <p:cNvPr id="35" name="Image 16" descr=" ">
              <a:extLst>
                <a:ext uri="{FF2B5EF4-FFF2-40B4-BE49-F238E27FC236}">
                  <a16:creationId xmlns:a16="http://schemas.microsoft.com/office/drawing/2014/main" id="{F16256E3-A779-2ADC-2C68-F4B9CBE2409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807721" y="4608191"/>
              <a:ext cx="84309" cy="84392"/>
            </a:xfrm>
            <a:prstGeom prst="rect">
              <a:avLst/>
            </a:prstGeom>
          </p:spPr>
        </p:pic>
        <p:pic>
          <p:nvPicPr>
            <p:cNvPr id="36" name="Image 17" descr=" ">
              <a:extLst>
                <a:ext uri="{FF2B5EF4-FFF2-40B4-BE49-F238E27FC236}">
                  <a16:creationId xmlns:a16="http://schemas.microsoft.com/office/drawing/2014/main" id="{BB3DC742-655C-6552-63BC-C6359E3CB3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9627" y="3853645"/>
              <a:ext cx="84309" cy="84392"/>
            </a:xfrm>
            <a:prstGeom prst="rect">
              <a:avLst/>
            </a:prstGeom>
          </p:spPr>
        </p:pic>
        <p:pic>
          <p:nvPicPr>
            <p:cNvPr id="37" name="Image 18" descr=" ">
              <a:extLst>
                <a:ext uri="{FF2B5EF4-FFF2-40B4-BE49-F238E27FC236}">
                  <a16:creationId xmlns:a16="http://schemas.microsoft.com/office/drawing/2014/main" id="{6BB102F6-D44E-1125-2366-0F6C47127C7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741034" y="4315267"/>
              <a:ext cx="84309" cy="84392"/>
            </a:xfrm>
            <a:prstGeom prst="rect">
              <a:avLst/>
            </a:prstGeom>
          </p:spPr>
        </p:pic>
        <p:pic>
          <p:nvPicPr>
            <p:cNvPr id="38" name="Image 19" descr=" ">
              <a:extLst>
                <a:ext uri="{FF2B5EF4-FFF2-40B4-BE49-F238E27FC236}">
                  <a16:creationId xmlns:a16="http://schemas.microsoft.com/office/drawing/2014/main" id="{D2343D52-CE81-10A5-1B9F-D23045C4A86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253195" y="4277439"/>
              <a:ext cx="84309" cy="84392"/>
            </a:xfrm>
            <a:prstGeom prst="rect">
              <a:avLst/>
            </a:prstGeom>
          </p:spPr>
        </p:pic>
        <p:pic>
          <p:nvPicPr>
            <p:cNvPr id="39" name="Image 20" descr=" ">
              <a:extLst>
                <a:ext uri="{FF2B5EF4-FFF2-40B4-BE49-F238E27FC236}">
                  <a16:creationId xmlns:a16="http://schemas.microsoft.com/office/drawing/2014/main" id="{89EE4972-44D7-EBFD-0708-846D2441284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495369" y="5454206"/>
              <a:ext cx="84309" cy="84392"/>
            </a:xfrm>
            <a:prstGeom prst="rect">
              <a:avLst/>
            </a:prstGeom>
          </p:spPr>
        </p:pic>
        <p:pic>
          <p:nvPicPr>
            <p:cNvPr id="40" name="Image 21" descr=" ">
              <a:extLst>
                <a:ext uri="{FF2B5EF4-FFF2-40B4-BE49-F238E27FC236}">
                  <a16:creationId xmlns:a16="http://schemas.microsoft.com/office/drawing/2014/main" id="{3BDCD2E5-6BF2-6112-2D05-FB37E977844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093385" y="5061864"/>
              <a:ext cx="84309" cy="84392"/>
            </a:xfrm>
            <a:prstGeom prst="rect">
              <a:avLst/>
            </a:prstGeom>
          </p:spPr>
        </p:pic>
        <p:pic>
          <p:nvPicPr>
            <p:cNvPr id="41" name="Image 22" descr=" ">
              <a:extLst>
                <a:ext uri="{FF2B5EF4-FFF2-40B4-BE49-F238E27FC236}">
                  <a16:creationId xmlns:a16="http://schemas.microsoft.com/office/drawing/2014/main" id="{460C8A89-0C61-CF90-D02D-B8B33889DD9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663891" y="5358370"/>
              <a:ext cx="84309" cy="84393"/>
            </a:xfrm>
            <a:prstGeom prst="rect">
              <a:avLst/>
            </a:prstGeom>
          </p:spPr>
        </p:pic>
        <p:pic>
          <p:nvPicPr>
            <p:cNvPr id="42" name="Image 23" descr=" ">
              <a:extLst>
                <a:ext uri="{FF2B5EF4-FFF2-40B4-BE49-F238E27FC236}">
                  <a16:creationId xmlns:a16="http://schemas.microsoft.com/office/drawing/2014/main" id="{28FF9F8B-B5B9-74E0-148D-6DB60CA3DE0E}"/>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747964" y="6077186"/>
              <a:ext cx="84309" cy="84392"/>
            </a:xfrm>
            <a:prstGeom prst="rect">
              <a:avLst/>
            </a:prstGeom>
          </p:spPr>
        </p:pic>
        <p:pic>
          <p:nvPicPr>
            <p:cNvPr id="43" name="Image 24" descr=" ">
              <a:extLst>
                <a:ext uri="{FF2B5EF4-FFF2-40B4-BE49-F238E27FC236}">
                  <a16:creationId xmlns:a16="http://schemas.microsoft.com/office/drawing/2014/main" id="{7DB55EA0-B759-42C5-DCE4-8BF556E2249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287051" y="5132801"/>
              <a:ext cx="84309" cy="84392"/>
            </a:xfrm>
            <a:prstGeom prst="rect">
              <a:avLst/>
            </a:prstGeom>
          </p:spPr>
        </p:pic>
        <p:pic>
          <p:nvPicPr>
            <p:cNvPr id="44" name="Image 25" descr=" ">
              <a:extLst>
                <a:ext uri="{FF2B5EF4-FFF2-40B4-BE49-F238E27FC236}">
                  <a16:creationId xmlns:a16="http://schemas.microsoft.com/office/drawing/2014/main" id="{FFB8EFA6-8022-83D2-0929-C94DEBB1EC5B}"/>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294537" y="1779112"/>
              <a:ext cx="3505132" cy="4342877"/>
            </a:xfrm>
            <a:prstGeom prst="rect">
              <a:avLst/>
            </a:prstGeom>
          </p:spPr>
        </p:pic>
        <p:pic>
          <p:nvPicPr>
            <p:cNvPr id="45" name="Image 26" descr=" ">
              <a:extLst>
                <a:ext uri="{FF2B5EF4-FFF2-40B4-BE49-F238E27FC236}">
                  <a16:creationId xmlns:a16="http://schemas.microsoft.com/office/drawing/2014/main" id="{3F6F2502-1B08-CBA7-96DE-84D01F10E426}"/>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7214944" y="2904409"/>
              <a:ext cx="2350889" cy="876752"/>
            </a:xfrm>
            <a:prstGeom prst="rect">
              <a:avLst/>
            </a:prstGeom>
          </p:spPr>
        </p:pic>
        <p:pic>
          <p:nvPicPr>
            <p:cNvPr id="46" name="Image 27" descr=" ">
              <a:extLst>
                <a:ext uri="{FF2B5EF4-FFF2-40B4-BE49-F238E27FC236}">
                  <a16:creationId xmlns:a16="http://schemas.microsoft.com/office/drawing/2014/main" id="{6F13A30B-88A2-411A-CA1E-BA51AA11FBA3}"/>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004538" y="1659240"/>
              <a:ext cx="1942264" cy="3830891"/>
            </a:xfrm>
            <a:prstGeom prst="rect">
              <a:avLst/>
            </a:prstGeom>
          </p:spPr>
        </p:pic>
        <p:pic>
          <p:nvPicPr>
            <p:cNvPr id="47" name="Image 28" descr=" ">
              <a:extLst>
                <a:ext uri="{FF2B5EF4-FFF2-40B4-BE49-F238E27FC236}">
                  <a16:creationId xmlns:a16="http://schemas.microsoft.com/office/drawing/2014/main" id="{A72FB82F-5EA2-86A6-2F4F-6FA823808E1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9018396" y="2859426"/>
              <a:ext cx="84309" cy="84392"/>
            </a:xfrm>
            <a:prstGeom prst="rect">
              <a:avLst/>
            </a:prstGeom>
          </p:spPr>
        </p:pic>
        <p:sp>
          <p:nvSpPr>
            <p:cNvPr id="48" name="Shape 2">
              <a:extLst>
                <a:ext uri="{FF2B5EF4-FFF2-40B4-BE49-F238E27FC236}">
                  <a16:creationId xmlns:a16="http://schemas.microsoft.com/office/drawing/2014/main" id="{1FB43BD6-5CC0-C1A5-775F-818F20B0B972}"/>
                </a:ext>
              </a:extLst>
            </p:cNvPr>
            <p:cNvSpPr/>
            <p:nvPr/>
          </p:nvSpPr>
          <p:spPr>
            <a:xfrm>
              <a:off x="10792820" y="1569800"/>
              <a:ext cx="178159" cy="178137"/>
            </a:xfrm>
            <a:prstGeom prst="ellipse">
              <a:avLst/>
            </a:prstGeom>
            <a:solidFill>
              <a:schemeClr val="accent6">
                <a:lumMod val="75000"/>
              </a:schemeClr>
            </a:solidFill>
            <a:ln/>
          </p:spPr>
          <p:txBody>
            <a:bodyPr/>
            <a:lstStyle/>
            <a:p>
              <a:endParaRPr lang="en-US" sz="900"/>
            </a:p>
          </p:txBody>
        </p:sp>
        <p:sp>
          <p:nvSpPr>
            <p:cNvPr id="49" name="Text 3">
              <a:extLst>
                <a:ext uri="{FF2B5EF4-FFF2-40B4-BE49-F238E27FC236}">
                  <a16:creationId xmlns:a16="http://schemas.microsoft.com/office/drawing/2014/main" id="{770D080A-14FF-CAC7-BCD0-A08046966E80}"/>
                </a:ext>
              </a:extLst>
            </p:cNvPr>
            <p:cNvSpPr/>
            <p:nvPr/>
          </p:nvSpPr>
          <p:spPr>
            <a:xfrm>
              <a:off x="10813865" y="1590843"/>
              <a:ext cx="136069" cy="136052"/>
            </a:xfrm>
            <a:prstGeom prst="rect">
              <a:avLst/>
            </a:prstGeom>
            <a:solidFill>
              <a:schemeClr val="accent6">
                <a:lumMod val="75000"/>
              </a:schemeClr>
            </a:solidFill>
            <a:ln/>
          </p:spPr>
          <p:txBody>
            <a:bodyPr wrap="square" lIns="0" tIns="0" rIns="0" bIns="0" rtlCol="0" anchor="ctr"/>
            <a:lstStyle/>
            <a:p>
              <a:pPr algn="ctr"/>
              <a:r>
                <a:rPr lang="en-US" sz="639" dirty="0">
                  <a:solidFill>
                    <a:schemeClr val="bg1"/>
                  </a:solidFill>
                  <a:latin typeface="Segoe Sans Small Regular" pitchFamily="34" charset="0"/>
                  <a:ea typeface="Segoe Sans Small Regular" pitchFamily="34" charset="-122"/>
                  <a:cs typeface="Segoe Sans Small Regular" pitchFamily="34" charset="-120"/>
                </a:rPr>
                <a:t>5</a:t>
              </a:r>
              <a:endParaRPr lang="en-US" sz="639" dirty="0">
                <a:solidFill>
                  <a:schemeClr val="bg1"/>
                </a:solidFill>
              </a:endParaRPr>
            </a:p>
          </p:txBody>
        </p:sp>
        <p:sp>
          <p:nvSpPr>
            <p:cNvPr id="50" name="Shape 4">
              <a:extLst>
                <a:ext uri="{FF2B5EF4-FFF2-40B4-BE49-F238E27FC236}">
                  <a16:creationId xmlns:a16="http://schemas.microsoft.com/office/drawing/2014/main" id="{90FA627F-4732-EC6B-3925-98E85078DBAF}"/>
                </a:ext>
              </a:extLst>
            </p:cNvPr>
            <p:cNvSpPr/>
            <p:nvPr/>
          </p:nvSpPr>
          <p:spPr>
            <a:xfrm>
              <a:off x="7251185" y="1746401"/>
              <a:ext cx="82550" cy="82539"/>
            </a:xfrm>
            <a:prstGeom prst="ellipse">
              <a:avLst/>
            </a:prstGeom>
            <a:solidFill>
              <a:schemeClr val="accent2">
                <a:lumMod val="20000"/>
                <a:lumOff val="80000"/>
              </a:schemeClr>
            </a:solidFill>
            <a:ln/>
          </p:spPr>
          <p:txBody>
            <a:bodyPr/>
            <a:lstStyle/>
            <a:p>
              <a:endParaRPr lang="en-US" sz="900"/>
            </a:p>
          </p:txBody>
        </p:sp>
        <p:pic>
          <p:nvPicPr>
            <p:cNvPr id="51" name="Image 29" descr=" ">
              <a:extLst>
                <a:ext uri="{FF2B5EF4-FFF2-40B4-BE49-F238E27FC236}">
                  <a16:creationId xmlns:a16="http://schemas.microsoft.com/office/drawing/2014/main" id="{53779647-8EE0-D68C-27BA-225A4E8F2137}"/>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558156" y="3145621"/>
              <a:ext cx="4259823" cy="1013891"/>
            </a:xfrm>
            <a:prstGeom prst="rect">
              <a:avLst/>
            </a:prstGeom>
          </p:spPr>
        </p:pic>
        <p:sp>
          <p:nvSpPr>
            <p:cNvPr id="52" name="Shape 5">
              <a:extLst>
                <a:ext uri="{FF2B5EF4-FFF2-40B4-BE49-F238E27FC236}">
                  <a16:creationId xmlns:a16="http://schemas.microsoft.com/office/drawing/2014/main" id="{E19B69D0-82E5-E231-497E-F0786F596B54}"/>
                </a:ext>
              </a:extLst>
            </p:cNvPr>
            <p:cNvSpPr/>
            <p:nvPr/>
          </p:nvSpPr>
          <p:spPr>
            <a:xfrm>
              <a:off x="7160364" y="3670201"/>
              <a:ext cx="82550" cy="82539"/>
            </a:xfrm>
            <a:prstGeom prst="ellipse">
              <a:avLst/>
            </a:prstGeom>
            <a:solidFill>
              <a:schemeClr val="tx2">
                <a:lumMod val="25000"/>
                <a:lumOff val="75000"/>
              </a:schemeClr>
            </a:solidFill>
            <a:ln/>
          </p:spPr>
          <p:txBody>
            <a:bodyPr/>
            <a:lstStyle/>
            <a:p>
              <a:endParaRPr lang="en-US" sz="900"/>
            </a:p>
          </p:txBody>
        </p:sp>
        <p:sp>
          <p:nvSpPr>
            <p:cNvPr id="53" name="Shape 6">
              <a:extLst>
                <a:ext uri="{FF2B5EF4-FFF2-40B4-BE49-F238E27FC236}">
                  <a16:creationId xmlns:a16="http://schemas.microsoft.com/office/drawing/2014/main" id="{C4C828D2-C0A7-0E41-103C-E55FDC677EEE}"/>
                </a:ext>
              </a:extLst>
            </p:cNvPr>
            <p:cNvSpPr/>
            <p:nvPr/>
          </p:nvSpPr>
          <p:spPr>
            <a:xfrm>
              <a:off x="6520939" y="3854327"/>
              <a:ext cx="82550" cy="82539"/>
            </a:xfrm>
            <a:prstGeom prst="ellipse">
              <a:avLst/>
            </a:prstGeom>
            <a:solidFill>
              <a:schemeClr val="accent2">
                <a:lumMod val="40000"/>
                <a:lumOff val="60000"/>
              </a:schemeClr>
            </a:solidFill>
            <a:ln>
              <a:solidFill>
                <a:schemeClr val="accent2">
                  <a:lumMod val="40000"/>
                  <a:lumOff val="60000"/>
                </a:schemeClr>
              </a:solidFill>
            </a:ln>
          </p:spPr>
          <p:txBody>
            <a:bodyPr/>
            <a:lstStyle/>
            <a:p>
              <a:endParaRPr lang="en-US" sz="900"/>
            </a:p>
          </p:txBody>
        </p:sp>
        <p:sp>
          <p:nvSpPr>
            <p:cNvPr id="54" name="Shape 7">
              <a:extLst>
                <a:ext uri="{FF2B5EF4-FFF2-40B4-BE49-F238E27FC236}">
                  <a16:creationId xmlns:a16="http://schemas.microsoft.com/office/drawing/2014/main" id="{AE5C09E3-B922-C94B-215C-B7500425DF67}"/>
                </a:ext>
              </a:extLst>
            </p:cNvPr>
            <p:cNvSpPr/>
            <p:nvPr/>
          </p:nvSpPr>
          <p:spPr>
            <a:xfrm>
              <a:off x="7601374" y="5329903"/>
              <a:ext cx="178159" cy="178137"/>
            </a:xfrm>
            <a:prstGeom prst="ellipse">
              <a:avLst/>
            </a:prstGeom>
            <a:solidFill>
              <a:schemeClr val="accent6">
                <a:lumMod val="75000"/>
              </a:schemeClr>
            </a:solidFill>
            <a:ln/>
          </p:spPr>
          <p:txBody>
            <a:bodyPr/>
            <a:lstStyle/>
            <a:p>
              <a:endParaRPr lang="en-US" sz="900">
                <a:solidFill>
                  <a:schemeClr val="bg1"/>
                </a:solidFill>
              </a:endParaRPr>
            </a:p>
          </p:txBody>
        </p:sp>
        <p:sp>
          <p:nvSpPr>
            <p:cNvPr id="55" name="Text 8">
              <a:extLst>
                <a:ext uri="{FF2B5EF4-FFF2-40B4-BE49-F238E27FC236}">
                  <a16:creationId xmlns:a16="http://schemas.microsoft.com/office/drawing/2014/main" id="{6AD08152-9E1D-83C5-2C39-9061734D1A59}"/>
                </a:ext>
              </a:extLst>
            </p:cNvPr>
            <p:cNvSpPr/>
            <p:nvPr/>
          </p:nvSpPr>
          <p:spPr>
            <a:xfrm>
              <a:off x="7622419" y="5350946"/>
              <a:ext cx="136069" cy="136052"/>
            </a:xfrm>
            <a:prstGeom prst="rect">
              <a:avLst/>
            </a:prstGeom>
            <a:noFill/>
            <a:ln/>
          </p:spPr>
          <p:txBody>
            <a:bodyPr wrap="square" lIns="0" tIns="0" rIns="0" bIns="0" rtlCol="0" anchor="ctr"/>
            <a:lstStyle/>
            <a:p>
              <a:pPr algn="ctr"/>
              <a:r>
                <a:rPr lang="en-US" sz="639">
                  <a:solidFill>
                    <a:schemeClr val="bg1"/>
                  </a:solidFill>
                  <a:latin typeface="Segoe Sans Small Regular" pitchFamily="34" charset="0"/>
                  <a:ea typeface="Segoe Sans Small Regular" pitchFamily="34" charset="-122"/>
                  <a:cs typeface="Segoe Sans Small Regular" pitchFamily="34" charset="-120"/>
                </a:rPr>
                <a:t>1</a:t>
              </a:r>
              <a:endParaRPr lang="en-US" sz="639">
                <a:solidFill>
                  <a:schemeClr val="bg1"/>
                </a:solidFill>
              </a:endParaRPr>
            </a:p>
          </p:txBody>
        </p:sp>
        <p:pic>
          <p:nvPicPr>
            <p:cNvPr id="56" name="Image 30" descr=" ">
              <a:extLst>
                <a:ext uri="{FF2B5EF4-FFF2-40B4-BE49-F238E27FC236}">
                  <a16:creationId xmlns:a16="http://schemas.microsoft.com/office/drawing/2014/main" id="{EBC8EB87-EC18-AE98-BE85-A4F618CC071D}"/>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8495778" y="5454318"/>
              <a:ext cx="84309" cy="84392"/>
            </a:xfrm>
            <a:prstGeom prst="rect">
              <a:avLst/>
            </a:prstGeom>
          </p:spPr>
        </p:pic>
        <p:sp>
          <p:nvSpPr>
            <p:cNvPr id="57" name="Text 9">
              <a:extLst>
                <a:ext uri="{FF2B5EF4-FFF2-40B4-BE49-F238E27FC236}">
                  <a16:creationId xmlns:a16="http://schemas.microsoft.com/office/drawing/2014/main" id="{B1A52261-C0A3-17EF-E7D7-898E08CE2DE4}"/>
                </a:ext>
              </a:extLst>
            </p:cNvPr>
            <p:cNvSpPr/>
            <p:nvPr/>
          </p:nvSpPr>
          <p:spPr>
            <a:xfrm>
              <a:off x="7139785" y="5521651"/>
              <a:ext cx="1085452" cy="198314"/>
            </a:xfrm>
            <a:prstGeom prst="rect">
              <a:avLst/>
            </a:prstGeom>
            <a:noFill/>
            <a:ln/>
          </p:spPr>
          <p:txBody>
            <a:bodyPr wrap="square" lIns="0" tIns="0" rIns="0" bIns="0" rtlCol="0" anchor="ctr"/>
            <a:lstStyle/>
            <a:p>
              <a:pPr algn="ctr"/>
              <a:r>
                <a:rPr lang="en-US" sz="1000" b="1">
                  <a:latin typeface="Segoe Sans Small Regular" pitchFamily="34" charset="0"/>
                  <a:ea typeface="Segoe Sans Small Regular" pitchFamily="34" charset="-122"/>
                  <a:cs typeface="Segoe Sans Small Regular" pitchFamily="34" charset="-120"/>
                </a:rPr>
                <a:t>Cloud service </a:t>
              </a:r>
              <a:endParaRPr lang="en-US" sz="1000" b="1"/>
            </a:p>
          </p:txBody>
        </p:sp>
        <p:pic>
          <p:nvPicPr>
            <p:cNvPr id="58" name="Image 31" descr=" ">
              <a:extLst>
                <a:ext uri="{FF2B5EF4-FFF2-40B4-BE49-F238E27FC236}">
                  <a16:creationId xmlns:a16="http://schemas.microsoft.com/office/drawing/2014/main" id="{E530B6EF-720F-60E5-DC65-6F826BC35AC9}"/>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0750017" y="6080965"/>
              <a:ext cx="84309" cy="84392"/>
            </a:xfrm>
            <a:prstGeom prst="rect">
              <a:avLst/>
            </a:prstGeom>
          </p:spPr>
        </p:pic>
        <p:sp>
          <p:nvSpPr>
            <p:cNvPr id="59" name="Shape 10">
              <a:extLst>
                <a:ext uri="{FF2B5EF4-FFF2-40B4-BE49-F238E27FC236}">
                  <a16:creationId xmlns:a16="http://schemas.microsoft.com/office/drawing/2014/main" id="{747591DF-5B7C-F728-2E8F-33B69B4B8091}"/>
                </a:ext>
              </a:extLst>
            </p:cNvPr>
            <p:cNvSpPr/>
            <p:nvPr/>
          </p:nvSpPr>
          <p:spPr>
            <a:xfrm>
              <a:off x="7960971" y="1615186"/>
              <a:ext cx="82550" cy="82539"/>
            </a:xfrm>
            <a:prstGeom prst="ellipse">
              <a:avLst/>
            </a:prstGeom>
            <a:solidFill>
              <a:schemeClr val="accent2">
                <a:lumMod val="40000"/>
                <a:lumOff val="60000"/>
              </a:schemeClr>
            </a:solidFill>
            <a:ln/>
          </p:spPr>
          <p:txBody>
            <a:bodyPr/>
            <a:lstStyle/>
            <a:p>
              <a:endParaRPr lang="en-US" sz="900"/>
            </a:p>
          </p:txBody>
        </p:sp>
        <p:pic>
          <p:nvPicPr>
            <p:cNvPr id="60" name="Image 32" descr=" ">
              <a:extLst>
                <a:ext uri="{FF2B5EF4-FFF2-40B4-BE49-F238E27FC236}">
                  <a16:creationId xmlns:a16="http://schemas.microsoft.com/office/drawing/2014/main" id="{73DA00A6-7869-ED0D-3FE2-047F42CE6FA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7707860" y="1626121"/>
              <a:ext cx="3181172" cy="3777428"/>
            </a:xfrm>
            <a:prstGeom prst="rect">
              <a:avLst/>
            </a:prstGeom>
          </p:spPr>
        </p:pic>
        <p:sp>
          <p:nvSpPr>
            <p:cNvPr id="61" name="Shape 11">
              <a:extLst>
                <a:ext uri="{FF2B5EF4-FFF2-40B4-BE49-F238E27FC236}">
                  <a16:creationId xmlns:a16="http://schemas.microsoft.com/office/drawing/2014/main" id="{75989F08-A740-09DC-2A6D-0B77E1B5E734}"/>
                </a:ext>
              </a:extLst>
            </p:cNvPr>
            <p:cNvSpPr/>
            <p:nvPr/>
          </p:nvSpPr>
          <p:spPr>
            <a:xfrm>
              <a:off x="9618311" y="2529467"/>
              <a:ext cx="178505" cy="178482"/>
            </a:xfrm>
            <a:prstGeom prst="ellipse">
              <a:avLst/>
            </a:prstGeom>
            <a:solidFill>
              <a:schemeClr val="accent6">
                <a:lumMod val="75000"/>
              </a:schemeClr>
            </a:solidFill>
            <a:ln/>
          </p:spPr>
          <p:txBody>
            <a:bodyPr/>
            <a:lstStyle/>
            <a:p>
              <a:endParaRPr lang="en-US" sz="900">
                <a:solidFill>
                  <a:schemeClr val="bg1"/>
                </a:solidFill>
              </a:endParaRPr>
            </a:p>
          </p:txBody>
        </p:sp>
        <p:sp>
          <p:nvSpPr>
            <p:cNvPr id="62" name="Text 12">
              <a:extLst>
                <a:ext uri="{FF2B5EF4-FFF2-40B4-BE49-F238E27FC236}">
                  <a16:creationId xmlns:a16="http://schemas.microsoft.com/office/drawing/2014/main" id="{A3809841-9064-37DE-8A85-EAC8B0230331}"/>
                </a:ext>
              </a:extLst>
            </p:cNvPr>
            <p:cNvSpPr/>
            <p:nvPr/>
          </p:nvSpPr>
          <p:spPr>
            <a:xfrm>
              <a:off x="9637245" y="2548396"/>
              <a:ext cx="135231" cy="140622"/>
            </a:xfrm>
            <a:prstGeom prst="rect">
              <a:avLst/>
            </a:prstGeom>
            <a:noFill/>
            <a:ln/>
          </p:spPr>
          <p:txBody>
            <a:bodyPr wrap="square" lIns="0" tIns="0" rIns="0" bIns="0" rtlCol="0" anchor="ctr"/>
            <a:lstStyle/>
            <a:p>
              <a:pPr algn="ctr"/>
              <a:r>
                <a:rPr lang="en-US" sz="639">
                  <a:solidFill>
                    <a:schemeClr val="bg1"/>
                  </a:solidFill>
                  <a:latin typeface="Segoe Sans Small Regular" pitchFamily="34" charset="0"/>
                  <a:ea typeface="Segoe Sans Small Regular" pitchFamily="34" charset="-122"/>
                  <a:cs typeface="Segoe Sans Small Regular" pitchFamily="34" charset="-120"/>
                </a:rPr>
                <a:t>4</a:t>
              </a:r>
              <a:endParaRPr lang="en-US" sz="639">
                <a:solidFill>
                  <a:schemeClr val="bg1"/>
                </a:solidFill>
              </a:endParaRPr>
            </a:p>
          </p:txBody>
        </p:sp>
        <p:sp>
          <p:nvSpPr>
            <p:cNvPr id="63" name="Text 13">
              <a:extLst>
                <a:ext uri="{FF2B5EF4-FFF2-40B4-BE49-F238E27FC236}">
                  <a16:creationId xmlns:a16="http://schemas.microsoft.com/office/drawing/2014/main" id="{488C6D71-A00B-B2CC-8F68-FD24EDB833E5}"/>
                </a:ext>
              </a:extLst>
            </p:cNvPr>
            <p:cNvSpPr/>
            <p:nvPr/>
          </p:nvSpPr>
          <p:spPr>
            <a:xfrm>
              <a:off x="9851990" y="2509635"/>
              <a:ext cx="901539" cy="198314"/>
            </a:xfrm>
            <a:prstGeom prst="rect">
              <a:avLst/>
            </a:prstGeom>
            <a:noFill/>
            <a:ln/>
          </p:spPr>
          <p:txBody>
            <a:bodyPr wrap="square" lIns="0" tIns="0" rIns="0" bIns="0" rtlCol="0" anchor="ctr"/>
            <a:lstStyle/>
            <a:p>
              <a:r>
                <a:rPr lang="en-US" sz="1000" b="1" dirty="0">
                  <a:latin typeface="Segoe Sans Small Regular" pitchFamily="34" charset="0"/>
                  <a:ea typeface="Segoe Sans Small Regular" pitchFamily="34" charset="-122"/>
                  <a:cs typeface="Segoe Sans Small Regular" pitchFamily="34" charset="-120"/>
                </a:rPr>
                <a:t>Web API</a:t>
              </a:r>
              <a:endParaRPr lang="en-US" sz="1000" b="1" dirty="0"/>
            </a:p>
          </p:txBody>
        </p:sp>
        <p:sp>
          <p:nvSpPr>
            <p:cNvPr id="64" name="Text 14">
              <a:extLst>
                <a:ext uri="{FF2B5EF4-FFF2-40B4-BE49-F238E27FC236}">
                  <a16:creationId xmlns:a16="http://schemas.microsoft.com/office/drawing/2014/main" id="{63F055E6-E00A-4DE3-6D38-8F0812A01443}"/>
                </a:ext>
              </a:extLst>
            </p:cNvPr>
            <p:cNvSpPr/>
            <p:nvPr/>
          </p:nvSpPr>
          <p:spPr>
            <a:xfrm>
              <a:off x="11028004" y="1565411"/>
              <a:ext cx="901539" cy="198314"/>
            </a:xfrm>
            <a:prstGeom prst="rect">
              <a:avLst/>
            </a:prstGeom>
            <a:noFill/>
            <a:ln/>
          </p:spPr>
          <p:txBody>
            <a:bodyPr wrap="square" lIns="0" tIns="0" rIns="0" bIns="0" rtlCol="0" anchor="ctr"/>
            <a:lstStyle/>
            <a:p>
              <a:r>
                <a:rPr lang="en-US" sz="1000" b="1">
                  <a:latin typeface="Segoe Sans Small Regular" pitchFamily="34" charset="0"/>
                  <a:ea typeface="Segoe Sans Small Regular" pitchFamily="34" charset="-122"/>
                  <a:cs typeface="Segoe Sans Small Regular" pitchFamily="34" charset="-120"/>
                </a:rPr>
                <a:t>Frontend</a:t>
              </a:r>
              <a:endParaRPr lang="en-US" sz="1000" b="1"/>
            </a:p>
          </p:txBody>
        </p:sp>
        <p:sp>
          <p:nvSpPr>
            <p:cNvPr id="65" name="Shape 15">
              <a:extLst>
                <a:ext uri="{FF2B5EF4-FFF2-40B4-BE49-F238E27FC236}">
                  <a16:creationId xmlns:a16="http://schemas.microsoft.com/office/drawing/2014/main" id="{35679E4B-F72F-FF78-4BE8-3C96BFEDBC38}"/>
                </a:ext>
              </a:extLst>
            </p:cNvPr>
            <p:cNvSpPr/>
            <p:nvPr/>
          </p:nvSpPr>
          <p:spPr>
            <a:xfrm>
              <a:off x="9662762" y="3354859"/>
              <a:ext cx="178159" cy="178137"/>
            </a:xfrm>
            <a:prstGeom prst="ellipse">
              <a:avLst/>
            </a:prstGeom>
            <a:solidFill>
              <a:schemeClr val="accent6">
                <a:lumMod val="75000"/>
              </a:schemeClr>
            </a:solidFill>
            <a:ln/>
          </p:spPr>
          <p:txBody>
            <a:bodyPr/>
            <a:lstStyle/>
            <a:p>
              <a:endParaRPr lang="en-US" sz="900">
                <a:solidFill>
                  <a:schemeClr val="bg1"/>
                </a:solidFill>
              </a:endParaRPr>
            </a:p>
          </p:txBody>
        </p:sp>
        <p:sp>
          <p:nvSpPr>
            <p:cNvPr id="66" name="Text 16">
              <a:extLst>
                <a:ext uri="{FF2B5EF4-FFF2-40B4-BE49-F238E27FC236}">
                  <a16:creationId xmlns:a16="http://schemas.microsoft.com/office/drawing/2014/main" id="{37C7880B-1C0B-1086-8B0A-531D8A88756A}"/>
                </a:ext>
              </a:extLst>
            </p:cNvPr>
            <p:cNvSpPr/>
            <p:nvPr/>
          </p:nvSpPr>
          <p:spPr>
            <a:xfrm>
              <a:off x="9683807" y="3375902"/>
              <a:ext cx="136069" cy="136052"/>
            </a:xfrm>
            <a:prstGeom prst="rect">
              <a:avLst/>
            </a:prstGeom>
            <a:noFill/>
            <a:ln/>
          </p:spPr>
          <p:txBody>
            <a:bodyPr wrap="square" lIns="0" tIns="0" rIns="0" bIns="0" rtlCol="0" anchor="ctr"/>
            <a:lstStyle/>
            <a:p>
              <a:pPr algn="ctr"/>
              <a:r>
                <a:rPr lang="en-US" sz="639">
                  <a:solidFill>
                    <a:schemeClr val="bg1"/>
                  </a:solidFill>
                  <a:latin typeface="Segoe Sans Small Regular" pitchFamily="34" charset="0"/>
                  <a:ea typeface="Segoe Sans Small Regular" pitchFamily="34" charset="-122"/>
                  <a:cs typeface="Segoe Sans Small Regular" pitchFamily="34" charset="-120"/>
                </a:rPr>
                <a:t>3</a:t>
              </a:r>
              <a:endParaRPr lang="en-US" sz="639">
                <a:solidFill>
                  <a:schemeClr val="bg1"/>
                </a:solidFill>
              </a:endParaRPr>
            </a:p>
          </p:txBody>
        </p:sp>
        <p:sp>
          <p:nvSpPr>
            <p:cNvPr id="67" name="Text 17">
              <a:extLst>
                <a:ext uri="{FF2B5EF4-FFF2-40B4-BE49-F238E27FC236}">
                  <a16:creationId xmlns:a16="http://schemas.microsoft.com/office/drawing/2014/main" id="{C8E56A0F-753E-053C-E90F-0277DCB4CA9B}"/>
                </a:ext>
              </a:extLst>
            </p:cNvPr>
            <p:cNvSpPr/>
            <p:nvPr/>
          </p:nvSpPr>
          <p:spPr>
            <a:xfrm>
              <a:off x="9971510" y="3405318"/>
              <a:ext cx="901539" cy="198314"/>
            </a:xfrm>
            <a:prstGeom prst="rect">
              <a:avLst/>
            </a:prstGeom>
            <a:noFill/>
            <a:ln/>
          </p:spPr>
          <p:txBody>
            <a:bodyPr wrap="square" lIns="0" tIns="0" rIns="0" bIns="0" rtlCol="0" anchor="ctr"/>
            <a:lstStyle/>
            <a:p>
              <a:r>
                <a:rPr lang="en-US" sz="1000" b="1">
                  <a:latin typeface="Segoe Sans Small Regular" pitchFamily="34" charset="0"/>
                  <a:ea typeface="Segoe Sans Small Regular" pitchFamily="34" charset="-122"/>
                  <a:cs typeface="Segoe Sans Small Regular" pitchFamily="34" charset="-120"/>
                </a:rPr>
                <a:t>Cache</a:t>
              </a:r>
              <a:endParaRPr lang="en-US" sz="1000" b="1"/>
            </a:p>
          </p:txBody>
        </p:sp>
        <p:sp>
          <p:nvSpPr>
            <p:cNvPr id="68" name="Shape 18">
              <a:extLst>
                <a:ext uri="{FF2B5EF4-FFF2-40B4-BE49-F238E27FC236}">
                  <a16:creationId xmlns:a16="http://schemas.microsoft.com/office/drawing/2014/main" id="{D0FF0754-47AF-C3ED-0691-9F62DF31D88D}"/>
                </a:ext>
              </a:extLst>
            </p:cNvPr>
            <p:cNvSpPr/>
            <p:nvPr/>
          </p:nvSpPr>
          <p:spPr>
            <a:xfrm>
              <a:off x="8710267" y="4078665"/>
              <a:ext cx="178159" cy="178137"/>
            </a:xfrm>
            <a:prstGeom prst="ellipse">
              <a:avLst/>
            </a:prstGeom>
            <a:solidFill>
              <a:schemeClr val="accent6">
                <a:lumMod val="75000"/>
              </a:schemeClr>
            </a:solidFill>
            <a:ln/>
          </p:spPr>
          <p:txBody>
            <a:bodyPr/>
            <a:lstStyle/>
            <a:p>
              <a:endParaRPr lang="en-US" sz="900">
                <a:solidFill>
                  <a:schemeClr val="bg1"/>
                </a:solidFill>
              </a:endParaRPr>
            </a:p>
          </p:txBody>
        </p:sp>
        <p:sp>
          <p:nvSpPr>
            <p:cNvPr id="69" name="Text 19">
              <a:extLst>
                <a:ext uri="{FF2B5EF4-FFF2-40B4-BE49-F238E27FC236}">
                  <a16:creationId xmlns:a16="http://schemas.microsoft.com/office/drawing/2014/main" id="{351697CD-A675-08CD-353E-4B64D0078FDD}"/>
                </a:ext>
              </a:extLst>
            </p:cNvPr>
            <p:cNvSpPr/>
            <p:nvPr/>
          </p:nvSpPr>
          <p:spPr>
            <a:xfrm>
              <a:off x="8731312" y="4099708"/>
              <a:ext cx="136069" cy="136052"/>
            </a:xfrm>
            <a:prstGeom prst="rect">
              <a:avLst/>
            </a:prstGeom>
            <a:noFill/>
            <a:ln/>
          </p:spPr>
          <p:txBody>
            <a:bodyPr wrap="square" lIns="0" tIns="0" rIns="0" bIns="0" rtlCol="0" anchor="ctr"/>
            <a:lstStyle/>
            <a:p>
              <a:pPr algn="ctr"/>
              <a:r>
                <a:rPr lang="en-US" sz="639">
                  <a:solidFill>
                    <a:schemeClr val="bg1"/>
                  </a:solidFill>
                  <a:latin typeface="Segoe Sans Small Regular" pitchFamily="34" charset="0"/>
                  <a:ea typeface="Segoe Sans Small Regular" pitchFamily="34" charset="-122"/>
                  <a:cs typeface="Segoe Sans Small Regular" pitchFamily="34" charset="-120"/>
                </a:rPr>
                <a:t>2</a:t>
              </a:r>
              <a:endParaRPr lang="en-US" sz="639">
                <a:solidFill>
                  <a:schemeClr val="bg1"/>
                </a:solidFill>
              </a:endParaRPr>
            </a:p>
          </p:txBody>
        </p:sp>
        <p:sp>
          <p:nvSpPr>
            <p:cNvPr id="70" name="Text 20">
              <a:extLst>
                <a:ext uri="{FF2B5EF4-FFF2-40B4-BE49-F238E27FC236}">
                  <a16:creationId xmlns:a16="http://schemas.microsoft.com/office/drawing/2014/main" id="{91DCD247-1685-070E-AF8F-EB8F404D4C42}"/>
                </a:ext>
              </a:extLst>
            </p:cNvPr>
            <p:cNvSpPr/>
            <p:nvPr/>
          </p:nvSpPr>
          <p:spPr>
            <a:xfrm>
              <a:off x="8926276" y="4007899"/>
              <a:ext cx="901539" cy="198314"/>
            </a:xfrm>
            <a:prstGeom prst="rect">
              <a:avLst/>
            </a:prstGeom>
            <a:noFill/>
            <a:ln/>
          </p:spPr>
          <p:txBody>
            <a:bodyPr wrap="square" lIns="0" tIns="0" rIns="0" bIns="0" rtlCol="0" anchor="ctr"/>
            <a:lstStyle/>
            <a:p>
              <a:r>
                <a:rPr lang="en-US" sz="1000" b="1">
                  <a:latin typeface="Segoe Sans Small Regular" pitchFamily="34" charset="0"/>
                  <a:ea typeface="Segoe Sans Small Regular" pitchFamily="34" charset="-122"/>
                  <a:cs typeface="Segoe Sans Small Regular" pitchFamily="34" charset="-120"/>
                </a:rPr>
                <a:t>Database</a:t>
              </a:r>
              <a:endParaRPr lang="en-US" sz="1000" b="1"/>
            </a:p>
          </p:txBody>
        </p:sp>
      </p:grpSp>
    </p:spTree>
    <p:extLst>
      <p:ext uri="{BB962C8B-B14F-4D97-AF65-F5344CB8AC3E}">
        <p14:creationId xmlns:p14="http://schemas.microsoft.com/office/powerpoint/2010/main" val="878977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B245E-5A56-AB78-522A-2B73C40F9C31}"/>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78AB4DAD-9A05-836B-9BFF-BDFE77E5CEBC}"/>
              </a:ext>
            </a:extLst>
          </p:cNvPr>
          <p:cNvSpPr>
            <a:spLocks noGrp="1"/>
          </p:cNvSpPr>
          <p:nvPr>
            <p:ph type="body" sz="quarter" idx="16"/>
          </p:nvPr>
        </p:nvSpPr>
        <p:spPr>
          <a:xfrm>
            <a:off x="563007" y="3958443"/>
            <a:ext cx="3619827" cy="368562"/>
          </a:xfrm>
        </p:spPr>
        <p:txBody>
          <a:bodyPr/>
          <a:lstStyle/>
          <a:p>
            <a:r>
              <a:rPr lang="en-US"/>
              <a:t>Aspire AppHost</a:t>
            </a:r>
          </a:p>
        </p:txBody>
      </p:sp>
      <p:sp>
        <p:nvSpPr>
          <p:cNvPr id="42" name="Text Placeholder 41">
            <a:extLst>
              <a:ext uri="{FF2B5EF4-FFF2-40B4-BE49-F238E27FC236}">
                <a16:creationId xmlns:a16="http://schemas.microsoft.com/office/drawing/2014/main" id="{BEBA50C4-F63C-684F-4ED5-00BB998C196C}"/>
              </a:ext>
            </a:extLst>
          </p:cNvPr>
          <p:cNvSpPr>
            <a:spLocks noGrp="1"/>
          </p:cNvSpPr>
          <p:nvPr>
            <p:ph type="body" sz="quarter" idx="19"/>
          </p:nvPr>
        </p:nvSpPr>
        <p:spPr>
          <a:xfrm>
            <a:off x="563007" y="3546879"/>
            <a:ext cx="3619827" cy="404470"/>
          </a:xfrm>
        </p:spPr>
        <p:txBody>
          <a:bodyPr/>
          <a:lstStyle/>
          <a:p>
            <a:r>
              <a:rPr lang="en-US"/>
              <a:t> </a:t>
            </a:r>
          </a:p>
        </p:txBody>
      </p:sp>
      <p:sp>
        <p:nvSpPr>
          <p:cNvPr id="43" name="Text Placeholder 42">
            <a:extLst>
              <a:ext uri="{FF2B5EF4-FFF2-40B4-BE49-F238E27FC236}">
                <a16:creationId xmlns:a16="http://schemas.microsoft.com/office/drawing/2014/main" id="{E29E7265-67E9-29F2-BB0E-18F37764DD9B}"/>
              </a:ext>
            </a:extLst>
          </p:cNvPr>
          <p:cNvSpPr>
            <a:spLocks noGrp="1"/>
          </p:cNvSpPr>
          <p:nvPr>
            <p:ph type="body" sz="quarter" idx="23"/>
          </p:nvPr>
        </p:nvSpPr>
        <p:spPr>
          <a:xfrm>
            <a:off x="4435028" y="3965537"/>
            <a:ext cx="3619827" cy="368562"/>
          </a:xfrm>
        </p:spPr>
        <p:txBody>
          <a:bodyPr/>
          <a:lstStyle/>
          <a:p>
            <a:r>
              <a:rPr lang="en-US"/>
              <a:t>Aspire Integrations</a:t>
            </a:r>
          </a:p>
        </p:txBody>
      </p:sp>
      <p:sp>
        <p:nvSpPr>
          <p:cNvPr id="44" name="Text Placeholder 43">
            <a:extLst>
              <a:ext uri="{FF2B5EF4-FFF2-40B4-BE49-F238E27FC236}">
                <a16:creationId xmlns:a16="http://schemas.microsoft.com/office/drawing/2014/main" id="{55C17ECC-41E4-9D53-834B-2BB24DB8540B}"/>
              </a:ext>
            </a:extLst>
          </p:cNvPr>
          <p:cNvSpPr>
            <a:spLocks noGrp="1"/>
          </p:cNvSpPr>
          <p:nvPr>
            <p:ph type="body" sz="quarter" idx="24"/>
          </p:nvPr>
        </p:nvSpPr>
        <p:spPr>
          <a:xfrm>
            <a:off x="4435028" y="3553973"/>
            <a:ext cx="3619827" cy="404470"/>
          </a:xfrm>
        </p:spPr>
        <p:txBody>
          <a:bodyPr/>
          <a:lstStyle/>
          <a:p>
            <a:r>
              <a:rPr lang="en-US"/>
              <a:t> </a:t>
            </a:r>
          </a:p>
        </p:txBody>
      </p:sp>
      <p:sp>
        <p:nvSpPr>
          <p:cNvPr id="45" name="Text Placeholder 44">
            <a:extLst>
              <a:ext uri="{FF2B5EF4-FFF2-40B4-BE49-F238E27FC236}">
                <a16:creationId xmlns:a16="http://schemas.microsoft.com/office/drawing/2014/main" id="{B2867219-A344-2D3A-00DE-E1CBB3D6836A}"/>
              </a:ext>
            </a:extLst>
          </p:cNvPr>
          <p:cNvSpPr>
            <a:spLocks noGrp="1"/>
          </p:cNvSpPr>
          <p:nvPr>
            <p:ph type="body" sz="quarter" idx="26"/>
          </p:nvPr>
        </p:nvSpPr>
        <p:spPr>
          <a:xfrm>
            <a:off x="8235154" y="3959291"/>
            <a:ext cx="3619827" cy="368562"/>
          </a:xfrm>
        </p:spPr>
        <p:txBody>
          <a:bodyPr/>
          <a:lstStyle/>
          <a:p>
            <a:r>
              <a:rPr lang="en-US"/>
              <a:t>Aspire Dashboard</a:t>
            </a:r>
          </a:p>
        </p:txBody>
      </p:sp>
      <p:sp>
        <p:nvSpPr>
          <p:cNvPr id="46" name="Text Placeholder 45">
            <a:extLst>
              <a:ext uri="{FF2B5EF4-FFF2-40B4-BE49-F238E27FC236}">
                <a16:creationId xmlns:a16="http://schemas.microsoft.com/office/drawing/2014/main" id="{459B53BE-0C3B-B72F-88AD-1AFB528114F3}"/>
              </a:ext>
            </a:extLst>
          </p:cNvPr>
          <p:cNvSpPr>
            <a:spLocks noGrp="1"/>
          </p:cNvSpPr>
          <p:nvPr>
            <p:ph type="body" sz="quarter" idx="27"/>
          </p:nvPr>
        </p:nvSpPr>
        <p:spPr>
          <a:xfrm>
            <a:off x="8235154" y="3547727"/>
            <a:ext cx="3619827" cy="404470"/>
          </a:xfrm>
        </p:spPr>
        <p:txBody>
          <a:bodyPr/>
          <a:lstStyle/>
          <a:p>
            <a:r>
              <a:rPr lang="en-US"/>
              <a:t> </a:t>
            </a:r>
          </a:p>
        </p:txBody>
      </p:sp>
      <p:sp>
        <p:nvSpPr>
          <p:cNvPr id="47" name="Text Placeholder 46">
            <a:extLst>
              <a:ext uri="{FF2B5EF4-FFF2-40B4-BE49-F238E27FC236}">
                <a16:creationId xmlns:a16="http://schemas.microsoft.com/office/drawing/2014/main" id="{33AF38B7-223C-BB2C-F2BC-46A8614DC50E}"/>
              </a:ext>
            </a:extLst>
          </p:cNvPr>
          <p:cNvSpPr>
            <a:spLocks noGrp="1"/>
          </p:cNvSpPr>
          <p:nvPr>
            <p:ph type="body" sz="quarter" idx="34"/>
          </p:nvPr>
        </p:nvSpPr>
        <p:spPr>
          <a:xfrm>
            <a:off x="563007" y="4754848"/>
            <a:ext cx="3619827" cy="830997"/>
          </a:xfrm>
        </p:spPr>
        <p:txBody>
          <a:bodyPr/>
          <a:lstStyle/>
          <a:p>
            <a:r>
              <a:rPr lang="en-US"/>
              <a:t>The AppHost is the map for your distributed app. It is the code-first place where you declare your application’s services and their relationships. </a:t>
            </a:r>
          </a:p>
        </p:txBody>
      </p:sp>
      <p:sp>
        <p:nvSpPr>
          <p:cNvPr id="48" name="Text Placeholder 47">
            <a:extLst>
              <a:ext uri="{FF2B5EF4-FFF2-40B4-BE49-F238E27FC236}">
                <a16:creationId xmlns:a16="http://schemas.microsoft.com/office/drawing/2014/main" id="{F38AC047-D11B-FEF9-B8D5-4BC449C62635}"/>
              </a:ext>
            </a:extLst>
          </p:cNvPr>
          <p:cNvSpPr>
            <a:spLocks noGrp="1"/>
          </p:cNvSpPr>
          <p:nvPr>
            <p:ph type="body" sz="quarter" idx="35"/>
          </p:nvPr>
        </p:nvSpPr>
        <p:spPr>
          <a:xfrm>
            <a:off x="4435028" y="4761942"/>
            <a:ext cx="3619827" cy="830997"/>
          </a:xfrm>
        </p:spPr>
        <p:txBody>
          <a:bodyPr/>
          <a:lstStyle/>
          <a:p>
            <a:r>
              <a:rPr lang="en-US"/>
              <a:t>Aspire integrations are a curated suite of over one hundred packages that make it easy to connect your cloud-native applications with popular services.</a:t>
            </a:r>
          </a:p>
        </p:txBody>
      </p:sp>
      <p:sp>
        <p:nvSpPr>
          <p:cNvPr id="49" name="Text Placeholder 48">
            <a:extLst>
              <a:ext uri="{FF2B5EF4-FFF2-40B4-BE49-F238E27FC236}">
                <a16:creationId xmlns:a16="http://schemas.microsoft.com/office/drawing/2014/main" id="{89273433-D653-4857-28B0-E08C8DD2D507}"/>
              </a:ext>
            </a:extLst>
          </p:cNvPr>
          <p:cNvSpPr>
            <a:spLocks noGrp="1"/>
          </p:cNvSpPr>
          <p:nvPr>
            <p:ph type="body" sz="quarter" idx="36"/>
          </p:nvPr>
        </p:nvSpPr>
        <p:spPr>
          <a:xfrm>
            <a:off x="8235154" y="4755696"/>
            <a:ext cx="3619827" cy="1015663"/>
          </a:xfrm>
        </p:spPr>
        <p:txBody>
          <a:bodyPr/>
          <a:lstStyle/>
          <a:p>
            <a:r>
              <a:rPr lang="en-US"/>
              <a:t>The Aspire dashboard is powered by OpenTelemetry and collects traces, metrics, and structured logs and surfaces them through a rich, interactive UI and an MCP server for agents.</a:t>
            </a:r>
          </a:p>
        </p:txBody>
      </p:sp>
      <p:sp>
        <p:nvSpPr>
          <p:cNvPr id="14" name="Text Placeholder 13">
            <a:extLst>
              <a:ext uri="{FF2B5EF4-FFF2-40B4-BE49-F238E27FC236}">
                <a16:creationId xmlns:a16="http://schemas.microsoft.com/office/drawing/2014/main" id="{1158B2B4-AE9B-4E7B-76DE-A07756DA6F72}"/>
              </a:ext>
            </a:extLst>
          </p:cNvPr>
          <p:cNvSpPr>
            <a:spLocks noGrp="1"/>
          </p:cNvSpPr>
          <p:nvPr>
            <p:ph type="body" sz="quarter" idx="10"/>
          </p:nvPr>
        </p:nvSpPr>
        <p:spPr/>
        <p:txBody>
          <a:bodyPr/>
          <a:lstStyle/>
          <a:p>
            <a:r>
              <a:rPr lang="en-US"/>
              <a:t>What is Aspire?</a:t>
            </a:r>
          </a:p>
        </p:txBody>
      </p:sp>
      <p:sp>
        <p:nvSpPr>
          <p:cNvPr id="52" name="Rectangle: Rounded Corners 51">
            <a:extLst>
              <a:ext uri="{FF2B5EF4-FFF2-40B4-BE49-F238E27FC236}">
                <a16:creationId xmlns:a16="http://schemas.microsoft.com/office/drawing/2014/main" id="{2CECF84C-F49A-8BAF-0936-E691C31107AF}"/>
              </a:ext>
            </a:extLst>
          </p:cNvPr>
          <p:cNvSpPr/>
          <p:nvPr/>
        </p:nvSpPr>
        <p:spPr>
          <a:xfrm>
            <a:off x="8235154" y="2145385"/>
            <a:ext cx="3157666" cy="947025"/>
          </a:xfrm>
          <a:prstGeom prst="roundRect">
            <a:avLst/>
          </a:pr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a:latin typeface="Cascadia Code" panose="020B0609020000020004" pitchFamily="49" charset="0"/>
              <a:cs typeface="Cascadia Code" panose="020B0609020000020004" pitchFamily="49" charset="0"/>
            </a:endParaRPr>
          </a:p>
        </p:txBody>
      </p:sp>
      <p:sp>
        <p:nvSpPr>
          <p:cNvPr id="53" name="Text Placeholder 40">
            <a:extLst>
              <a:ext uri="{FF2B5EF4-FFF2-40B4-BE49-F238E27FC236}">
                <a16:creationId xmlns:a16="http://schemas.microsoft.com/office/drawing/2014/main" id="{B73B5ECE-23EE-EAF6-F935-D767AEB79B71}"/>
              </a:ext>
            </a:extLst>
          </p:cNvPr>
          <p:cNvSpPr txBox="1">
            <a:spLocks/>
          </p:cNvSpPr>
          <p:nvPr/>
        </p:nvSpPr>
        <p:spPr>
          <a:xfrm>
            <a:off x="570209" y="2381912"/>
            <a:ext cx="1285485"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1800" b="0" i="0" kern="0" spc="-36" dirty="0" smtClean="0">
                <a:solidFill>
                  <a:schemeClr val="bg1"/>
                </a:solidFill>
                <a:latin typeface="+mn-lt"/>
                <a:ea typeface="Poppins" pitchFamily="2" charset="77"/>
                <a:cs typeface="Poppins" pitchFamily="2" charset="77"/>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a:solidFill>
                  <a:schemeClr val="tx1"/>
                </a:solidFill>
              </a:rPr>
              <a:t>Aspire CLI</a:t>
            </a:r>
          </a:p>
        </p:txBody>
      </p:sp>
      <p:sp>
        <p:nvSpPr>
          <p:cNvPr id="55" name="Text Placeholder 46">
            <a:extLst>
              <a:ext uri="{FF2B5EF4-FFF2-40B4-BE49-F238E27FC236}">
                <a16:creationId xmlns:a16="http://schemas.microsoft.com/office/drawing/2014/main" id="{4E15C7B1-264F-C0A5-811F-560C1E3AE539}"/>
              </a:ext>
            </a:extLst>
          </p:cNvPr>
          <p:cNvSpPr txBox="1">
            <a:spLocks/>
          </p:cNvSpPr>
          <p:nvPr/>
        </p:nvSpPr>
        <p:spPr>
          <a:xfrm>
            <a:off x="4435881" y="2429496"/>
            <a:ext cx="3738502" cy="646331"/>
          </a:xfrm>
          <a:prstGeom prst="rect">
            <a:avLst/>
          </a:prstGeom>
        </p:spPr>
        <p:txBody>
          <a:bodyPr vert="horz" wrap="square" lIns="91440" tIns="45720" rIns="91440" bIns="45720" rtlCol="0">
            <a:spAutoFit/>
          </a:bodyPr>
          <a:lstStyle>
            <a:lvl1pPr marL="0" indent="0" algn="l" defTabSz="457155" rtl="0" eaLnBrk="1" latinLnBrk="0" hangingPunct="1">
              <a:lnSpc>
                <a:spcPct val="100000"/>
              </a:lnSpc>
              <a:spcBef>
                <a:spcPct val="20000"/>
              </a:spcBef>
              <a:buFont typeface="Arial" pitchFamily="34" charset="0"/>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a:solidFill>
                  <a:schemeClr val="tx1"/>
                </a:solidFill>
              </a:rPr>
              <a:t>The CLI provides an interactive, agent-ready control plane so you can create, run and deploy distributed apps seamlessly. </a:t>
            </a:r>
          </a:p>
        </p:txBody>
      </p:sp>
      <p:sp>
        <p:nvSpPr>
          <p:cNvPr id="2" name="Text Placeholder 4">
            <a:extLst>
              <a:ext uri="{FF2B5EF4-FFF2-40B4-BE49-F238E27FC236}">
                <a16:creationId xmlns:a16="http://schemas.microsoft.com/office/drawing/2014/main" id="{550F5E45-3DD0-A912-79A3-5F4A405D4264}"/>
              </a:ext>
            </a:extLst>
          </p:cNvPr>
          <p:cNvSpPr txBox="1">
            <a:spLocks/>
          </p:cNvSpPr>
          <p:nvPr/>
        </p:nvSpPr>
        <p:spPr>
          <a:xfrm>
            <a:off x="563007" y="4334099"/>
            <a:ext cx="3292009" cy="368562"/>
          </a:xfrm>
          <a:prstGeom prst="rect">
            <a:avLst/>
          </a:prstGeom>
        </p:spPr>
        <p:txBody>
          <a:bodyPr vert="horz"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a:solidFill>
                  <a:schemeClr val="accent1">
                    <a:lumMod val="75000"/>
                  </a:schemeClr>
                </a:solidFill>
                <a:latin typeface="Poppins Light" panose="00000400000000000000" pitchFamily="2" charset="0"/>
                <a:cs typeface="Poppins Light" panose="00000400000000000000" pitchFamily="2" charset="0"/>
              </a:rPr>
              <a:t>Define your stack in </a:t>
            </a:r>
            <a:r>
              <a:rPr lang="en-US" sz="1800" b="1">
                <a:solidFill>
                  <a:schemeClr val="accent1">
                    <a:lumMod val="75000"/>
                  </a:schemeClr>
                </a:solidFill>
                <a:cs typeface="Poppins Light" panose="00000400000000000000" pitchFamily="2" charset="0"/>
              </a:rPr>
              <a:t>code</a:t>
            </a:r>
          </a:p>
        </p:txBody>
      </p:sp>
      <p:sp>
        <p:nvSpPr>
          <p:cNvPr id="3" name="Text Placeholder 4">
            <a:extLst>
              <a:ext uri="{FF2B5EF4-FFF2-40B4-BE49-F238E27FC236}">
                <a16:creationId xmlns:a16="http://schemas.microsoft.com/office/drawing/2014/main" id="{68C7E7AB-3D98-77CF-1B9E-09559803480D}"/>
              </a:ext>
            </a:extLst>
          </p:cNvPr>
          <p:cNvSpPr txBox="1">
            <a:spLocks/>
          </p:cNvSpPr>
          <p:nvPr/>
        </p:nvSpPr>
        <p:spPr>
          <a:xfrm>
            <a:off x="4435028" y="4330989"/>
            <a:ext cx="341787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a:solidFill>
                  <a:schemeClr val="accent1">
                    <a:lumMod val="75000"/>
                  </a:schemeClr>
                </a:solidFill>
                <a:latin typeface="Poppins Light" panose="00000400000000000000" pitchFamily="2" charset="0"/>
                <a:cs typeface="Poppins Light" panose="00000400000000000000" pitchFamily="2" charset="0"/>
              </a:rPr>
              <a:t>Plug in anything, </a:t>
            </a:r>
            <a:r>
              <a:rPr lang="en-US" sz="1800" b="1">
                <a:solidFill>
                  <a:schemeClr val="accent1">
                    <a:lumMod val="75000"/>
                  </a:schemeClr>
                </a:solidFill>
                <a:cs typeface="Poppins Light" panose="00000400000000000000" pitchFamily="2" charset="0"/>
              </a:rPr>
              <a:t>ship faster</a:t>
            </a:r>
          </a:p>
        </p:txBody>
      </p:sp>
      <p:sp>
        <p:nvSpPr>
          <p:cNvPr id="4" name="Text Placeholder 4">
            <a:extLst>
              <a:ext uri="{FF2B5EF4-FFF2-40B4-BE49-F238E27FC236}">
                <a16:creationId xmlns:a16="http://schemas.microsoft.com/office/drawing/2014/main" id="{29C32792-D026-A518-AFCB-150A6998AEC4}"/>
              </a:ext>
            </a:extLst>
          </p:cNvPr>
          <p:cNvSpPr txBox="1">
            <a:spLocks/>
          </p:cNvSpPr>
          <p:nvPr/>
        </p:nvSpPr>
        <p:spPr>
          <a:xfrm>
            <a:off x="8204309" y="4327005"/>
            <a:ext cx="341787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a:solidFill>
                  <a:schemeClr val="accent1">
                    <a:lumMod val="75000"/>
                  </a:schemeClr>
                </a:solidFill>
                <a:latin typeface="Poppins Light" panose="00000400000000000000" pitchFamily="2" charset="0"/>
                <a:cs typeface="Poppins Light" panose="00000400000000000000" pitchFamily="2" charset="0"/>
              </a:rPr>
              <a:t>Your app, </a:t>
            </a:r>
            <a:r>
              <a:rPr lang="en-US" sz="1800" b="1">
                <a:solidFill>
                  <a:schemeClr val="accent1">
                    <a:lumMod val="75000"/>
                  </a:schemeClr>
                </a:solidFill>
                <a:cs typeface="Poppins Light" panose="00000400000000000000" pitchFamily="2" charset="0"/>
              </a:rPr>
              <a:t>at a glance</a:t>
            </a:r>
          </a:p>
        </p:txBody>
      </p:sp>
      <p:sp>
        <p:nvSpPr>
          <p:cNvPr id="5" name="Text Placeholder 4">
            <a:extLst>
              <a:ext uri="{FF2B5EF4-FFF2-40B4-BE49-F238E27FC236}">
                <a16:creationId xmlns:a16="http://schemas.microsoft.com/office/drawing/2014/main" id="{555DB673-7462-9391-FF2A-45F9CDDF0E5B}"/>
              </a:ext>
            </a:extLst>
          </p:cNvPr>
          <p:cNvSpPr txBox="1">
            <a:spLocks/>
          </p:cNvSpPr>
          <p:nvPr/>
        </p:nvSpPr>
        <p:spPr>
          <a:xfrm>
            <a:off x="570209" y="2724183"/>
            <a:ext cx="3921843"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a:solidFill>
                  <a:schemeClr val="accent1">
                    <a:lumMod val="75000"/>
                  </a:schemeClr>
                </a:solidFill>
                <a:latin typeface="Poppins Light" panose="00000400000000000000" pitchFamily="2" charset="0"/>
                <a:cs typeface="Poppins Light" panose="00000400000000000000" pitchFamily="2" charset="0"/>
              </a:rPr>
              <a:t>Your agent-ready </a:t>
            </a:r>
            <a:r>
              <a:rPr lang="en-US" sz="1800" b="1">
                <a:solidFill>
                  <a:schemeClr val="accent1">
                    <a:lumMod val="75000"/>
                  </a:schemeClr>
                </a:solidFill>
                <a:cs typeface="Poppins Light" panose="00000400000000000000" pitchFamily="2" charset="0"/>
              </a:rPr>
              <a:t>control plane</a:t>
            </a:r>
          </a:p>
        </p:txBody>
      </p:sp>
      <p:pic>
        <p:nvPicPr>
          <p:cNvPr id="6" name="Image 59">
            <a:extLst>
              <a:ext uri="{FF2B5EF4-FFF2-40B4-BE49-F238E27FC236}">
                <a16:creationId xmlns:a16="http://schemas.microsoft.com/office/drawing/2014/main" id="{5454268D-6E10-679A-BA4A-4906E2643F4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4508" y="3623956"/>
            <a:ext cx="254450" cy="203598"/>
          </a:xfrm>
          <a:prstGeom prst="rect">
            <a:avLst/>
          </a:prstGeom>
        </p:spPr>
      </p:pic>
      <p:pic>
        <p:nvPicPr>
          <p:cNvPr id="7" name="Image 36">
            <a:extLst>
              <a:ext uri="{FF2B5EF4-FFF2-40B4-BE49-F238E27FC236}">
                <a16:creationId xmlns:a16="http://schemas.microsoft.com/office/drawing/2014/main" id="{0625ECBC-5DC8-9B2C-126E-08D70A6395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32872" y="3616969"/>
            <a:ext cx="208530" cy="217571"/>
          </a:xfrm>
          <a:prstGeom prst="rect">
            <a:avLst/>
          </a:prstGeom>
        </p:spPr>
      </p:pic>
      <p:pic>
        <p:nvPicPr>
          <p:cNvPr id="8" name="Image 12">
            <a:extLst>
              <a:ext uri="{FF2B5EF4-FFF2-40B4-BE49-F238E27FC236}">
                <a16:creationId xmlns:a16="http://schemas.microsoft.com/office/drawing/2014/main" id="{A2C90E05-2F8B-1A52-669B-A71010C1C5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99862" y="3643560"/>
            <a:ext cx="225328" cy="225296"/>
          </a:xfrm>
          <a:prstGeom prst="rect">
            <a:avLst/>
          </a:prstGeom>
        </p:spPr>
      </p:pic>
      <p:sp>
        <p:nvSpPr>
          <p:cNvPr id="9" name="Text Placeholder 41">
            <a:extLst>
              <a:ext uri="{FF2B5EF4-FFF2-40B4-BE49-F238E27FC236}">
                <a16:creationId xmlns:a16="http://schemas.microsoft.com/office/drawing/2014/main" id="{41AFA49F-9B82-D58C-027B-32DBDEFCF717}"/>
              </a:ext>
            </a:extLst>
          </p:cNvPr>
          <p:cNvSpPr txBox="1">
            <a:spLocks/>
          </p:cNvSpPr>
          <p:nvPr/>
        </p:nvSpPr>
        <p:spPr>
          <a:xfrm>
            <a:off x="563006" y="1962178"/>
            <a:ext cx="3619827" cy="404470"/>
          </a:xfrm>
          <a:prstGeom prst="rect">
            <a:avLst/>
          </a:prstGeom>
        </p:spPr>
        <p:txBody>
          <a:bodyPr vert="horz"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a:t> </a:t>
            </a:r>
          </a:p>
        </p:txBody>
      </p:sp>
      <p:pic>
        <p:nvPicPr>
          <p:cNvPr id="10" name="Image 69">
            <a:extLst>
              <a:ext uri="{FF2B5EF4-FFF2-40B4-BE49-F238E27FC236}">
                <a16:creationId xmlns:a16="http://schemas.microsoft.com/office/drawing/2014/main" id="{31AEFA72-5215-9B44-8873-EC3B2D789BA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9402" y="2083729"/>
            <a:ext cx="239556" cy="203598"/>
          </a:xfrm>
          <a:prstGeom prst="rect">
            <a:avLst/>
          </a:prstGeom>
        </p:spPr>
      </p:pic>
      <p:sp>
        <p:nvSpPr>
          <p:cNvPr id="11" name="Text Placeholder 14">
            <a:extLst>
              <a:ext uri="{FF2B5EF4-FFF2-40B4-BE49-F238E27FC236}">
                <a16:creationId xmlns:a16="http://schemas.microsoft.com/office/drawing/2014/main" id="{6C3BCA49-D72B-329C-1E2C-0324AB5FA60E}"/>
              </a:ext>
            </a:extLst>
          </p:cNvPr>
          <p:cNvSpPr>
            <a:spLocks noGrp="1"/>
          </p:cNvSpPr>
          <p:nvPr>
            <p:ph type="body" sz="quarter" idx="11"/>
          </p:nvPr>
        </p:nvSpPr>
        <p:spPr>
          <a:xfrm>
            <a:off x="570209" y="1071824"/>
            <a:ext cx="11046657" cy="469900"/>
          </a:xfrm>
        </p:spPr>
        <p:txBody>
          <a:bodyPr/>
          <a:lstStyle/>
          <a:p>
            <a:r>
              <a:rPr lang="en-US"/>
              <a:t>The important parts</a:t>
            </a:r>
          </a:p>
        </p:txBody>
      </p:sp>
      <p:cxnSp>
        <p:nvCxnSpPr>
          <p:cNvPr id="13" name="Straight Connector 12">
            <a:extLst>
              <a:ext uri="{FF2B5EF4-FFF2-40B4-BE49-F238E27FC236}">
                <a16:creationId xmlns:a16="http://schemas.microsoft.com/office/drawing/2014/main" id="{09EFCB1D-04C8-39C5-4667-27F0FEE9ED29}"/>
              </a:ext>
            </a:extLst>
          </p:cNvPr>
          <p:cNvCxnSpPr>
            <a:cxnSpLocks/>
          </p:cNvCxnSpPr>
          <p:nvPr/>
        </p:nvCxnSpPr>
        <p:spPr>
          <a:xfrm>
            <a:off x="513708" y="3364787"/>
            <a:ext cx="10879112" cy="0"/>
          </a:xfrm>
          <a:prstGeom prst="line">
            <a:avLst/>
          </a:prstGeom>
          <a:ln>
            <a:gradFill flip="none" rotWithShape="1">
              <a:gsLst>
                <a:gs pos="100000">
                  <a:schemeClr val="accent3">
                    <a:lumMod val="50000"/>
                  </a:schemeClr>
                </a:gs>
                <a:gs pos="0">
                  <a:schemeClr val="accent2">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1FB8B5E-8B8B-323A-BE06-5D28DFFAD895}"/>
              </a:ext>
            </a:extLst>
          </p:cNvPr>
          <p:cNvSpPr txBox="1"/>
          <p:nvPr/>
        </p:nvSpPr>
        <p:spPr>
          <a:xfrm>
            <a:off x="8356697" y="2355381"/>
            <a:ext cx="2747868" cy="523220"/>
          </a:xfrm>
          <a:prstGeom prst="rect">
            <a:avLst/>
          </a:prstGeom>
          <a:noFill/>
        </p:spPr>
        <p:txBody>
          <a:bodyPr wrap="none" lIns="91440" tIns="45720" rIns="91440" bIns="45720" rtlCol="0" anchor="t">
            <a:spAutoFit/>
          </a:bodyPr>
          <a:lstStyle/>
          <a:p>
            <a:r>
              <a:rPr lang="en-US" sz="2800">
                <a:latin typeface="Consolas"/>
                <a:cs typeface="Cascadia Code" panose="020B0609020000020004" pitchFamily="49" charset="0"/>
              </a:rPr>
              <a:t>&gt; aspire init</a:t>
            </a:r>
          </a:p>
        </p:txBody>
      </p:sp>
    </p:spTree>
    <p:extLst>
      <p:ext uri="{BB962C8B-B14F-4D97-AF65-F5344CB8AC3E}">
        <p14:creationId xmlns:p14="http://schemas.microsoft.com/office/powerpoint/2010/main" val="169930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89ADBE02-8C85-196A-96AB-D805F9BF8C77}"/>
              </a:ext>
            </a:extLst>
          </p:cNvPr>
          <p:cNvPicPr>
            <a:picLocks noGrp="1" noChangeAspect="1"/>
          </p:cNvPicPr>
          <p:nvPr>
            <p:ph type="pic" sz="quarter" idx="28"/>
          </p:nvPr>
        </p:nvPicPr>
        <p:blipFill>
          <a:blip r:embed="rId3"/>
          <a:srcRect t="221" b="221"/>
          <a:stretch/>
        </p:blipFill>
        <p:spPr>
          <a:prstGeom prst="roundRect">
            <a:avLst>
              <a:gd name="adj" fmla="val 3536"/>
            </a:avLst>
          </a:prstGeom>
          <a:solidFill>
            <a:srgbClr val="FEFFFE"/>
          </a:solidFill>
          <a:ln w="38100" cap="flat" cmpd="sng" algn="ctr">
            <a:gradFill>
              <a:gsLst>
                <a:gs pos="0">
                  <a:srgbClr val="DBD3F4"/>
                </a:gs>
                <a:gs pos="32000">
                  <a:srgbClr val="9D72F8"/>
                </a:gs>
                <a:gs pos="65000">
                  <a:srgbClr val="8853F0"/>
                </a:gs>
                <a:gs pos="100000">
                  <a:srgbClr val="7455DD"/>
                </a:gs>
              </a:gsLst>
              <a:lin ang="3000000" scaled="0"/>
            </a:gradFill>
            <a:prstDash val="solid"/>
            <a:miter lim="800000"/>
          </a:ln>
          <a:effectLst>
            <a:glow rad="254000">
              <a:srgbClr val="DCDFE6">
                <a:alpha val="9137"/>
              </a:srgbClr>
            </a:glow>
            <a:softEdge rad="0"/>
          </a:effectLst>
        </p:spPr>
      </p:pic>
      <p:sp>
        <p:nvSpPr>
          <p:cNvPr id="3" name="Text Placeholder 2">
            <a:extLst>
              <a:ext uri="{FF2B5EF4-FFF2-40B4-BE49-F238E27FC236}">
                <a16:creationId xmlns:a16="http://schemas.microsoft.com/office/drawing/2014/main" id="{48AA5A44-FB6C-C6E4-BCF7-7F3D0EF1643E}"/>
              </a:ext>
            </a:extLst>
          </p:cNvPr>
          <p:cNvSpPr>
            <a:spLocks noGrp="1"/>
          </p:cNvSpPr>
          <p:nvPr>
            <p:ph type="body" sz="quarter" idx="16"/>
          </p:nvPr>
        </p:nvSpPr>
        <p:spPr/>
        <p:txBody>
          <a:bodyPr/>
          <a:lstStyle/>
          <a:p>
            <a:r>
              <a:rPr lang="en-US"/>
              <a:t>Dev first, ops friendly</a:t>
            </a:r>
          </a:p>
        </p:txBody>
      </p:sp>
      <p:sp>
        <p:nvSpPr>
          <p:cNvPr id="4" name="Text Placeholder 3">
            <a:extLst>
              <a:ext uri="{FF2B5EF4-FFF2-40B4-BE49-F238E27FC236}">
                <a16:creationId xmlns:a16="http://schemas.microsoft.com/office/drawing/2014/main" id="{13EA395D-C8D2-89A2-AAAA-E46E715EA13F}"/>
              </a:ext>
            </a:extLst>
          </p:cNvPr>
          <p:cNvSpPr>
            <a:spLocks noGrp="1"/>
          </p:cNvSpPr>
          <p:nvPr>
            <p:ph type="body" sz="quarter" idx="29"/>
          </p:nvPr>
        </p:nvSpPr>
        <p:spPr>
          <a:xfrm>
            <a:off x="570777" y="3561946"/>
            <a:ext cx="3490003" cy="1779205"/>
          </a:xfrm>
        </p:spPr>
        <p:txBody>
          <a:bodyPr/>
          <a:lstStyle/>
          <a:p>
            <a:r>
              <a:rPr lang="en-US"/>
              <a:t>Clone and run any repo, add new services in one command, and deploy – or hand off to your deployment pipeline – without code changes, from one CLI.</a:t>
            </a:r>
          </a:p>
        </p:txBody>
      </p:sp>
      <p:sp>
        <p:nvSpPr>
          <p:cNvPr id="5" name="Text Placeholder 4">
            <a:extLst>
              <a:ext uri="{FF2B5EF4-FFF2-40B4-BE49-F238E27FC236}">
                <a16:creationId xmlns:a16="http://schemas.microsoft.com/office/drawing/2014/main" id="{08E356FA-BB36-DE49-75AB-220640DDA97B}"/>
              </a:ext>
            </a:extLst>
          </p:cNvPr>
          <p:cNvSpPr>
            <a:spLocks noGrp="1"/>
          </p:cNvSpPr>
          <p:nvPr>
            <p:ph type="body" sz="quarter" idx="30"/>
          </p:nvPr>
        </p:nvSpPr>
        <p:spPr/>
        <p:txBody>
          <a:bodyPr/>
          <a:lstStyle/>
          <a:p>
            <a:r>
              <a:rPr lang="en-US"/>
              <a:t>App Host + CLI</a:t>
            </a:r>
          </a:p>
        </p:txBody>
      </p:sp>
      <p:pic>
        <p:nvPicPr>
          <p:cNvPr id="12" name="Picture 11" descr="A screenshot of a computer&#10;&#10;AI-generated content may be incorrect.">
            <a:extLst>
              <a:ext uri="{FF2B5EF4-FFF2-40B4-BE49-F238E27FC236}">
                <a16:creationId xmlns:a16="http://schemas.microsoft.com/office/drawing/2014/main" id="{E4BE6642-31ED-C231-5E30-B35EE66ACC1A}"/>
              </a:ext>
            </a:extLst>
          </p:cNvPr>
          <p:cNvPicPr>
            <a:picLocks noChangeAspect="1"/>
          </p:cNvPicPr>
          <p:nvPr/>
        </p:nvPicPr>
        <p:blipFill>
          <a:blip r:embed="rId4"/>
          <a:srcRect l="18438" t="3673" r="19475" b="6302"/>
          <a:stretch>
            <a:fillRect/>
          </a:stretch>
        </p:blipFill>
        <p:spPr>
          <a:xfrm>
            <a:off x="6186571" y="999611"/>
            <a:ext cx="4512483" cy="4656318"/>
          </a:xfrm>
          <a:prstGeom prst="rect">
            <a:avLst/>
          </a:prstGeom>
        </p:spPr>
      </p:pic>
    </p:spTree>
    <p:extLst>
      <p:ext uri="{BB962C8B-B14F-4D97-AF65-F5344CB8AC3E}">
        <p14:creationId xmlns:p14="http://schemas.microsoft.com/office/powerpoint/2010/main" val="315427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12AA3-2614-F807-5D4B-D838B48F03E8}"/>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55133C6E-C8A3-147D-F4A3-2EB0DF4A4F41}"/>
              </a:ext>
            </a:extLst>
          </p:cNvPr>
          <p:cNvPicPr>
            <a:picLocks noGrp="1" noChangeAspect="1"/>
          </p:cNvPicPr>
          <p:nvPr>
            <p:ph type="pic" sz="quarter" idx="28"/>
          </p:nvPr>
        </p:nvPicPr>
        <p:blipFill>
          <a:blip r:embed="rId2"/>
          <a:srcRect t="221" b="221"/>
          <a:stretch/>
        </p:blipFill>
        <p:spPr>
          <a:prstGeom prst="roundRect">
            <a:avLst>
              <a:gd name="adj" fmla="val 3536"/>
            </a:avLst>
          </a:prstGeom>
          <a:solidFill>
            <a:srgbClr val="FEFFFE"/>
          </a:solidFill>
          <a:ln w="38100" cap="flat" cmpd="sng" algn="ctr">
            <a:gradFill>
              <a:gsLst>
                <a:gs pos="0">
                  <a:srgbClr val="DBD3F4"/>
                </a:gs>
                <a:gs pos="32000">
                  <a:srgbClr val="9D72F8"/>
                </a:gs>
                <a:gs pos="65000">
                  <a:srgbClr val="8853F0"/>
                </a:gs>
                <a:gs pos="100000">
                  <a:srgbClr val="7455DD"/>
                </a:gs>
              </a:gsLst>
              <a:lin ang="3000000" scaled="0"/>
            </a:gradFill>
            <a:prstDash val="solid"/>
            <a:miter lim="800000"/>
          </a:ln>
          <a:effectLst>
            <a:glow rad="254000">
              <a:srgbClr val="DCDFE6">
                <a:alpha val="9137"/>
              </a:srgbClr>
            </a:glow>
            <a:softEdge rad="0"/>
          </a:effectLst>
        </p:spPr>
      </p:pic>
      <p:sp>
        <p:nvSpPr>
          <p:cNvPr id="3" name="Text Placeholder 2">
            <a:extLst>
              <a:ext uri="{FF2B5EF4-FFF2-40B4-BE49-F238E27FC236}">
                <a16:creationId xmlns:a16="http://schemas.microsoft.com/office/drawing/2014/main" id="{468147C4-B128-9201-376A-B48BD5AF46BC}"/>
              </a:ext>
            </a:extLst>
          </p:cNvPr>
          <p:cNvSpPr>
            <a:spLocks noGrp="1"/>
          </p:cNvSpPr>
          <p:nvPr>
            <p:ph type="body" sz="quarter" idx="16"/>
          </p:nvPr>
        </p:nvSpPr>
        <p:spPr/>
        <p:txBody>
          <a:bodyPr/>
          <a:lstStyle/>
          <a:p>
            <a:r>
              <a:rPr lang="en-US"/>
              <a:t>Building blocks, not black boxes</a:t>
            </a:r>
          </a:p>
        </p:txBody>
      </p:sp>
      <p:sp>
        <p:nvSpPr>
          <p:cNvPr id="4" name="Text Placeholder 3">
            <a:extLst>
              <a:ext uri="{FF2B5EF4-FFF2-40B4-BE49-F238E27FC236}">
                <a16:creationId xmlns:a16="http://schemas.microsoft.com/office/drawing/2014/main" id="{B7FC1D2E-79E1-AD2D-FC93-FB101106AD00}"/>
              </a:ext>
            </a:extLst>
          </p:cNvPr>
          <p:cNvSpPr>
            <a:spLocks noGrp="1"/>
          </p:cNvSpPr>
          <p:nvPr>
            <p:ph type="body" sz="quarter" idx="29"/>
          </p:nvPr>
        </p:nvSpPr>
        <p:spPr>
          <a:xfrm>
            <a:off x="570777" y="3561946"/>
            <a:ext cx="3490003" cy="1779205"/>
          </a:xfrm>
        </p:spPr>
        <p:txBody>
          <a:bodyPr/>
          <a:lstStyle/>
          <a:p>
            <a:r>
              <a:rPr lang="en-US" sz="1800">
                <a:solidFill>
                  <a:srgbClr val="000000"/>
                </a:solidFill>
                <a:effectLst/>
                <a:latin typeface="Poppins" panose="00000500000000000000" pitchFamily="2" charset="0"/>
              </a:rPr>
              <a:t>Choose from hundreds of prebuilt packages or bring your own. Bootstrap and run any type of container, CLI, or AI agent with a few lines of code.</a:t>
            </a:r>
            <a:endParaRPr lang="en-US"/>
          </a:p>
        </p:txBody>
      </p:sp>
      <p:sp>
        <p:nvSpPr>
          <p:cNvPr id="5" name="Text Placeholder 4">
            <a:extLst>
              <a:ext uri="{FF2B5EF4-FFF2-40B4-BE49-F238E27FC236}">
                <a16:creationId xmlns:a16="http://schemas.microsoft.com/office/drawing/2014/main" id="{3B5BFFD9-02F0-0192-BA30-DF843EC257D6}"/>
              </a:ext>
            </a:extLst>
          </p:cNvPr>
          <p:cNvSpPr>
            <a:spLocks noGrp="1"/>
          </p:cNvSpPr>
          <p:nvPr>
            <p:ph type="body" sz="quarter" idx="30"/>
          </p:nvPr>
        </p:nvSpPr>
        <p:spPr/>
        <p:txBody>
          <a:bodyPr/>
          <a:lstStyle/>
          <a:p>
            <a:r>
              <a:rPr lang="en-US"/>
              <a:t>Integrations</a:t>
            </a:r>
          </a:p>
        </p:txBody>
      </p:sp>
    </p:spTree>
    <p:extLst>
      <p:ext uri="{BB962C8B-B14F-4D97-AF65-F5344CB8AC3E}">
        <p14:creationId xmlns:p14="http://schemas.microsoft.com/office/powerpoint/2010/main" val="1085196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C8F6530-D7B9-C016-AD13-2C8FC45BBE88}"/>
              </a:ext>
            </a:extLst>
          </p:cNvPr>
          <p:cNvPicPr>
            <a:picLocks noGrp="1" noChangeAspect="1"/>
          </p:cNvPicPr>
          <p:nvPr>
            <p:ph type="pic" sz="quarter" idx="28"/>
          </p:nvPr>
        </p:nvPicPr>
        <p:blipFill>
          <a:blip r:embed="rId2"/>
          <a:srcRect l="-44" t="150" r="17773" b="10749"/>
          <a:stretch>
            <a:fillRect/>
          </a:stretch>
        </p:blipFill>
        <p:spPr>
          <a:xfrm>
            <a:off x="5271401" y="571500"/>
            <a:ext cx="6342824" cy="5657850"/>
          </a:xfrm>
          <a:prstGeom prst="rect">
            <a:avLst/>
          </a:prstGeom>
        </p:spPr>
      </p:pic>
      <p:sp>
        <p:nvSpPr>
          <p:cNvPr id="3" name="Text Placeholder 2">
            <a:extLst>
              <a:ext uri="{FF2B5EF4-FFF2-40B4-BE49-F238E27FC236}">
                <a16:creationId xmlns:a16="http://schemas.microsoft.com/office/drawing/2014/main" id="{C32616D7-0185-9A59-421E-B4800055F572}"/>
              </a:ext>
            </a:extLst>
          </p:cNvPr>
          <p:cNvSpPr>
            <a:spLocks noGrp="1"/>
          </p:cNvSpPr>
          <p:nvPr>
            <p:ph type="body" sz="quarter" idx="16"/>
          </p:nvPr>
        </p:nvSpPr>
        <p:spPr/>
        <p:txBody>
          <a:bodyPr/>
          <a:lstStyle/>
          <a:p>
            <a:r>
              <a:rPr lang="en-US"/>
              <a:t>Observability from the start</a:t>
            </a:r>
          </a:p>
        </p:txBody>
      </p:sp>
      <p:sp>
        <p:nvSpPr>
          <p:cNvPr id="4" name="Text Placeholder 3">
            <a:extLst>
              <a:ext uri="{FF2B5EF4-FFF2-40B4-BE49-F238E27FC236}">
                <a16:creationId xmlns:a16="http://schemas.microsoft.com/office/drawing/2014/main" id="{37BCAD4D-9A60-AA5D-B578-3596D060B2E3}"/>
              </a:ext>
            </a:extLst>
          </p:cNvPr>
          <p:cNvSpPr>
            <a:spLocks noGrp="1"/>
          </p:cNvSpPr>
          <p:nvPr>
            <p:ph type="body" sz="quarter" idx="29"/>
          </p:nvPr>
        </p:nvSpPr>
        <p:spPr>
          <a:xfrm>
            <a:off x="570777" y="3561946"/>
            <a:ext cx="3490003" cy="1552476"/>
          </a:xfrm>
        </p:spPr>
        <p:txBody>
          <a:bodyPr/>
          <a:lstStyle/>
          <a:p>
            <a:r>
              <a:rPr lang="en-US"/>
              <a:t>Logs, traces, health checks—all wired up automatically. </a:t>
            </a:r>
            <a:r>
              <a:rPr lang="en-US" err="1"/>
              <a:t>OpenTelemetry</a:t>
            </a:r>
            <a:r>
              <a:rPr lang="en-US"/>
              <a:t> included with zero setup.</a:t>
            </a:r>
          </a:p>
          <a:p>
            <a:endParaRPr lang="en-US"/>
          </a:p>
        </p:txBody>
      </p:sp>
      <p:sp>
        <p:nvSpPr>
          <p:cNvPr id="5" name="Text Placeholder 4">
            <a:extLst>
              <a:ext uri="{FF2B5EF4-FFF2-40B4-BE49-F238E27FC236}">
                <a16:creationId xmlns:a16="http://schemas.microsoft.com/office/drawing/2014/main" id="{165B5976-8A67-7FC2-A325-F27221EB5E23}"/>
              </a:ext>
            </a:extLst>
          </p:cNvPr>
          <p:cNvSpPr>
            <a:spLocks noGrp="1"/>
          </p:cNvSpPr>
          <p:nvPr>
            <p:ph type="body" sz="quarter" idx="30"/>
          </p:nvPr>
        </p:nvSpPr>
        <p:spPr/>
        <p:txBody>
          <a:bodyPr/>
          <a:lstStyle/>
          <a:p>
            <a:r>
              <a:rPr lang="en-US"/>
              <a:t>Dashboard</a:t>
            </a:r>
          </a:p>
        </p:txBody>
      </p:sp>
    </p:spTree>
    <p:extLst>
      <p:ext uri="{BB962C8B-B14F-4D97-AF65-F5344CB8AC3E}">
        <p14:creationId xmlns:p14="http://schemas.microsoft.com/office/powerpoint/2010/main" val="4259401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16BEA-2A39-30CC-2298-A8A5EEDC95E5}"/>
            </a:ext>
          </a:extLst>
        </p:cNvPr>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1DA38A9D-3840-E5E6-ADE9-A54945791B29}"/>
              </a:ext>
            </a:extLst>
          </p:cNvPr>
          <p:cNvPicPr>
            <a:picLocks noGrp="1" noChangeAspect="1"/>
          </p:cNvPicPr>
          <p:nvPr>
            <p:ph type="pic" sz="quarter" idx="28"/>
          </p:nvPr>
        </p:nvPicPr>
        <p:blipFill>
          <a:blip r:embed="rId2"/>
          <a:srcRect l="4135" t="450" r="36755" b="5803"/>
          <a:stretch>
            <a:fillRect/>
          </a:stretch>
        </p:blipFill>
        <p:spPr>
          <a:xfrm>
            <a:off x="5271401" y="571500"/>
            <a:ext cx="6342824" cy="5657850"/>
          </a:xfrm>
          <a:prstGeom prst="roundRect">
            <a:avLst>
              <a:gd name="adj" fmla="val 3536"/>
            </a:avLst>
          </a:prstGeom>
          <a:solidFill>
            <a:srgbClr val="FEFFFE"/>
          </a:solidFill>
          <a:ln w="38100" cap="flat" cmpd="sng" algn="ctr">
            <a:gradFill>
              <a:gsLst>
                <a:gs pos="0">
                  <a:srgbClr val="DBD3F4"/>
                </a:gs>
                <a:gs pos="32000">
                  <a:srgbClr val="9D72F8"/>
                </a:gs>
                <a:gs pos="65000">
                  <a:srgbClr val="8853F0"/>
                </a:gs>
                <a:gs pos="100000">
                  <a:srgbClr val="7455DD"/>
                </a:gs>
              </a:gsLst>
              <a:lin ang="3000000" scaled="0"/>
            </a:gradFill>
            <a:prstDash val="solid"/>
            <a:miter lim="800000"/>
          </a:ln>
          <a:effectLst>
            <a:glow rad="254000">
              <a:srgbClr val="DCDFE6">
                <a:alpha val="9137"/>
              </a:srgbClr>
            </a:glow>
            <a:softEdge rad="0"/>
          </a:effectLst>
        </p:spPr>
      </p:pic>
      <p:sp>
        <p:nvSpPr>
          <p:cNvPr id="3" name="Text Placeholder 2">
            <a:extLst>
              <a:ext uri="{FF2B5EF4-FFF2-40B4-BE49-F238E27FC236}">
                <a16:creationId xmlns:a16="http://schemas.microsoft.com/office/drawing/2014/main" id="{06F36D73-3531-3967-3B54-9ECA9B44ED0C}"/>
              </a:ext>
            </a:extLst>
          </p:cNvPr>
          <p:cNvSpPr>
            <a:spLocks noGrp="1"/>
          </p:cNvSpPr>
          <p:nvPr>
            <p:ph type="body" sz="quarter" idx="16"/>
          </p:nvPr>
        </p:nvSpPr>
        <p:spPr/>
        <p:txBody>
          <a:bodyPr/>
          <a:lstStyle/>
          <a:p>
            <a:r>
              <a:rPr lang="en-US"/>
              <a:t>Ready for any coding agent</a:t>
            </a:r>
          </a:p>
        </p:txBody>
      </p:sp>
      <p:sp>
        <p:nvSpPr>
          <p:cNvPr id="4" name="Text Placeholder 3">
            <a:extLst>
              <a:ext uri="{FF2B5EF4-FFF2-40B4-BE49-F238E27FC236}">
                <a16:creationId xmlns:a16="http://schemas.microsoft.com/office/drawing/2014/main" id="{0F4D7EB2-5B2E-F068-A093-7646EF0BB1D5}"/>
              </a:ext>
            </a:extLst>
          </p:cNvPr>
          <p:cNvSpPr>
            <a:spLocks noGrp="1"/>
          </p:cNvSpPr>
          <p:nvPr>
            <p:ph type="body" sz="quarter" idx="29"/>
          </p:nvPr>
        </p:nvSpPr>
        <p:spPr>
          <a:xfrm>
            <a:off x="570777" y="3561946"/>
            <a:ext cx="3490003" cy="2061334"/>
          </a:xfrm>
        </p:spPr>
        <p:txBody>
          <a:bodyPr/>
          <a:lstStyle/>
          <a:p>
            <a:r>
              <a:rPr lang="en-US" sz="1800">
                <a:solidFill>
                  <a:srgbClr val="000000"/>
                </a:solidFill>
                <a:effectLst/>
                <a:latin typeface="Poppins" panose="00000500000000000000" pitchFamily="2" charset="0"/>
              </a:rPr>
              <a:t>The Aspire CLI automatically </a:t>
            </a:r>
            <a:r>
              <a:rPr lang="en-US">
                <a:solidFill>
                  <a:srgbClr val="000000"/>
                </a:solidFill>
                <a:latin typeface="Poppins" panose="00000500000000000000" pitchFamily="2" charset="0"/>
              </a:rPr>
              <a:t>gives </a:t>
            </a:r>
            <a:r>
              <a:rPr lang="en-US" sz="1800">
                <a:solidFill>
                  <a:srgbClr val="000000"/>
                </a:solidFill>
                <a:effectLst/>
                <a:latin typeface="Poppins" panose="00000500000000000000" pitchFamily="2" charset="0"/>
              </a:rPr>
              <a:t>context to your preferred coding agents, providing them with </a:t>
            </a:r>
            <a:r>
              <a:rPr lang="en-US">
                <a:solidFill>
                  <a:srgbClr val="000000"/>
                </a:solidFill>
                <a:latin typeface="Poppins" panose="00000500000000000000" pitchFamily="2" charset="0"/>
              </a:rPr>
              <a:t>knowledge </a:t>
            </a:r>
            <a:r>
              <a:rPr lang="en-US" sz="1800">
                <a:solidFill>
                  <a:srgbClr val="000000"/>
                </a:solidFill>
                <a:effectLst/>
                <a:latin typeface="Poppins" panose="00000500000000000000" pitchFamily="2" charset="0"/>
              </a:rPr>
              <a:t>about your system to help you develop and debug faster.</a:t>
            </a:r>
            <a:endParaRPr lang="en-US"/>
          </a:p>
        </p:txBody>
      </p:sp>
      <p:sp>
        <p:nvSpPr>
          <p:cNvPr id="5" name="Text Placeholder 4">
            <a:extLst>
              <a:ext uri="{FF2B5EF4-FFF2-40B4-BE49-F238E27FC236}">
                <a16:creationId xmlns:a16="http://schemas.microsoft.com/office/drawing/2014/main" id="{BE90FE36-A6BF-3303-8202-647DB9243BDA}"/>
              </a:ext>
            </a:extLst>
          </p:cNvPr>
          <p:cNvSpPr>
            <a:spLocks noGrp="1"/>
          </p:cNvSpPr>
          <p:nvPr>
            <p:ph type="body" sz="quarter" idx="30"/>
          </p:nvPr>
        </p:nvSpPr>
        <p:spPr/>
        <p:txBody>
          <a:bodyPr/>
          <a:lstStyle/>
          <a:p>
            <a:r>
              <a:rPr lang="en-US"/>
              <a:t>Agent-ready CLI</a:t>
            </a:r>
          </a:p>
        </p:txBody>
      </p:sp>
    </p:spTree>
    <p:extLst>
      <p:ext uri="{BB962C8B-B14F-4D97-AF65-F5344CB8AC3E}">
        <p14:creationId xmlns:p14="http://schemas.microsoft.com/office/powerpoint/2010/main" val="937339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408B7-8480-C68B-51E0-022E7AE3F1C1}"/>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E1ED3B09-534A-611D-D790-9D3CF4319E09}"/>
              </a:ext>
            </a:extLst>
          </p:cNvPr>
          <p:cNvSpPr>
            <a:spLocks noGrp="1"/>
          </p:cNvSpPr>
          <p:nvPr>
            <p:ph type="body" sz="quarter" idx="16"/>
          </p:nvPr>
        </p:nvSpPr>
        <p:spPr>
          <a:xfrm>
            <a:off x="563007" y="3958443"/>
            <a:ext cx="3619827" cy="368562"/>
          </a:xfrm>
        </p:spPr>
        <p:txBody>
          <a:bodyPr/>
          <a:lstStyle/>
          <a:p>
            <a:r>
              <a:rPr lang="en-US" dirty="0"/>
              <a:t>Code-first app topology</a:t>
            </a:r>
          </a:p>
        </p:txBody>
      </p:sp>
      <p:sp>
        <p:nvSpPr>
          <p:cNvPr id="42" name="Text Placeholder 41">
            <a:extLst>
              <a:ext uri="{FF2B5EF4-FFF2-40B4-BE49-F238E27FC236}">
                <a16:creationId xmlns:a16="http://schemas.microsoft.com/office/drawing/2014/main" id="{19D480F8-7A7C-90ED-A2D9-8350C39551BC}"/>
              </a:ext>
            </a:extLst>
          </p:cNvPr>
          <p:cNvSpPr>
            <a:spLocks noGrp="1"/>
          </p:cNvSpPr>
          <p:nvPr>
            <p:ph type="body" sz="quarter" idx="19"/>
          </p:nvPr>
        </p:nvSpPr>
        <p:spPr>
          <a:xfrm>
            <a:off x="563007" y="3546879"/>
            <a:ext cx="3619827" cy="404470"/>
          </a:xfrm>
        </p:spPr>
        <p:txBody>
          <a:bodyPr/>
          <a:lstStyle/>
          <a:p>
            <a:r>
              <a:rPr lang="en-US"/>
              <a:t> </a:t>
            </a:r>
          </a:p>
        </p:txBody>
      </p:sp>
      <p:sp>
        <p:nvSpPr>
          <p:cNvPr id="43" name="Text Placeholder 42">
            <a:extLst>
              <a:ext uri="{FF2B5EF4-FFF2-40B4-BE49-F238E27FC236}">
                <a16:creationId xmlns:a16="http://schemas.microsoft.com/office/drawing/2014/main" id="{EF8A9E4A-54B4-7FC2-4EB5-500A768ED08D}"/>
              </a:ext>
            </a:extLst>
          </p:cNvPr>
          <p:cNvSpPr>
            <a:spLocks noGrp="1"/>
          </p:cNvSpPr>
          <p:nvPr>
            <p:ph type="body" sz="quarter" idx="23"/>
          </p:nvPr>
        </p:nvSpPr>
        <p:spPr>
          <a:xfrm>
            <a:off x="4435028" y="3965537"/>
            <a:ext cx="3619827" cy="368562"/>
          </a:xfrm>
        </p:spPr>
        <p:txBody>
          <a:bodyPr/>
          <a:lstStyle/>
          <a:p>
            <a:r>
              <a:rPr lang="en-US" dirty="0"/>
              <a:t>Simplified execution model</a:t>
            </a:r>
          </a:p>
        </p:txBody>
      </p:sp>
      <p:sp>
        <p:nvSpPr>
          <p:cNvPr id="44" name="Text Placeholder 43">
            <a:extLst>
              <a:ext uri="{FF2B5EF4-FFF2-40B4-BE49-F238E27FC236}">
                <a16:creationId xmlns:a16="http://schemas.microsoft.com/office/drawing/2014/main" id="{20D90499-65D6-A485-CE59-73B6455E21A3}"/>
              </a:ext>
            </a:extLst>
          </p:cNvPr>
          <p:cNvSpPr>
            <a:spLocks noGrp="1"/>
          </p:cNvSpPr>
          <p:nvPr>
            <p:ph type="body" sz="quarter" idx="24"/>
          </p:nvPr>
        </p:nvSpPr>
        <p:spPr>
          <a:xfrm>
            <a:off x="4435028" y="3553973"/>
            <a:ext cx="3619827" cy="404470"/>
          </a:xfrm>
        </p:spPr>
        <p:txBody>
          <a:bodyPr/>
          <a:lstStyle/>
          <a:p>
            <a:r>
              <a:rPr lang="en-US"/>
              <a:t> </a:t>
            </a:r>
          </a:p>
        </p:txBody>
      </p:sp>
      <p:sp>
        <p:nvSpPr>
          <p:cNvPr id="45" name="Text Placeholder 44">
            <a:extLst>
              <a:ext uri="{FF2B5EF4-FFF2-40B4-BE49-F238E27FC236}">
                <a16:creationId xmlns:a16="http://schemas.microsoft.com/office/drawing/2014/main" id="{B69E6D83-CF6B-701D-984C-170747AB02ED}"/>
              </a:ext>
            </a:extLst>
          </p:cNvPr>
          <p:cNvSpPr>
            <a:spLocks noGrp="1"/>
          </p:cNvSpPr>
          <p:nvPr>
            <p:ph type="body" sz="quarter" idx="26"/>
          </p:nvPr>
        </p:nvSpPr>
        <p:spPr>
          <a:xfrm>
            <a:off x="8235154" y="3959291"/>
            <a:ext cx="3619827" cy="368562"/>
          </a:xfrm>
        </p:spPr>
        <p:txBody>
          <a:bodyPr/>
          <a:lstStyle/>
          <a:p>
            <a:r>
              <a:rPr lang="en-US" dirty="0"/>
              <a:t>Optimized feedback loop</a:t>
            </a:r>
          </a:p>
        </p:txBody>
      </p:sp>
      <p:sp>
        <p:nvSpPr>
          <p:cNvPr id="46" name="Text Placeholder 45">
            <a:extLst>
              <a:ext uri="{FF2B5EF4-FFF2-40B4-BE49-F238E27FC236}">
                <a16:creationId xmlns:a16="http://schemas.microsoft.com/office/drawing/2014/main" id="{D56F6300-5E68-A384-CF12-9648DC0C88E9}"/>
              </a:ext>
            </a:extLst>
          </p:cNvPr>
          <p:cNvSpPr>
            <a:spLocks noGrp="1"/>
          </p:cNvSpPr>
          <p:nvPr>
            <p:ph type="body" sz="quarter" idx="27"/>
          </p:nvPr>
        </p:nvSpPr>
        <p:spPr>
          <a:xfrm>
            <a:off x="8235154" y="3547727"/>
            <a:ext cx="3619827" cy="404470"/>
          </a:xfrm>
        </p:spPr>
        <p:txBody>
          <a:bodyPr/>
          <a:lstStyle/>
          <a:p>
            <a:r>
              <a:rPr lang="en-US"/>
              <a:t> </a:t>
            </a:r>
          </a:p>
        </p:txBody>
      </p:sp>
      <p:sp>
        <p:nvSpPr>
          <p:cNvPr id="47" name="Text Placeholder 46">
            <a:extLst>
              <a:ext uri="{FF2B5EF4-FFF2-40B4-BE49-F238E27FC236}">
                <a16:creationId xmlns:a16="http://schemas.microsoft.com/office/drawing/2014/main" id="{D1CC423C-227E-3D1D-B70D-22A45FCE0535}"/>
              </a:ext>
            </a:extLst>
          </p:cNvPr>
          <p:cNvSpPr>
            <a:spLocks noGrp="1"/>
          </p:cNvSpPr>
          <p:nvPr>
            <p:ph type="body" sz="quarter" idx="34"/>
          </p:nvPr>
        </p:nvSpPr>
        <p:spPr>
          <a:xfrm>
            <a:off x="563007" y="4754848"/>
            <a:ext cx="3619827" cy="1200329"/>
          </a:xfrm>
        </p:spPr>
        <p:txBody>
          <a:bodyPr/>
          <a:lstStyle/>
          <a:p>
            <a:r>
              <a:rPr lang="en-US" dirty="0"/>
              <a:t>The Aspire </a:t>
            </a:r>
            <a:r>
              <a:rPr lang="en-US" dirty="0" err="1"/>
              <a:t>AppHost</a:t>
            </a:r>
            <a:r>
              <a:rPr lang="en-US" dirty="0"/>
              <a:t> gives you the same functionality as a </a:t>
            </a:r>
            <a:r>
              <a:rPr lang="en-US" dirty="0" err="1">
                <a:latin typeface="Consolas" panose="020B0609020204030204" pitchFamily="49" charset="0"/>
              </a:rPr>
              <a:t>compose.yml</a:t>
            </a:r>
            <a:r>
              <a:rPr lang="en-US" dirty="0"/>
              <a:t> or </a:t>
            </a:r>
            <a:r>
              <a:rPr lang="en-US" dirty="0" err="1">
                <a:latin typeface="Consolas" panose="020B0609020204030204" pitchFamily="49" charset="0"/>
              </a:rPr>
              <a:t>launch.json</a:t>
            </a:r>
            <a:r>
              <a:rPr lang="en-US" dirty="0">
                <a:latin typeface="Consolas" panose="020B0609020204030204" pitchFamily="49" charset="0"/>
              </a:rPr>
              <a:t> </a:t>
            </a:r>
            <a:r>
              <a:rPr lang="en-US" dirty="0"/>
              <a:t>but in typesafe, compilable, TypeScript or C# code. An agent can easily read and modify it to understand and build the full topology of your app. </a:t>
            </a:r>
          </a:p>
        </p:txBody>
      </p:sp>
      <p:sp>
        <p:nvSpPr>
          <p:cNvPr id="48" name="Text Placeholder 47">
            <a:extLst>
              <a:ext uri="{FF2B5EF4-FFF2-40B4-BE49-F238E27FC236}">
                <a16:creationId xmlns:a16="http://schemas.microsoft.com/office/drawing/2014/main" id="{93868E56-96B2-1FC2-C6A2-92F2E3921F5E}"/>
              </a:ext>
            </a:extLst>
          </p:cNvPr>
          <p:cNvSpPr>
            <a:spLocks noGrp="1"/>
          </p:cNvSpPr>
          <p:nvPr>
            <p:ph type="body" sz="quarter" idx="35"/>
          </p:nvPr>
        </p:nvSpPr>
        <p:spPr>
          <a:xfrm>
            <a:off x="4435028" y="4761942"/>
            <a:ext cx="3619827" cy="1415772"/>
          </a:xfrm>
        </p:spPr>
        <p:txBody>
          <a:bodyPr/>
          <a:lstStyle/>
          <a:p>
            <a:r>
              <a:rPr lang="en-US" dirty="0"/>
              <a:t>Every resource in your stack is defined in the apphost, and </a:t>
            </a:r>
            <a:r>
              <a:rPr lang="en-US" sz="1400" b="1" dirty="0">
                <a:latin typeface="Consolas" panose="020B0609020204030204" pitchFamily="49" charset="0"/>
              </a:rPr>
              <a:t>aspire start</a:t>
            </a:r>
            <a:r>
              <a:rPr lang="en-US" dirty="0">
                <a:latin typeface="Consolas" panose="020B0609020204030204" pitchFamily="49" charset="0"/>
              </a:rPr>
              <a:t> </a:t>
            </a:r>
            <a:r>
              <a:rPr lang="en-US" dirty="0"/>
              <a:t>kicks off and keeps track of all of them. APIs, frontends, containers, databases, started in the right order, on the right ports, with the right configuration. Use detached and isolated modes for working with multiple agents.</a:t>
            </a:r>
          </a:p>
        </p:txBody>
      </p:sp>
      <p:sp>
        <p:nvSpPr>
          <p:cNvPr id="49" name="Text Placeholder 48">
            <a:extLst>
              <a:ext uri="{FF2B5EF4-FFF2-40B4-BE49-F238E27FC236}">
                <a16:creationId xmlns:a16="http://schemas.microsoft.com/office/drawing/2014/main" id="{896FDAF7-67E4-CF88-BDE0-72ACAB7D3F0B}"/>
              </a:ext>
            </a:extLst>
          </p:cNvPr>
          <p:cNvSpPr>
            <a:spLocks noGrp="1"/>
          </p:cNvSpPr>
          <p:nvPr>
            <p:ph type="body" sz="quarter" idx="36"/>
          </p:nvPr>
        </p:nvSpPr>
        <p:spPr>
          <a:xfrm>
            <a:off x="8235154" y="4755696"/>
            <a:ext cx="3619827" cy="1384995"/>
          </a:xfrm>
        </p:spPr>
        <p:txBody>
          <a:bodyPr/>
          <a:lstStyle/>
          <a:p>
            <a:r>
              <a:rPr lang="en-US" dirty="0"/>
              <a:t>The Aspire CLI exposes full OpenTelemetry data during local development like traces, metrics, and structured logs. Agents can do things like profile slow requests, trace failing workflows, pinpoint exact errors, right in the terminal. Pair it with a tool like Playwright CLI to test your app </a:t>
            </a:r>
            <a:r>
              <a:rPr lang="en-US" i="1" dirty="0"/>
              <a:t>and </a:t>
            </a:r>
            <a:r>
              <a:rPr lang="en-US" dirty="0"/>
              <a:t>fix it. </a:t>
            </a:r>
          </a:p>
        </p:txBody>
      </p:sp>
      <p:sp>
        <p:nvSpPr>
          <p:cNvPr id="14" name="Text Placeholder 13">
            <a:extLst>
              <a:ext uri="{FF2B5EF4-FFF2-40B4-BE49-F238E27FC236}">
                <a16:creationId xmlns:a16="http://schemas.microsoft.com/office/drawing/2014/main" id="{067312FE-FC0C-6B74-6865-57EA18600F60}"/>
              </a:ext>
            </a:extLst>
          </p:cNvPr>
          <p:cNvSpPr>
            <a:spLocks noGrp="1"/>
          </p:cNvSpPr>
          <p:nvPr>
            <p:ph type="body" sz="quarter" idx="10"/>
          </p:nvPr>
        </p:nvSpPr>
        <p:spPr/>
        <p:txBody>
          <a:bodyPr/>
          <a:lstStyle/>
          <a:p>
            <a:r>
              <a:rPr lang="en-US" dirty="0"/>
              <a:t>Aspire is agent-ready</a:t>
            </a:r>
          </a:p>
        </p:txBody>
      </p:sp>
      <p:sp>
        <p:nvSpPr>
          <p:cNvPr id="52" name="Rectangle: Rounded Corners 51">
            <a:extLst>
              <a:ext uri="{FF2B5EF4-FFF2-40B4-BE49-F238E27FC236}">
                <a16:creationId xmlns:a16="http://schemas.microsoft.com/office/drawing/2014/main" id="{3AB63D14-42F7-7D64-0E1F-985C1F44869F}"/>
              </a:ext>
            </a:extLst>
          </p:cNvPr>
          <p:cNvSpPr/>
          <p:nvPr/>
        </p:nvSpPr>
        <p:spPr>
          <a:xfrm>
            <a:off x="8235154" y="2145385"/>
            <a:ext cx="3157666" cy="947025"/>
          </a:xfrm>
          <a:prstGeom prst="roundRect">
            <a:avLst/>
          </a:pr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a:latin typeface="Cascadia Code" panose="020B0609020000020004" pitchFamily="49" charset="0"/>
              <a:cs typeface="Cascadia Code" panose="020B0609020000020004" pitchFamily="49" charset="0"/>
            </a:endParaRPr>
          </a:p>
        </p:txBody>
      </p:sp>
      <p:sp>
        <p:nvSpPr>
          <p:cNvPr id="53" name="Text Placeholder 40">
            <a:extLst>
              <a:ext uri="{FF2B5EF4-FFF2-40B4-BE49-F238E27FC236}">
                <a16:creationId xmlns:a16="http://schemas.microsoft.com/office/drawing/2014/main" id="{84E7A262-E9E3-DABB-6BD0-FE0419B609AE}"/>
              </a:ext>
            </a:extLst>
          </p:cNvPr>
          <p:cNvSpPr txBox="1">
            <a:spLocks/>
          </p:cNvSpPr>
          <p:nvPr/>
        </p:nvSpPr>
        <p:spPr>
          <a:xfrm>
            <a:off x="570209" y="2381912"/>
            <a:ext cx="3002110"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1800" b="0" i="0" kern="0" spc="-36" dirty="0" smtClean="0">
                <a:solidFill>
                  <a:schemeClr val="bg1"/>
                </a:solidFill>
                <a:latin typeface="+mn-lt"/>
                <a:ea typeface="Poppins" pitchFamily="2" charset="77"/>
                <a:cs typeface="Poppins" pitchFamily="2" charset="77"/>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dirty="0">
                <a:solidFill>
                  <a:schemeClr val="tx1"/>
                </a:solidFill>
              </a:rPr>
              <a:t>Built-in agent skills</a:t>
            </a:r>
          </a:p>
        </p:txBody>
      </p:sp>
      <p:sp>
        <p:nvSpPr>
          <p:cNvPr id="55" name="Text Placeholder 46">
            <a:extLst>
              <a:ext uri="{FF2B5EF4-FFF2-40B4-BE49-F238E27FC236}">
                <a16:creationId xmlns:a16="http://schemas.microsoft.com/office/drawing/2014/main" id="{24AD9CA2-9394-AFF1-083A-884D7E95C39B}"/>
              </a:ext>
            </a:extLst>
          </p:cNvPr>
          <p:cNvSpPr txBox="1">
            <a:spLocks/>
          </p:cNvSpPr>
          <p:nvPr/>
        </p:nvSpPr>
        <p:spPr>
          <a:xfrm>
            <a:off x="4375690" y="2229814"/>
            <a:ext cx="3738502" cy="861774"/>
          </a:xfrm>
          <a:prstGeom prst="rect">
            <a:avLst/>
          </a:prstGeom>
        </p:spPr>
        <p:txBody>
          <a:bodyPr vert="horz" wrap="square" lIns="91440" tIns="45720" rIns="91440" bIns="45720" rtlCol="0">
            <a:spAutoFit/>
          </a:bodyPr>
          <a:lstStyle>
            <a:lvl1pPr marL="0" indent="0" algn="l" defTabSz="457155" rtl="0" eaLnBrk="1" latinLnBrk="0" hangingPunct="1">
              <a:lnSpc>
                <a:spcPct val="100000"/>
              </a:lnSpc>
              <a:spcBef>
                <a:spcPct val="20000"/>
              </a:spcBef>
              <a:buFont typeface="Arial" pitchFamily="34" charset="0"/>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dirty="0">
                <a:solidFill>
                  <a:schemeClr val="tx1"/>
                </a:solidFill>
              </a:rPr>
              <a:t>Aspire CLI outputs structured, minimal-token responses built for agent consumption. And </a:t>
            </a:r>
            <a:r>
              <a:rPr lang="en-US" sz="1400" b="1" dirty="0">
                <a:solidFill>
                  <a:schemeClr val="tx1"/>
                </a:solidFill>
                <a:latin typeface="Consolas" panose="020B0609020204030204" pitchFamily="49" charset="0"/>
              </a:rPr>
              <a:t>aspire </a:t>
            </a:r>
            <a:r>
              <a:rPr lang="en-US" sz="1400" b="1" dirty="0" err="1">
                <a:solidFill>
                  <a:schemeClr val="tx1"/>
                </a:solidFill>
                <a:latin typeface="Consolas" panose="020B0609020204030204" pitchFamily="49" charset="0"/>
              </a:rPr>
              <a:t>init</a:t>
            </a:r>
            <a:r>
              <a:rPr lang="en-US" dirty="0">
                <a:solidFill>
                  <a:schemeClr val="tx1"/>
                </a:solidFill>
              </a:rPr>
              <a:t> ships agent skills and an MCP out of the box.</a:t>
            </a:r>
          </a:p>
        </p:txBody>
      </p:sp>
      <p:sp>
        <p:nvSpPr>
          <p:cNvPr id="2" name="Text Placeholder 4">
            <a:extLst>
              <a:ext uri="{FF2B5EF4-FFF2-40B4-BE49-F238E27FC236}">
                <a16:creationId xmlns:a16="http://schemas.microsoft.com/office/drawing/2014/main" id="{6CEBFF30-BF1C-36AB-80C8-5CF90208316F}"/>
              </a:ext>
            </a:extLst>
          </p:cNvPr>
          <p:cNvSpPr txBox="1">
            <a:spLocks/>
          </p:cNvSpPr>
          <p:nvPr/>
        </p:nvSpPr>
        <p:spPr>
          <a:xfrm>
            <a:off x="563007" y="4334099"/>
            <a:ext cx="352061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solidFill>
                  <a:schemeClr val="accent1">
                    <a:lumMod val="75000"/>
                  </a:schemeClr>
                </a:solidFill>
                <a:latin typeface="Poppins Light" panose="00000400000000000000" pitchFamily="2" charset="0"/>
                <a:cs typeface="Poppins Light" panose="00000400000000000000" pitchFamily="2" charset="0"/>
              </a:rPr>
              <a:t>Agents love </a:t>
            </a:r>
            <a:r>
              <a:rPr lang="en-US" sz="1800" b="1" dirty="0">
                <a:solidFill>
                  <a:schemeClr val="accent1">
                    <a:lumMod val="75000"/>
                  </a:schemeClr>
                </a:solidFill>
                <a:cs typeface="Poppins Light" panose="00000400000000000000" pitchFamily="2" charset="0"/>
              </a:rPr>
              <a:t>code, not config</a:t>
            </a:r>
          </a:p>
        </p:txBody>
      </p:sp>
      <p:sp>
        <p:nvSpPr>
          <p:cNvPr id="3" name="Text Placeholder 4">
            <a:extLst>
              <a:ext uri="{FF2B5EF4-FFF2-40B4-BE49-F238E27FC236}">
                <a16:creationId xmlns:a16="http://schemas.microsoft.com/office/drawing/2014/main" id="{4AA0591D-C825-C29B-FD88-60955384DEAE}"/>
              </a:ext>
            </a:extLst>
          </p:cNvPr>
          <p:cNvSpPr txBox="1">
            <a:spLocks/>
          </p:cNvSpPr>
          <p:nvPr/>
        </p:nvSpPr>
        <p:spPr>
          <a:xfrm>
            <a:off x="4435028" y="4330989"/>
            <a:ext cx="341787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solidFill>
                  <a:schemeClr val="accent1">
                    <a:lumMod val="75000"/>
                  </a:schemeClr>
                </a:solidFill>
                <a:latin typeface="Poppins Light" panose="00000400000000000000" pitchFamily="2" charset="0"/>
                <a:cs typeface="Poppins Light" panose="00000400000000000000" pitchFamily="2" charset="0"/>
              </a:rPr>
              <a:t>Agents use </a:t>
            </a:r>
            <a:r>
              <a:rPr lang="en-US" sz="1800" b="1" dirty="0">
                <a:solidFill>
                  <a:schemeClr val="accent1">
                    <a:lumMod val="75000"/>
                  </a:schemeClr>
                </a:solidFill>
                <a:cs typeface="Poppins Light" panose="00000400000000000000" pitchFamily="2" charset="0"/>
              </a:rPr>
              <a:t>one command</a:t>
            </a:r>
          </a:p>
        </p:txBody>
      </p:sp>
      <p:sp>
        <p:nvSpPr>
          <p:cNvPr id="4" name="Text Placeholder 4">
            <a:extLst>
              <a:ext uri="{FF2B5EF4-FFF2-40B4-BE49-F238E27FC236}">
                <a16:creationId xmlns:a16="http://schemas.microsoft.com/office/drawing/2014/main" id="{7C198136-7188-B8E9-5740-5CED93CE51A1}"/>
              </a:ext>
            </a:extLst>
          </p:cNvPr>
          <p:cNvSpPr txBox="1">
            <a:spLocks/>
          </p:cNvSpPr>
          <p:nvPr/>
        </p:nvSpPr>
        <p:spPr>
          <a:xfrm>
            <a:off x="8204309" y="4327005"/>
            <a:ext cx="3650672"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solidFill>
                  <a:schemeClr val="accent1">
                    <a:lumMod val="75000"/>
                  </a:schemeClr>
                </a:solidFill>
                <a:latin typeface="Poppins Light" panose="00000400000000000000" pitchFamily="2" charset="0"/>
                <a:cs typeface="Poppins Light" panose="00000400000000000000" pitchFamily="2" charset="0"/>
              </a:rPr>
              <a:t>Agents </a:t>
            </a:r>
            <a:r>
              <a:rPr lang="en-US" sz="1800" b="1" dirty="0">
                <a:solidFill>
                  <a:schemeClr val="accent1">
                    <a:lumMod val="75000"/>
                  </a:schemeClr>
                </a:solidFill>
                <a:cs typeface="Poppins Light" panose="00000400000000000000" pitchFamily="2" charset="0"/>
              </a:rPr>
              <a:t>see what’s happening</a:t>
            </a:r>
          </a:p>
        </p:txBody>
      </p:sp>
      <p:sp>
        <p:nvSpPr>
          <p:cNvPr id="5" name="Text Placeholder 4">
            <a:extLst>
              <a:ext uri="{FF2B5EF4-FFF2-40B4-BE49-F238E27FC236}">
                <a16:creationId xmlns:a16="http://schemas.microsoft.com/office/drawing/2014/main" id="{DE6CEF7C-C36D-D040-76BF-4582575F48CE}"/>
              </a:ext>
            </a:extLst>
          </p:cNvPr>
          <p:cNvSpPr txBox="1">
            <a:spLocks/>
          </p:cNvSpPr>
          <p:nvPr/>
        </p:nvSpPr>
        <p:spPr>
          <a:xfrm>
            <a:off x="570209" y="2724183"/>
            <a:ext cx="3921843"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solidFill>
                  <a:schemeClr val="accent1">
                    <a:lumMod val="75000"/>
                  </a:schemeClr>
                </a:solidFill>
                <a:cs typeface="Poppins ExtraBold" panose="00000900000000000000" pitchFamily="2" charset="0"/>
              </a:rPr>
              <a:t>Preconfigured</a:t>
            </a:r>
            <a:r>
              <a:rPr lang="en-US" sz="1800" dirty="0">
                <a:solidFill>
                  <a:schemeClr val="accent1">
                    <a:lumMod val="75000"/>
                  </a:schemeClr>
                </a:solidFill>
                <a:latin typeface="Poppins Light" panose="00000400000000000000" pitchFamily="2" charset="0"/>
                <a:cs typeface="Poppins Light" panose="00000400000000000000" pitchFamily="2" charset="0"/>
              </a:rPr>
              <a:t> skills and MCP</a:t>
            </a:r>
            <a:endParaRPr lang="en-US" sz="1800" b="1" dirty="0">
              <a:solidFill>
                <a:schemeClr val="accent1">
                  <a:lumMod val="75000"/>
                </a:schemeClr>
              </a:solidFill>
              <a:cs typeface="Poppins Light" panose="00000400000000000000" pitchFamily="2" charset="0"/>
            </a:endParaRPr>
          </a:p>
        </p:txBody>
      </p:sp>
      <p:pic>
        <p:nvPicPr>
          <p:cNvPr id="6" name="Image 59">
            <a:extLst>
              <a:ext uri="{FF2B5EF4-FFF2-40B4-BE49-F238E27FC236}">
                <a16:creationId xmlns:a16="http://schemas.microsoft.com/office/drawing/2014/main" id="{6B8F4E03-ABE5-CC33-A570-96547A5E8D1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4508" y="3623956"/>
            <a:ext cx="254450" cy="203598"/>
          </a:xfrm>
          <a:prstGeom prst="rect">
            <a:avLst/>
          </a:prstGeom>
        </p:spPr>
      </p:pic>
      <p:pic>
        <p:nvPicPr>
          <p:cNvPr id="7" name="Image 36">
            <a:extLst>
              <a:ext uri="{FF2B5EF4-FFF2-40B4-BE49-F238E27FC236}">
                <a16:creationId xmlns:a16="http://schemas.microsoft.com/office/drawing/2014/main" id="{32BE6FF9-9E55-C14B-BE8D-019C9D26F85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32872" y="3616969"/>
            <a:ext cx="208530" cy="217571"/>
          </a:xfrm>
          <a:prstGeom prst="rect">
            <a:avLst/>
          </a:prstGeom>
        </p:spPr>
      </p:pic>
      <p:pic>
        <p:nvPicPr>
          <p:cNvPr id="8" name="Image 12">
            <a:extLst>
              <a:ext uri="{FF2B5EF4-FFF2-40B4-BE49-F238E27FC236}">
                <a16:creationId xmlns:a16="http://schemas.microsoft.com/office/drawing/2014/main" id="{91528188-2586-1F19-DB0F-08E9FE07122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99862" y="3643560"/>
            <a:ext cx="225328" cy="225296"/>
          </a:xfrm>
          <a:prstGeom prst="rect">
            <a:avLst/>
          </a:prstGeom>
        </p:spPr>
      </p:pic>
      <p:sp>
        <p:nvSpPr>
          <p:cNvPr id="9" name="Text Placeholder 41">
            <a:extLst>
              <a:ext uri="{FF2B5EF4-FFF2-40B4-BE49-F238E27FC236}">
                <a16:creationId xmlns:a16="http://schemas.microsoft.com/office/drawing/2014/main" id="{2C3B6AA8-ED02-0408-B07B-2F97A1D9F5EE}"/>
              </a:ext>
            </a:extLst>
          </p:cNvPr>
          <p:cNvSpPr txBox="1">
            <a:spLocks/>
          </p:cNvSpPr>
          <p:nvPr/>
        </p:nvSpPr>
        <p:spPr>
          <a:xfrm>
            <a:off x="563006" y="1962178"/>
            <a:ext cx="3619827" cy="404470"/>
          </a:xfrm>
          <a:prstGeom prst="rect">
            <a:avLst/>
          </a:prstGeom>
        </p:spPr>
        <p:txBody>
          <a:bodyPr vert="horz"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a:t> </a:t>
            </a:r>
          </a:p>
        </p:txBody>
      </p:sp>
      <p:pic>
        <p:nvPicPr>
          <p:cNvPr id="10" name="Image 69">
            <a:extLst>
              <a:ext uri="{FF2B5EF4-FFF2-40B4-BE49-F238E27FC236}">
                <a16:creationId xmlns:a16="http://schemas.microsoft.com/office/drawing/2014/main" id="{BFF81939-F932-B964-5F35-E3C4ACC58BC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9402" y="2083729"/>
            <a:ext cx="239556" cy="203598"/>
          </a:xfrm>
          <a:prstGeom prst="rect">
            <a:avLst/>
          </a:prstGeom>
        </p:spPr>
      </p:pic>
      <p:sp>
        <p:nvSpPr>
          <p:cNvPr id="11" name="Text Placeholder 14">
            <a:extLst>
              <a:ext uri="{FF2B5EF4-FFF2-40B4-BE49-F238E27FC236}">
                <a16:creationId xmlns:a16="http://schemas.microsoft.com/office/drawing/2014/main" id="{473299AF-269E-7E4D-8F2D-B6550C6EA2D7}"/>
              </a:ext>
            </a:extLst>
          </p:cNvPr>
          <p:cNvSpPr>
            <a:spLocks noGrp="1"/>
          </p:cNvSpPr>
          <p:nvPr>
            <p:ph type="body" sz="quarter" idx="11"/>
          </p:nvPr>
        </p:nvSpPr>
        <p:spPr>
          <a:xfrm>
            <a:off x="570209" y="1071824"/>
            <a:ext cx="11046657" cy="469900"/>
          </a:xfrm>
        </p:spPr>
        <p:txBody>
          <a:bodyPr/>
          <a:lstStyle/>
          <a:p>
            <a:r>
              <a:rPr lang="en-US" dirty="0"/>
              <a:t>Give agents structure, not more prompts</a:t>
            </a:r>
          </a:p>
        </p:txBody>
      </p:sp>
      <p:cxnSp>
        <p:nvCxnSpPr>
          <p:cNvPr id="13" name="Straight Connector 12">
            <a:extLst>
              <a:ext uri="{FF2B5EF4-FFF2-40B4-BE49-F238E27FC236}">
                <a16:creationId xmlns:a16="http://schemas.microsoft.com/office/drawing/2014/main" id="{CD2E4F71-1FA3-349E-92B3-05C235A34E2C}"/>
              </a:ext>
            </a:extLst>
          </p:cNvPr>
          <p:cNvCxnSpPr>
            <a:cxnSpLocks/>
          </p:cNvCxnSpPr>
          <p:nvPr/>
        </p:nvCxnSpPr>
        <p:spPr>
          <a:xfrm>
            <a:off x="513708" y="3364787"/>
            <a:ext cx="10879112" cy="0"/>
          </a:xfrm>
          <a:prstGeom prst="line">
            <a:avLst/>
          </a:prstGeom>
          <a:ln>
            <a:gradFill flip="none" rotWithShape="1">
              <a:gsLst>
                <a:gs pos="100000">
                  <a:schemeClr val="accent3">
                    <a:lumMod val="50000"/>
                  </a:schemeClr>
                </a:gs>
                <a:gs pos="0">
                  <a:schemeClr val="accent2">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0DBFBE3-5BFB-341B-94E8-6A84BDF0EC54}"/>
              </a:ext>
            </a:extLst>
          </p:cNvPr>
          <p:cNvSpPr txBox="1"/>
          <p:nvPr/>
        </p:nvSpPr>
        <p:spPr>
          <a:xfrm>
            <a:off x="8356697" y="2355381"/>
            <a:ext cx="2747868" cy="523220"/>
          </a:xfrm>
          <a:prstGeom prst="rect">
            <a:avLst/>
          </a:prstGeom>
          <a:noFill/>
        </p:spPr>
        <p:txBody>
          <a:bodyPr wrap="none" lIns="91440" tIns="45720" rIns="91440" bIns="45720" rtlCol="0" anchor="t">
            <a:spAutoFit/>
          </a:bodyPr>
          <a:lstStyle/>
          <a:p>
            <a:r>
              <a:rPr lang="en-US" sz="2800" dirty="0">
                <a:latin typeface="Consolas"/>
                <a:cs typeface="Cascadia Code" panose="020B0609020000020004" pitchFamily="49" charset="0"/>
              </a:rPr>
              <a:t>&gt; aspire </a:t>
            </a:r>
            <a:r>
              <a:rPr lang="en-US" sz="2800" dirty="0" err="1">
                <a:latin typeface="Consolas"/>
                <a:cs typeface="Cascadia Code" panose="020B0609020000020004" pitchFamily="49" charset="0"/>
              </a:rPr>
              <a:t>init</a:t>
            </a:r>
            <a:endParaRPr lang="en-US" sz="2800" dirty="0">
              <a:latin typeface="Consolas"/>
              <a:cs typeface="Cascadia Code" panose="020B0609020000020004" pitchFamily="49" charset="0"/>
            </a:endParaRPr>
          </a:p>
        </p:txBody>
      </p:sp>
    </p:spTree>
    <p:extLst>
      <p:ext uri="{BB962C8B-B14F-4D97-AF65-F5344CB8AC3E}">
        <p14:creationId xmlns:p14="http://schemas.microsoft.com/office/powerpoint/2010/main" val="389363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0E16D3-0504-0B06-30CC-82C665CCC96A}"/>
              </a:ext>
            </a:extLst>
          </p:cNvPr>
          <p:cNvSpPr>
            <a:spLocks noGrp="1"/>
          </p:cNvSpPr>
          <p:nvPr>
            <p:ph type="body" sz="quarter" idx="16"/>
          </p:nvPr>
        </p:nvSpPr>
        <p:spPr/>
        <p:txBody>
          <a:bodyPr/>
          <a:lstStyle/>
          <a:p>
            <a:r>
              <a:rPr lang="en-US"/>
              <a:t>Demo</a:t>
            </a:r>
          </a:p>
        </p:txBody>
      </p:sp>
    </p:spTree>
    <p:extLst>
      <p:ext uri="{BB962C8B-B14F-4D97-AF65-F5344CB8AC3E}">
        <p14:creationId xmlns:p14="http://schemas.microsoft.com/office/powerpoint/2010/main" val="857066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F1854-54F4-0952-0C93-6AB749166353}"/>
              </a:ext>
            </a:extLst>
          </p:cNvPr>
          <p:cNvSpPr>
            <a:spLocks noGrp="1"/>
          </p:cNvSpPr>
          <p:nvPr>
            <p:ph type="title" idx="4294967295"/>
          </p:nvPr>
        </p:nvSpPr>
        <p:spPr>
          <a:xfrm>
            <a:off x="0" y="-844550"/>
            <a:ext cx="11047413" cy="844550"/>
          </a:xfrm>
        </p:spPr>
        <p:txBody>
          <a:bodyPr vert="horz" lIns="91440" tIns="45720" rIns="91440" bIns="45720" rtlCol="0" anchor="b">
            <a:normAutofit/>
          </a:bodyPr>
          <a:lstStyle/>
          <a:p>
            <a:r>
              <a:rPr lang="en-US"/>
              <a:t>Thank you</a:t>
            </a:r>
          </a:p>
        </p:txBody>
      </p:sp>
    </p:spTree>
    <p:extLst>
      <p:ext uri="{BB962C8B-B14F-4D97-AF65-F5344CB8AC3E}">
        <p14:creationId xmlns:p14="http://schemas.microsoft.com/office/powerpoint/2010/main" val="490702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E9BE6-5A91-ECA9-2654-0DD794F45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AD540-3705-99FB-7D2F-D992B5BBCE6B}"/>
              </a:ext>
            </a:extLst>
          </p:cNvPr>
          <p:cNvSpPr>
            <a:spLocks noGrp="1"/>
          </p:cNvSpPr>
          <p:nvPr>
            <p:ph type="ctrTitle"/>
          </p:nvPr>
        </p:nvSpPr>
        <p:spPr/>
        <p:txBody>
          <a:bodyPr/>
          <a:lstStyle/>
          <a:p>
            <a:r>
              <a:rPr lang="en-US">
                <a:latin typeface="Poppins ExtraBold" panose="00000900000000000000" pitchFamily="2" charset="0"/>
                <a:cs typeface="Poppins ExtraBold" panose="00000900000000000000" pitchFamily="2" charset="0"/>
              </a:rPr>
              <a:t>Intro to Aspire</a:t>
            </a:r>
          </a:p>
        </p:txBody>
      </p:sp>
      <p:sp>
        <p:nvSpPr>
          <p:cNvPr id="3" name="Subtitle 2">
            <a:extLst>
              <a:ext uri="{FF2B5EF4-FFF2-40B4-BE49-F238E27FC236}">
                <a16:creationId xmlns:a16="http://schemas.microsoft.com/office/drawing/2014/main" id="{8A967B71-90FA-2C8A-E33D-33E0B7DDC34F}"/>
              </a:ext>
            </a:extLst>
          </p:cNvPr>
          <p:cNvSpPr>
            <a:spLocks noGrp="1"/>
          </p:cNvSpPr>
          <p:nvPr>
            <p:ph type="subTitle" idx="1"/>
          </p:nvPr>
        </p:nvSpPr>
        <p:spPr/>
        <p:txBody>
          <a:bodyPr/>
          <a:lstStyle/>
          <a:p>
            <a:r>
              <a:rPr lang="en-US">
                <a:solidFill>
                  <a:schemeClr val="accent6"/>
                </a:solidFill>
              </a:rPr>
              <a:t>Speaker Name</a:t>
            </a:r>
          </a:p>
          <a:p>
            <a:r>
              <a:rPr lang="en-US"/>
              <a:t>Role, Company</a:t>
            </a:r>
          </a:p>
          <a:p>
            <a:r>
              <a:rPr lang="en-US"/>
              <a:t>@social</a:t>
            </a:r>
          </a:p>
        </p:txBody>
      </p:sp>
    </p:spTree>
    <p:extLst>
      <p:ext uri="{BB962C8B-B14F-4D97-AF65-F5344CB8AC3E}">
        <p14:creationId xmlns:p14="http://schemas.microsoft.com/office/powerpoint/2010/main" val="2738226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50000" b="-50000"/>
          </a:stretch>
        </a:blipFill>
        <a:effectLst/>
      </p:bgPr>
    </p:bg>
    <p:spTree>
      <p:nvGrpSpPr>
        <p:cNvPr id="1" name=""/>
        <p:cNvGrpSpPr/>
        <p:nvPr/>
      </p:nvGrpSpPr>
      <p:grpSpPr>
        <a:xfrm>
          <a:off x="0" y="0"/>
          <a:ext cx="0" cy="0"/>
          <a:chOff x="0" y="0"/>
          <a:chExt cx="0" cy="0"/>
        </a:xfrm>
      </p:grpSpPr>
      <p:sp>
        <p:nvSpPr>
          <p:cNvPr id="21" name="Rounded Rectangle 1">
            <a:extLst>
              <a:ext uri="{FF2B5EF4-FFF2-40B4-BE49-F238E27FC236}">
                <a16:creationId xmlns:a16="http://schemas.microsoft.com/office/drawing/2014/main" id="{E9972E5E-C8FD-D04C-6012-93581147946B}"/>
              </a:ext>
            </a:extLst>
          </p:cNvPr>
          <p:cNvSpPr/>
          <p:nvPr/>
        </p:nvSpPr>
        <p:spPr>
          <a:xfrm>
            <a:off x="5052034" y="1499394"/>
            <a:ext cx="2087869" cy="29083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22" name="Rounded Rectangle 2">
            <a:extLst>
              <a:ext uri="{FF2B5EF4-FFF2-40B4-BE49-F238E27FC236}">
                <a16:creationId xmlns:a16="http://schemas.microsoft.com/office/drawing/2014/main" id="{F1A26860-D0A5-DEF5-0C5D-12ACAD983B1C}"/>
              </a:ext>
            </a:extLst>
          </p:cNvPr>
          <p:cNvSpPr/>
          <p:nvPr/>
        </p:nvSpPr>
        <p:spPr>
          <a:xfrm>
            <a:off x="588902" y="1499394"/>
            <a:ext cx="2087869" cy="29083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23" name="Rounded Rectangle 3">
            <a:extLst>
              <a:ext uri="{FF2B5EF4-FFF2-40B4-BE49-F238E27FC236}">
                <a16:creationId xmlns:a16="http://schemas.microsoft.com/office/drawing/2014/main" id="{93D88B9E-1EFC-20B3-AD1C-A544373C3A00}"/>
              </a:ext>
            </a:extLst>
          </p:cNvPr>
          <p:cNvSpPr/>
          <p:nvPr/>
        </p:nvSpPr>
        <p:spPr>
          <a:xfrm>
            <a:off x="9530582" y="1499394"/>
            <a:ext cx="2087869" cy="29083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24" name="Rounded Rectangle 4">
            <a:extLst>
              <a:ext uri="{FF2B5EF4-FFF2-40B4-BE49-F238E27FC236}">
                <a16:creationId xmlns:a16="http://schemas.microsoft.com/office/drawing/2014/main" id="{58F1CEA4-1016-DBE2-7091-EC2489415F40}"/>
              </a:ext>
            </a:extLst>
          </p:cNvPr>
          <p:cNvSpPr/>
          <p:nvPr/>
        </p:nvSpPr>
        <p:spPr>
          <a:xfrm>
            <a:off x="6170180" y="4559300"/>
            <a:ext cx="5448272" cy="17272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25" name="Rounded Rectangle 5">
            <a:extLst>
              <a:ext uri="{FF2B5EF4-FFF2-40B4-BE49-F238E27FC236}">
                <a16:creationId xmlns:a16="http://schemas.microsoft.com/office/drawing/2014/main" id="{074924DE-998C-1171-4070-98A166D093CF}"/>
              </a:ext>
            </a:extLst>
          </p:cNvPr>
          <p:cNvSpPr/>
          <p:nvPr/>
        </p:nvSpPr>
        <p:spPr>
          <a:xfrm>
            <a:off x="570209" y="4559300"/>
            <a:ext cx="5448272" cy="1727200"/>
          </a:xfrm>
          <a:prstGeom prst="roundRect">
            <a:avLst>
              <a:gd name="adj" fmla="val 4009"/>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26" name="Rounded Rectangle 6">
            <a:extLst>
              <a:ext uri="{FF2B5EF4-FFF2-40B4-BE49-F238E27FC236}">
                <a16:creationId xmlns:a16="http://schemas.microsoft.com/office/drawing/2014/main" id="{33B27082-CA28-3D04-E1AA-9B7094EE1750}"/>
              </a:ext>
            </a:extLst>
          </p:cNvPr>
          <p:cNvSpPr/>
          <p:nvPr/>
        </p:nvSpPr>
        <p:spPr>
          <a:xfrm>
            <a:off x="2816332" y="1499394"/>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27" name="Rounded Rectangle 7">
            <a:extLst>
              <a:ext uri="{FF2B5EF4-FFF2-40B4-BE49-F238E27FC236}">
                <a16:creationId xmlns:a16="http://schemas.microsoft.com/office/drawing/2014/main" id="{A3BDB154-FA50-06A0-0FE8-192881529BAE}"/>
              </a:ext>
            </a:extLst>
          </p:cNvPr>
          <p:cNvSpPr/>
          <p:nvPr/>
        </p:nvSpPr>
        <p:spPr>
          <a:xfrm>
            <a:off x="2816332" y="3028156"/>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42" name="Rounded Rectangle 8">
            <a:extLst>
              <a:ext uri="{FF2B5EF4-FFF2-40B4-BE49-F238E27FC236}">
                <a16:creationId xmlns:a16="http://schemas.microsoft.com/office/drawing/2014/main" id="{267AC4F8-DDD6-84EF-D24A-FE0D1F70CB2D}"/>
              </a:ext>
            </a:extLst>
          </p:cNvPr>
          <p:cNvSpPr/>
          <p:nvPr/>
        </p:nvSpPr>
        <p:spPr>
          <a:xfrm>
            <a:off x="7294879" y="1499394"/>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43" name="Rounded Rectangle 9">
            <a:extLst>
              <a:ext uri="{FF2B5EF4-FFF2-40B4-BE49-F238E27FC236}">
                <a16:creationId xmlns:a16="http://schemas.microsoft.com/office/drawing/2014/main" id="{C963C897-D293-A12B-BAF5-EE4E154E2FA3}"/>
              </a:ext>
            </a:extLst>
          </p:cNvPr>
          <p:cNvSpPr/>
          <p:nvPr/>
        </p:nvSpPr>
        <p:spPr>
          <a:xfrm>
            <a:off x="7294879" y="3028156"/>
            <a:ext cx="2087869" cy="1377950"/>
          </a:xfrm>
          <a:prstGeom prst="roundRect">
            <a:avLst>
              <a:gd name="adj" fmla="val 452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Poppins" pitchFamily="2" charset="77"/>
              <a:ea typeface="+mn-ea"/>
              <a:cs typeface="+mn-cs"/>
            </a:endParaRPr>
          </a:p>
        </p:txBody>
      </p:sp>
      <p:sp>
        <p:nvSpPr>
          <p:cNvPr id="2" name="Text Placeholder 1">
            <a:extLst>
              <a:ext uri="{FF2B5EF4-FFF2-40B4-BE49-F238E27FC236}">
                <a16:creationId xmlns:a16="http://schemas.microsoft.com/office/drawing/2014/main" id="{13DA406C-BDF8-AB88-D83C-41B48FCE2298}"/>
              </a:ext>
            </a:extLst>
          </p:cNvPr>
          <p:cNvSpPr>
            <a:spLocks noGrp="1"/>
          </p:cNvSpPr>
          <p:nvPr>
            <p:ph type="body" sz="quarter" idx="13"/>
          </p:nvPr>
        </p:nvSpPr>
        <p:spPr>
          <a:xfrm>
            <a:off x="541339" y="462374"/>
            <a:ext cx="3680283" cy="348970"/>
          </a:xfrm>
          <a:noFill/>
          <a:effectLst>
            <a:softEdge rad="31750"/>
          </a:effectLst>
        </p:spPr>
        <p:txBody>
          <a:bodyPr/>
          <a:lstStyle/>
          <a:p>
            <a:r>
              <a:rPr lang="en-US">
                <a:effectLst>
                  <a:glow rad="101600">
                    <a:schemeClr val="tx2">
                      <a:lumMod val="90000"/>
                      <a:lumOff val="10000"/>
                      <a:alpha val="60000"/>
                    </a:schemeClr>
                  </a:glow>
                </a:effectLst>
              </a:rPr>
              <a:t>Modern apps are like being in a </a:t>
            </a:r>
          </a:p>
        </p:txBody>
      </p:sp>
      <p:sp>
        <p:nvSpPr>
          <p:cNvPr id="3" name="Text Placeholder 2">
            <a:extLst>
              <a:ext uri="{FF2B5EF4-FFF2-40B4-BE49-F238E27FC236}">
                <a16:creationId xmlns:a16="http://schemas.microsoft.com/office/drawing/2014/main" id="{30813BD1-E16C-C53E-19FC-3C25E49B9C8F}"/>
              </a:ext>
            </a:extLst>
          </p:cNvPr>
          <p:cNvSpPr>
            <a:spLocks noGrp="1"/>
          </p:cNvSpPr>
          <p:nvPr>
            <p:ph type="body" sz="quarter" idx="15"/>
          </p:nvPr>
        </p:nvSpPr>
        <p:spPr>
          <a:xfrm>
            <a:off x="541338" y="860836"/>
            <a:ext cx="3604284" cy="382586"/>
          </a:xfrm>
          <a:noFill/>
          <a:effectLst>
            <a:softEdge rad="31750"/>
          </a:effectLst>
        </p:spPr>
        <p:txBody>
          <a:bodyPr/>
          <a:lstStyle/>
          <a:p>
            <a:r>
              <a:rPr lang="en-US">
                <a:effectLst>
                  <a:glow rad="228600">
                    <a:schemeClr val="tx2">
                      <a:lumMod val="90000"/>
                      <a:lumOff val="10000"/>
                      <a:alpha val="40000"/>
                    </a:schemeClr>
                  </a:glow>
                </a:effectLst>
              </a:rPr>
              <a:t>Big city without a map</a:t>
            </a:r>
          </a:p>
        </p:txBody>
      </p:sp>
      <p:sp>
        <p:nvSpPr>
          <p:cNvPr id="28" name="Text Placeholder 27">
            <a:extLst>
              <a:ext uri="{FF2B5EF4-FFF2-40B4-BE49-F238E27FC236}">
                <a16:creationId xmlns:a16="http://schemas.microsoft.com/office/drawing/2014/main" id="{6C689103-A817-8EA7-D36E-60746A148AA3}"/>
              </a:ext>
            </a:extLst>
          </p:cNvPr>
          <p:cNvSpPr>
            <a:spLocks noGrp="1"/>
          </p:cNvSpPr>
          <p:nvPr>
            <p:ph type="body" sz="quarter" idx="16"/>
          </p:nvPr>
        </p:nvSpPr>
        <p:spPr>
          <a:xfrm>
            <a:off x="9686588" y="1840205"/>
            <a:ext cx="1727287" cy="219869"/>
          </a:xfrm>
        </p:spPr>
        <p:txBody>
          <a:bodyPr/>
          <a:lstStyle/>
          <a:p>
            <a:r>
              <a:rPr lang="en-US"/>
              <a:t>Env</a:t>
            </a:r>
          </a:p>
        </p:txBody>
      </p:sp>
      <p:sp>
        <p:nvSpPr>
          <p:cNvPr id="5" name="Text Placeholder 4">
            <a:extLst>
              <a:ext uri="{FF2B5EF4-FFF2-40B4-BE49-F238E27FC236}">
                <a16:creationId xmlns:a16="http://schemas.microsoft.com/office/drawing/2014/main" id="{1F3094EC-901A-25F6-A13B-0A136C75E494}"/>
              </a:ext>
            </a:extLst>
          </p:cNvPr>
          <p:cNvSpPr>
            <a:spLocks noGrp="1"/>
          </p:cNvSpPr>
          <p:nvPr>
            <p:ph type="body" sz="quarter" idx="18"/>
          </p:nvPr>
        </p:nvSpPr>
        <p:spPr>
          <a:xfrm>
            <a:off x="2998788" y="1860298"/>
            <a:ext cx="1758950" cy="220663"/>
          </a:xfrm>
        </p:spPr>
        <p:txBody>
          <a:bodyPr/>
          <a:lstStyle/>
          <a:p>
            <a:r>
              <a:rPr lang="en-US"/>
              <a:t>Frontends</a:t>
            </a:r>
          </a:p>
        </p:txBody>
      </p:sp>
      <p:sp>
        <p:nvSpPr>
          <p:cNvPr id="29" name="Text Placeholder 28">
            <a:extLst>
              <a:ext uri="{FF2B5EF4-FFF2-40B4-BE49-F238E27FC236}">
                <a16:creationId xmlns:a16="http://schemas.microsoft.com/office/drawing/2014/main" id="{27D5D79F-F0E8-8B50-A72C-503C63F6DFC5}"/>
              </a:ext>
            </a:extLst>
          </p:cNvPr>
          <p:cNvSpPr>
            <a:spLocks noGrp="1"/>
          </p:cNvSpPr>
          <p:nvPr>
            <p:ph type="body" sz="quarter" idx="20"/>
          </p:nvPr>
        </p:nvSpPr>
        <p:spPr>
          <a:xfrm>
            <a:off x="2998095" y="3358160"/>
            <a:ext cx="1759180" cy="219869"/>
          </a:xfrm>
        </p:spPr>
        <p:txBody>
          <a:bodyPr/>
          <a:lstStyle/>
          <a:p>
            <a:r>
              <a:rPr lang="en-US"/>
              <a:t>Backends</a:t>
            </a:r>
          </a:p>
        </p:txBody>
      </p:sp>
      <p:sp>
        <p:nvSpPr>
          <p:cNvPr id="30" name="Text Placeholder 29">
            <a:extLst>
              <a:ext uri="{FF2B5EF4-FFF2-40B4-BE49-F238E27FC236}">
                <a16:creationId xmlns:a16="http://schemas.microsoft.com/office/drawing/2014/main" id="{ED38E0DC-B73A-37AD-7C07-AE735FECBB1C}"/>
              </a:ext>
            </a:extLst>
          </p:cNvPr>
          <p:cNvSpPr>
            <a:spLocks noGrp="1"/>
          </p:cNvSpPr>
          <p:nvPr>
            <p:ph type="body" sz="quarter" idx="22"/>
          </p:nvPr>
        </p:nvSpPr>
        <p:spPr>
          <a:xfrm>
            <a:off x="5208445" y="1860956"/>
            <a:ext cx="1759180" cy="219869"/>
          </a:xfrm>
        </p:spPr>
        <p:txBody>
          <a:bodyPr/>
          <a:lstStyle/>
          <a:p>
            <a:r>
              <a:rPr lang="en-US"/>
              <a:t>Services</a:t>
            </a:r>
          </a:p>
        </p:txBody>
      </p:sp>
      <p:sp>
        <p:nvSpPr>
          <p:cNvPr id="31" name="Text Placeholder 30">
            <a:extLst>
              <a:ext uri="{FF2B5EF4-FFF2-40B4-BE49-F238E27FC236}">
                <a16:creationId xmlns:a16="http://schemas.microsoft.com/office/drawing/2014/main" id="{88F18239-9B43-6C3E-0343-06C73434EF6A}"/>
              </a:ext>
            </a:extLst>
          </p:cNvPr>
          <p:cNvSpPr>
            <a:spLocks noGrp="1"/>
          </p:cNvSpPr>
          <p:nvPr>
            <p:ph type="body" sz="quarter" idx="28"/>
          </p:nvPr>
        </p:nvSpPr>
        <p:spPr>
          <a:xfrm>
            <a:off x="7453959" y="3358160"/>
            <a:ext cx="1759180" cy="219869"/>
          </a:xfrm>
        </p:spPr>
        <p:txBody>
          <a:bodyPr/>
          <a:lstStyle/>
          <a:p>
            <a:r>
              <a:rPr lang="en-US"/>
              <a:t>Observability</a:t>
            </a:r>
          </a:p>
        </p:txBody>
      </p:sp>
      <p:sp>
        <p:nvSpPr>
          <p:cNvPr id="32" name="Text Placeholder 31">
            <a:extLst>
              <a:ext uri="{FF2B5EF4-FFF2-40B4-BE49-F238E27FC236}">
                <a16:creationId xmlns:a16="http://schemas.microsoft.com/office/drawing/2014/main" id="{05494C0B-1F05-6156-9525-C4568C08B0F8}"/>
              </a:ext>
            </a:extLst>
          </p:cNvPr>
          <p:cNvSpPr>
            <a:spLocks noGrp="1"/>
          </p:cNvSpPr>
          <p:nvPr>
            <p:ph type="body" sz="quarter" idx="34"/>
          </p:nvPr>
        </p:nvSpPr>
        <p:spPr>
          <a:xfrm>
            <a:off x="7485852" y="1840205"/>
            <a:ext cx="1727287" cy="219869"/>
          </a:xfrm>
        </p:spPr>
        <p:txBody>
          <a:bodyPr/>
          <a:lstStyle/>
          <a:p>
            <a:r>
              <a:rPr lang="en-US"/>
              <a:t>Agents + AI</a:t>
            </a:r>
          </a:p>
        </p:txBody>
      </p:sp>
      <p:sp>
        <p:nvSpPr>
          <p:cNvPr id="33" name="Text Placeholder 32">
            <a:extLst>
              <a:ext uri="{FF2B5EF4-FFF2-40B4-BE49-F238E27FC236}">
                <a16:creationId xmlns:a16="http://schemas.microsoft.com/office/drawing/2014/main" id="{4A9537CF-1DFE-F9FA-440B-BA2BE749673A}"/>
              </a:ext>
            </a:extLst>
          </p:cNvPr>
          <p:cNvSpPr>
            <a:spLocks noGrp="1"/>
          </p:cNvSpPr>
          <p:nvPr>
            <p:ph type="body" sz="quarter" idx="35"/>
          </p:nvPr>
        </p:nvSpPr>
        <p:spPr>
          <a:xfrm>
            <a:off x="754333" y="4900582"/>
            <a:ext cx="1727287" cy="219869"/>
          </a:xfrm>
        </p:spPr>
        <p:txBody>
          <a:bodyPr/>
          <a:lstStyle/>
          <a:p>
            <a:r>
              <a:rPr lang="en-US" b="1"/>
              <a:t>Manifests + Scripts</a:t>
            </a:r>
          </a:p>
        </p:txBody>
      </p:sp>
      <p:sp>
        <p:nvSpPr>
          <p:cNvPr id="11" name="Text Placeholder 10">
            <a:extLst>
              <a:ext uri="{FF2B5EF4-FFF2-40B4-BE49-F238E27FC236}">
                <a16:creationId xmlns:a16="http://schemas.microsoft.com/office/drawing/2014/main" id="{3836B99B-F1B6-02BC-2507-D732B6BD1315}"/>
              </a:ext>
            </a:extLst>
          </p:cNvPr>
          <p:cNvSpPr>
            <a:spLocks noGrp="1"/>
          </p:cNvSpPr>
          <p:nvPr>
            <p:ph type="body" sz="quarter" idx="36"/>
          </p:nvPr>
        </p:nvSpPr>
        <p:spPr>
          <a:xfrm>
            <a:off x="754063" y="1860298"/>
            <a:ext cx="1727200" cy="220663"/>
          </a:xfrm>
        </p:spPr>
        <p:txBody>
          <a:bodyPr/>
          <a:lstStyle/>
          <a:p>
            <a:r>
              <a:rPr lang="en-US"/>
              <a:t>Editor/IDE</a:t>
            </a:r>
          </a:p>
        </p:txBody>
      </p:sp>
      <p:sp>
        <p:nvSpPr>
          <p:cNvPr id="34" name="Text Placeholder 33">
            <a:extLst>
              <a:ext uri="{FF2B5EF4-FFF2-40B4-BE49-F238E27FC236}">
                <a16:creationId xmlns:a16="http://schemas.microsoft.com/office/drawing/2014/main" id="{2A4F0532-8087-F1F5-F7EC-18B5CDCFB378}"/>
              </a:ext>
            </a:extLst>
          </p:cNvPr>
          <p:cNvSpPr>
            <a:spLocks noGrp="1"/>
          </p:cNvSpPr>
          <p:nvPr>
            <p:ph type="body" sz="quarter" idx="37"/>
          </p:nvPr>
        </p:nvSpPr>
        <p:spPr>
          <a:xfrm>
            <a:off x="6355561" y="4901836"/>
            <a:ext cx="1727287" cy="219869"/>
          </a:xfrm>
        </p:spPr>
        <p:txBody>
          <a:bodyPr/>
          <a:lstStyle/>
          <a:p>
            <a:r>
              <a:rPr lang="en-US" b="1"/>
              <a:t>Deployment handoff</a:t>
            </a:r>
          </a:p>
        </p:txBody>
      </p:sp>
      <p:sp>
        <p:nvSpPr>
          <p:cNvPr id="13" name="Text Placeholder 12">
            <a:extLst>
              <a:ext uri="{FF2B5EF4-FFF2-40B4-BE49-F238E27FC236}">
                <a16:creationId xmlns:a16="http://schemas.microsoft.com/office/drawing/2014/main" id="{41B56376-8DD1-2535-D0CC-3B5065621201}"/>
              </a:ext>
            </a:extLst>
          </p:cNvPr>
          <p:cNvSpPr>
            <a:spLocks noGrp="1"/>
          </p:cNvSpPr>
          <p:nvPr>
            <p:ph type="body" sz="quarter" idx="38"/>
          </p:nvPr>
        </p:nvSpPr>
        <p:spPr>
          <a:xfrm>
            <a:off x="754063" y="2161923"/>
            <a:ext cx="1727200" cy="219075"/>
          </a:xfrm>
        </p:spPr>
        <p:txBody>
          <a:bodyPr/>
          <a:lstStyle/>
          <a:p>
            <a:r>
              <a:rPr lang="en-US"/>
              <a:t>&gt; Operating systems</a:t>
            </a:r>
          </a:p>
          <a:p>
            <a:r>
              <a:rPr lang="en-US"/>
              <a:t>&gt; Shells + terminals</a:t>
            </a:r>
          </a:p>
          <a:p>
            <a:r>
              <a:rPr lang="en-US"/>
              <a:t>&gt; Coding agents</a:t>
            </a:r>
          </a:p>
          <a:p>
            <a:r>
              <a:rPr lang="en-US"/>
              <a:t>&gt; Extensions</a:t>
            </a:r>
          </a:p>
        </p:txBody>
      </p:sp>
      <p:sp>
        <p:nvSpPr>
          <p:cNvPr id="14" name="Text Placeholder 13">
            <a:extLst>
              <a:ext uri="{FF2B5EF4-FFF2-40B4-BE49-F238E27FC236}">
                <a16:creationId xmlns:a16="http://schemas.microsoft.com/office/drawing/2014/main" id="{1FCBDEC7-09C9-5943-222F-77A6CE41494A}"/>
              </a:ext>
            </a:extLst>
          </p:cNvPr>
          <p:cNvSpPr>
            <a:spLocks noGrp="1"/>
          </p:cNvSpPr>
          <p:nvPr>
            <p:ph type="body" sz="quarter" idx="39"/>
          </p:nvPr>
        </p:nvSpPr>
        <p:spPr>
          <a:xfrm>
            <a:off x="3014663" y="2161923"/>
            <a:ext cx="1727200" cy="219075"/>
          </a:xfrm>
        </p:spPr>
        <p:txBody>
          <a:bodyPr/>
          <a:lstStyle/>
          <a:p>
            <a:r>
              <a:rPr lang="en-US"/>
              <a:t>&gt; Endless languages + frameworks</a:t>
            </a:r>
          </a:p>
        </p:txBody>
      </p:sp>
      <p:sp>
        <p:nvSpPr>
          <p:cNvPr id="35" name="Text Placeholder 34">
            <a:extLst>
              <a:ext uri="{FF2B5EF4-FFF2-40B4-BE49-F238E27FC236}">
                <a16:creationId xmlns:a16="http://schemas.microsoft.com/office/drawing/2014/main" id="{A28247B3-1C23-74A9-2DF2-567C5A0C575A}"/>
              </a:ext>
            </a:extLst>
          </p:cNvPr>
          <p:cNvSpPr>
            <a:spLocks noGrp="1"/>
          </p:cNvSpPr>
          <p:nvPr>
            <p:ph type="body" sz="quarter" idx="40"/>
          </p:nvPr>
        </p:nvSpPr>
        <p:spPr>
          <a:xfrm>
            <a:off x="5208445" y="2161241"/>
            <a:ext cx="1813942" cy="225796"/>
          </a:xfrm>
        </p:spPr>
        <p:txBody>
          <a:bodyPr/>
          <a:lstStyle/>
          <a:p>
            <a:pPr>
              <a:lnSpc>
                <a:spcPct val="100000"/>
              </a:lnSpc>
            </a:pPr>
            <a:r>
              <a:rPr lang="en-US"/>
              <a:t>&gt; Databases + storage</a:t>
            </a:r>
          </a:p>
          <a:p>
            <a:pPr>
              <a:lnSpc>
                <a:spcPct val="100000"/>
              </a:lnSpc>
            </a:pPr>
            <a:r>
              <a:rPr lang="en-US"/>
              <a:t>&gt; Auth</a:t>
            </a:r>
          </a:p>
          <a:p>
            <a:pPr>
              <a:lnSpc>
                <a:spcPct val="100000"/>
              </a:lnSpc>
            </a:pPr>
            <a:r>
              <a:rPr lang="en-US"/>
              <a:t>&gt; Caches + queues</a:t>
            </a:r>
          </a:p>
          <a:p>
            <a:pPr>
              <a:lnSpc>
                <a:spcPct val="100000"/>
              </a:lnSpc>
            </a:pPr>
            <a:r>
              <a:rPr lang="en-US"/>
              <a:t>&gt; Messaging</a:t>
            </a:r>
          </a:p>
        </p:txBody>
      </p:sp>
      <p:sp>
        <p:nvSpPr>
          <p:cNvPr id="36" name="Text Placeholder 35">
            <a:extLst>
              <a:ext uri="{FF2B5EF4-FFF2-40B4-BE49-F238E27FC236}">
                <a16:creationId xmlns:a16="http://schemas.microsoft.com/office/drawing/2014/main" id="{E62C84F0-3250-8EF3-8A5C-90840D28FD3B}"/>
              </a:ext>
            </a:extLst>
          </p:cNvPr>
          <p:cNvSpPr>
            <a:spLocks noGrp="1"/>
          </p:cNvSpPr>
          <p:nvPr>
            <p:ph type="body" sz="quarter" idx="41"/>
          </p:nvPr>
        </p:nvSpPr>
        <p:spPr>
          <a:xfrm>
            <a:off x="7469906" y="2170548"/>
            <a:ext cx="1759180" cy="210562"/>
          </a:xfrm>
        </p:spPr>
        <p:txBody>
          <a:bodyPr/>
          <a:lstStyle/>
          <a:p>
            <a:r>
              <a:rPr lang="en-US"/>
              <a:t>&gt; Models, deployments, frameworks</a:t>
            </a:r>
          </a:p>
        </p:txBody>
      </p:sp>
      <p:sp>
        <p:nvSpPr>
          <p:cNvPr id="37" name="Text Placeholder 36">
            <a:extLst>
              <a:ext uri="{FF2B5EF4-FFF2-40B4-BE49-F238E27FC236}">
                <a16:creationId xmlns:a16="http://schemas.microsoft.com/office/drawing/2014/main" id="{C2789319-DEE1-A4F8-0E9D-01E919195D50}"/>
              </a:ext>
            </a:extLst>
          </p:cNvPr>
          <p:cNvSpPr>
            <a:spLocks noGrp="1"/>
          </p:cNvSpPr>
          <p:nvPr>
            <p:ph type="body" sz="quarter" idx="42"/>
          </p:nvPr>
        </p:nvSpPr>
        <p:spPr>
          <a:xfrm>
            <a:off x="9686588" y="2161241"/>
            <a:ext cx="1727287" cy="219869"/>
          </a:xfrm>
        </p:spPr>
        <p:txBody>
          <a:bodyPr/>
          <a:lstStyle/>
          <a:p>
            <a:pPr>
              <a:lnSpc>
                <a:spcPct val="100000"/>
              </a:lnSpc>
            </a:pPr>
            <a:r>
              <a:rPr lang="en-US"/>
              <a:t>&gt; Secrets/tokens/keys</a:t>
            </a:r>
          </a:p>
          <a:p>
            <a:pPr>
              <a:lnSpc>
                <a:spcPct val="100000"/>
              </a:lnSpc>
            </a:pPr>
            <a:r>
              <a:rPr lang="en-US"/>
              <a:t>&gt; Provisioning parameters</a:t>
            </a:r>
          </a:p>
          <a:p>
            <a:pPr>
              <a:lnSpc>
                <a:spcPct val="100000"/>
              </a:lnSpc>
            </a:pPr>
            <a:r>
              <a:rPr lang="en-US"/>
              <a:t>&gt; Non-source-controllable assets</a:t>
            </a:r>
          </a:p>
          <a:p>
            <a:pPr>
              <a:lnSpc>
                <a:spcPct val="100000"/>
              </a:lnSpc>
            </a:pPr>
            <a:r>
              <a:rPr lang="en-US"/>
              <a:t>&gt; Changing ports and dependencies</a:t>
            </a:r>
          </a:p>
        </p:txBody>
      </p:sp>
      <p:sp>
        <p:nvSpPr>
          <p:cNvPr id="38" name="Text Placeholder 37">
            <a:extLst>
              <a:ext uri="{FF2B5EF4-FFF2-40B4-BE49-F238E27FC236}">
                <a16:creationId xmlns:a16="http://schemas.microsoft.com/office/drawing/2014/main" id="{30AE9426-5416-C571-F9CB-50D09C216F1D}"/>
              </a:ext>
            </a:extLst>
          </p:cNvPr>
          <p:cNvSpPr>
            <a:spLocks noGrp="1"/>
          </p:cNvSpPr>
          <p:nvPr>
            <p:ph type="body" sz="quarter" idx="43"/>
          </p:nvPr>
        </p:nvSpPr>
        <p:spPr>
          <a:xfrm>
            <a:off x="7453959" y="3688503"/>
            <a:ext cx="1727287" cy="219869"/>
          </a:xfrm>
        </p:spPr>
        <p:txBody>
          <a:bodyPr/>
          <a:lstStyle/>
          <a:p>
            <a:r>
              <a:rPr lang="en-US"/>
              <a:t>&gt; Different data pipelines for different parts of the app</a:t>
            </a:r>
          </a:p>
        </p:txBody>
      </p:sp>
      <p:sp>
        <p:nvSpPr>
          <p:cNvPr id="39" name="Text Placeholder 38">
            <a:extLst>
              <a:ext uri="{FF2B5EF4-FFF2-40B4-BE49-F238E27FC236}">
                <a16:creationId xmlns:a16="http://schemas.microsoft.com/office/drawing/2014/main" id="{A3AEBC0A-BB1E-D61D-4A1C-58E711E5645A}"/>
              </a:ext>
            </a:extLst>
          </p:cNvPr>
          <p:cNvSpPr>
            <a:spLocks noGrp="1"/>
          </p:cNvSpPr>
          <p:nvPr>
            <p:ph type="body" sz="quarter" idx="44"/>
          </p:nvPr>
        </p:nvSpPr>
        <p:spPr>
          <a:xfrm>
            <a:off x="3014042" y="3688503"/>
            <a:ext cx="1727287" cy="219869"/>
          </a:xfrm>
        </p:spPr>
        <p:txBody>
          <a:bodyPr/>
          <a:lstStyle/>
          <a:p>
            <a:r>
              <a:rPr lang="en-US"/>
              <a:t>&gt; Microservices, monoliths, containers, VMs</a:t>
            </a:r>
          </a:p>
          <a:p>
            <a:endParaRPr lang="en-US"/>
          </a:p>
        </p:txBody>
      </p:sp>
      <p:sp>
        <p:nvSpPr>
          <p:cNvPr id="40" name="Text Placeholder 39">
            <a:extLst>
              <a:ext uri="{FF2B5EF4-FFF2-40B4-BE49-F238E27FC236}">
                <a16:creationId xmlns:a16="http://schemas.microsoft.com/office/drawing/2014/main" id="{50690445-7544-C03B-D276-F821D6920E6A}"/>
              </a:ext>
            </a:extLst>
          </p:cNvPr>
          <p:cNvSpPr>
            <a:spLocks noGrp="1"/>
          </p:cNvSpPr>
          <p:nvPr>
            <p:ph type="body" sz="quarter" idx="45"/>
          </p:nvPr>
        </p:nvSpPr>
        <p:spPr>
          <a:xfrm>
            <a:off x="754333" y="5259985"/>
            <a:ext cx="5183524" cy="462702"/>
          </a:xfrm>
        </p:spPr>
        <p:txBody>
          <a:bodyPr/>
          <a:lstStyle/>
          <a:p>
            <a:r>
              <a:rPr lang="en-US"/>
              <a:t>&gt; Manifest languages (YAML, JSON, </a:t>
            </a:r>
            <a:r>
              <a:rPr lang="en-US" err="1"/>
              <a:t>Dockerfiles</a:t>
            </a:r>
            <a:r>
              <a:rPr lang="en-US"/>
              <a:t>)</a:t>
            </a:r>
          </a:p>
          <a:p>
            <a:r>
              <a:rPr lang="en-US"/>
              <a:t>&gt; Hard-to-read scripts (Bash, </a:t>
            </a:r>
            <a:r>
              <a:rPr lang="en-US" err="1"/>
              <a:t>pwsh</a:t>
            </a:r>
            <a:r>
              <a:rPr lang="en-US"/>
              <a:t>)</a:t>
            </a:r>
          </a:p>
          <a:p>
            <a:r>
              <a:rPr lang="en-US"/>
              <a:t>&gt; README.md, internal wikis, "tribal knowledge"</a:t>
            </a:r>
          </a:p>
        </p:txBody>
      </p:sp>
      <p:sp>
        <p:nvSpPr>
          <p:cNvPr id="41" name="Text Placeholder 40">
            <a:extLst>
              <a:ext uri="{FF2B5EF4-FFF2-40B4-BE49-F238E27FC236}">
                <a16:creationId xmlns:a16="http://schemas.microsoft.com/office/drawing/2014/main" id="{5EE466BC-CEAF-248D-4060-D07D37A95A13}"/>
              </a:ext>
            </a:extLst>
          </p:cNvPr>
          <p:cNvSpPr>
            <a:spLocks noGrp="1"/>
          </p:cNvSpPr>
          <p:nvPr>
            <p:ph type="body" sz="quarter" idx="46"/>
          </p:nvPr>
        </p:nvSpPr>
        <p:spPr>
          <a:xfrm>
            <a:off x="6355561" y="5259985"/>
            <a:ext cx="5183524" cy="462702"/>
          </a:xfrm>
        </p:spPr>
        <p:txBody>
          <a:bodyPr/>
          <a:lstStyle/>
          <a:p>
            <a:r>
              <a:rPr lang="en-US"/>
              <a:t>&gt; Manual deployments</a:t>
            </a:r>
          </a:p>
          <a:p>
            <a:r>
              <a:rPr lang="en-US"/>
              <a:t>&gt; Automated CI/CD</a:t>
            </a:r>
          </a:p>
          <a:p>
            <a:r>
              <a:rPr lang="en-US"/>
              <a:t>&gt; Enterprise </a:t>
            </a:r>
            <a:r>
              <a:rPr lang="en-US" err="1"/>
              <a:t>devops</a:t>
            </a:r>
            <a:r>
              <a:rPr lang="en-US"/>
              <a:t> workflow</a:t>
            </a:r>
          </a:p>
        </p:txBody>
      </p:sp>
      <p:pic>
        <p:nvPicPr>
          <p:cNvPr id="52" name="Image 60" descr=" ">
            <a:extLst>
              <a:ext uri="{FF2B5EF4-FFF2-40B4-BE49-F238E27FC236}">
                <a16:creationId xmlns:a16="http://schemas.microsoft.com/office/drawing/2014/main" id="{1FA97334-A573-ED8F-BA7F-A2552B79D0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4678" y="1627706"/>
            <a:ext cx="195332" cy="183100"/>
          </a:xfrm>
          <a:prstGeom prst="rect">
            <a:avLst/>
          </a:prstGeom>
        </p:spPr>
      </p:pic>
      <p:pic>
        <p:nvPicPr>
          <p:cNvPr id="53" name="Image 1" descr=" ">
            <a:extLst>
              <a:ext uri="{FF2B5EF4-FFF2-40B4-BE49-F238E27FC236}">
                <a16:creationId xmlns:a16="http://schemas.microsoft.com/office/drawing/2014/main" id="{246B3CA6-851C-E64E-7593-4E6137A8DD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9332" y="1614670"/>
            <a:ext cx="196164" cy="196136"/>
          </a:xfrm>
          <a:prstGeom prst="rect">
            <a:avLst/>
          </a:prstGeom>
        </p:spPr>
      </p:pic>
      <p:pic>
        <p:nvPicPr>
          <p:cNvPr id="54" name="Graphic 53">
            <a:extLst>
              <a:ext uri="{FF2B5EF4-FFF2-40B4-BE49-F238E27FC236}">
                <a16:creationId xmlns:a16="http://schemas.microsoft.com/office/drawing/2014/main" id="{5DEC2B2C-B0B4-FCD8-F5B7-3AD074321A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45712" y="1571081"/>
            <a:ext cx="245262" cy="245262"/>
          </a:xfrm>
          <a:prstGeom prst="rect">
            <a:avLst/>
          </a:prstGeom>
        </p:spPr>
      </p:pic>
      <p:pic>
        <p:nvPicPr>
          <p:cNvPr id="55" name="Image 35" descr=" ">
            <a:extLst>
              <a:ext uri="{FF2B5EF4-FFF2-40B4-BE49-F238E27FC236}">
                <a16:creationId xmlns:a16="http://schemas.microsoft.com/office/drawing/2014/main" id="{A0395994-A1EC-A852-09C8-B2445BE0FE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52185" y="3169622"/>
            <a:ext cx="187182" cy="187194"/>
          </a:xfrm>
          <a:prstGeom prst="rect">
            <a:avLst/>
          </a:prstGeom>
        </p:spPr>
      </p:pic>
      <p:pic>
        <p:nvPicPr>
          <p:cNvPr id="56" name="Image 70" descr=" ">
            <a:extLst>
              <a:ext uri="{FF2B5EF4-FFF2-40B4-BE49-F238E27FC236}">
                <a16:creationId xmlns:a16="http://schemas.microsoft.com/office/drawing/2014/main" id="{7DDCBF31-64D5-4365-AE29-429D0EA1C8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52185" y="1621035"/>
            <a:ext cx="195332" cy="195308"/>
          </a:xfrm>
          <a:prstGeom prst="rect">
            <a:avLst/>
          </a:prstGeom>
        </p:spPr>
      </p:pic>
      <p:pic>
        <p:nvPicPr>
          <p:cNvPr id="57" name="Image 30" descr=" ">
            <a:extLst>
              <a:ext uri="{FF2B5EF4-FFF2-40B4-BE49-F238E27FC236}">
                <a16:creationId xmlns:a16="http://schemas.microsoft.com/office/drawing/2014/main" id="{2958DEB0-7C97-D961-F3DF-8803337FBCA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62327" y="1630073"/>
            <a:ext cx="219050" cy="217930"/>
          </a:xfrm>
          <a:prstGeom prst="rect">
            <a:avLst/>
          </a:prstGeom>
        </p:spPr>
      </p:pic>
      <p:pic>
        <p:nvPicPr>
          <p:cNvPr id="58" name="Image 9" descr=" ">
            <a:extLst>
              <a:ext uri="{FF2B5EF4-FFF2-40B4-BE49-F238E27FC236}">
                <a16:creationId xmlns:a16="http://schemas.microsoft.com/office/drawing/2014/main" id="{DEBDA66C-0F0A-FA6E-8331-1578EA0360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4678" y="4709671"/>
            <a:ext cx="207990" cy="191238"/>
          </a:xfrm>
          <a:prstGeom prst="rect">
            <a:avLst/>
          </a:prstGeom>
        </p:spPr>
      </p:pic>
      <p:pic>
        <p:nvPicPr>
          <p:cNvPr id="59" name="Image 68" descr=" ">
            <a:extLst>
              <a:ext uri="{FF2B5EF4-FFF2-40B4-BE49-F238E27FC236}">
                <a16:creationId xmlns:a16="http://schemas.microsoft.com/office/drawing/2014/main" id="{AF5DCA82-2E79-4CFC-A53E-3F5660B56F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52461" y="3168278"/>
            <a:ext cx="189906" cy="189882"/>
          </a:xfrm>
          <a:prstGeom prst="rect">
            <a:avLst/>
          </a:prstGeom>
        </p:spPr>
      </p:pic>
      <p:pic>
        <p:nvPicPr>
          <p:cNvPr id="60" name="Image 17" descr=" ">
            <a:extLst>
              <a:ext uri="{FF2B5EF4-FFF2-40B4-BE49-F238E27FC236}">
                <a16:creationId xmlns:a16="http://schemas.microsoft.com/office/drawing/2014/main" id="{0F83A727-78D7-0695-2F1D-0EA16FED1E8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38317" y="4709671"/>
            <a:ext cx="164950" cy="177946"/>
          </a:xfrm>
          <a:prstGeom prst="rect">
            <a:avLst/>
          </a:prstGeom>
        </p:spPr>
      </p:pic>
    </p:spTree>
    <p:extLst>
      <p:ext uri="{BB962C8B-B14F-4D97-AF65-F5344CB8AC3E}">
        <p14:creationId xmlns:p14="http://schemas.microsoft.com/office/powerpoint/2010/main" val="233325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500"/>
                                        <p:tgtEl>
                                          <p:spTgt spid="59"/>
                                        </p:tgtEl>
                                      </p:cBhvr>
                                    </p:animEffect>
                                  </p:childTnLst>
                                </p:cTn>
                              </p:par>
                              <p:par>
                                <p:cTn id="11" presetID="10"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par>
                                <p:cTn id="14" presetID="10" presetClass="entr" presetSubtype="0" fill="hold"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500"/>
                                        <p:tgtEl>
                                          <p:spTgt spid="56"/>
                                        </p:tgtEl>
                                      </p:cBhvr>
                                    </p:animEffect>
                                  </p:childTnLst>
                                </p:cTn>
                              </p:par>
                              <p:par>
                                <p:cTn id="20" presetID="10"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500"/>
                                        <p:tgtEl>
                                          <p:spTgt spid="55"/>
                                        </p:tgtEl>
                                      </p:cBhvr>
                                    </p:animEffect>
                                  </p:childTnLst>
                                </p:cTn>
                              </p:par>
                              <p:par>
                                <p:cTn id="23" presetID="10"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500"/>
                                        <p:tgtEl>
                                          <p:spTgt spid="57"/>
                                        </p:tgtEl>
                                      </p:cBhvr>
                                    </p:animEffect>
                                  </p:childTnLst>
                                </p:cTn>
                              </p:par>
                              <p:par>
                                <p:cTn id="26" presetID="10" presetClass="entr" presetSubtype="0" fill="hold"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500"/>
                                        <p:tgtEl>
                                          <p:spTgt spid="58"/>
                                        </p:tgtEl>
                                      </p:cBhvr>
                                    </p:animEffect>
                                  </p:childTnLst>
                                </p:cTn>
                              </p:par>
                              <p:par>
                                <p:cTn id="29" presetID="10"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50000" b="-50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0EA87A-4291-F1AD-07B6-82436328317E}"/>
              </a:ext>
            </a:extLst>
          </p:cNvPr>
          <p:cNvSpPr>
            <a:spLocks noGrp="1"/>
          </p:cNvSpPr>
          <p:nvPr>
            <p:ph type="body" sz="quarter" idx="10"/>
          </p:nvPr>
        </p:nvSpPr>
        <p:spPr/>
        <p:txBody>
          <a:bodyPr/>
          <a:lstStyle/>
          <a:p>
            <a:r>
              <a:rPr lang="en-US"/>
              <a:t>Complex dev,</a:t>
            </a:r>
          </a:p>
        </p:txBody>
      </p:sp>
      <p:sp>
        <p:nvSpPr>
          <p:cNvPr id="3" name="Text Placeholder 2">
            <a:extLst>
              <a:ext uri="{FF2B5EF4-FFF2-40B4-BE49-F238E27FC236}">
                <a16:creationId xmlns:a16="http://schemas.microsoft.com/office/drawing/2014/main" id="{C26AFA4B-4BA9-96FF-18B2-A0F15C7EA80D}"/>
              </a:ext>
            </a:extLst>
          </p:cNvPr>
          <p:cNvSpPr>
            <a:spLocks noGrp="1"/>
          </p:cNvSpPr>
          <p:nvPr>
            <p:ph type="body" sz="quarter" idx="11"/>
          </p:nvPr>
        </p:nvSpPr>
        <p:spPr/>
        <p:txBody>
          <a:bodyPr/>
          <a:lstStyle/>
          <a:p>
            <a:r>
              <a:rPr lang="en-US"/>
              <a:t>complex deploy</a:t>
            </a:r>
          </a:p>
        </p:txBody>
      </p:sp>
      <p:sp>
        <p:nvSpPr>
          <p:cNvPr id="4" name="Text Placeholder 3">
            <a:extLst>
              <a:ext uri="{FF2B5EF4-FFF2-40B4-BE49-F238E27FC236}">
                <a16:creationId xmlns:a16="http://schemas.microsoft.com/office/drawing/2014/main" id="{F41F8E74-BE38-3F95-A4B7-E4D00FD71F0D}"/>
              </a:ext>
            </a:extLst>
          </p:cNvPr>
          <p:cNvSpPr>
            <a:spLocks noGrp="1"/>
          </p:cNvSpPr>
          <p:nvPr>
            <p:ph type="body" sz="quarter" idx="18"/>
          </p:nvPr>
        </p:nvSpPr>
        <p:spPr/>
        <p:txBody>
          <a:bodyPr/>
          <a:lstStyle/>
          <a:p>
            <a:r>
              <a:rPr lang="en-US">
                <a:latin typeface="+mj-lt"/>
              </a:rPr>
              <a:t>Dev Loop</a:t>
            </a:r>
          </a:p>
        </p:txBody>
      </p:sp>
      <p:sp>
        <p:nvSpPr>
          <p:cNvPr id="6" name="Text Placeholder 5">
            <a:extLst>
              <a:ext uri="{FF2B5EF4-FFF2-40B4-BE49-F238E27FC236}">
                <a16:creationId xmlns:a16="http://schemas.microsoft.com/office/drawing/2014/main" id="{0E7ED827-CD74-0216-2EC6-D0920F58A5EB}"/>
              </a:ext>
            </a:extLst>
          </p:cNvPr>
          <p:cNvSpPr>
            <a:spLocks noGrp="1"/>
          </p:cNvSpPr>
          <p:nvPr>
            <p:ph type="body" sz="quarter" idx="20"/>
          </p:nvPr>
        </p:nvSpPr>
        <p:spPr>
          <a:xfrm>
            <a:off x="741593" y="3734656"/>
            <a:ext cx="5103420" cy="1731321"/>
          </a:xfrm>
        </p:spPr>
        <p:txBody>
          <a:bodyPr/>
          <a:lstStyle/>
          <a:p>
            <a:r>
              <a:rPr lang="en-US"/>
              <a:t>&gt; Impossible to "clone and run“</a:t>
            </a:r>
            <a:br>
              <a:rPr lang="en-US"/>
            </a:br>
            <a:endParaRPr lang="en-US"/>
          </a:p>
          <a:p>
            <a:r>
              <a:rPr lang="en-US"/>
              <a:t>&gt; No easy way to add new services</a:t>
            </a:r>
            <a:br>
              <a:rPr lang="en-US"/>
            </a:br>
            <a:endParaRPr lang="en-US"/>
          </a:p>
          <a:p>
            <a:r>
              <a:rPr lang="en-US"/>
              <a:t>&gt; Local dev does not reflect actual running system</a:t>
            </a:r>
          </a:p>
          <a:p>
            <a:endParaRPr lang="en-US"/>
          </a:p>
          <a:p>
            <a:r>
              <a:rPr lang="en-US"/>
              <a:t>&gt; Coding agents can’t see the entire system</a:t>
            </a:r>
          </a:p>
        </p:txBody>
      </p:sp>
      <p:sp>
        <p:nvSpPr>
          <p:cNvPr id="7" name="Text Placeholder 6">
            <a:extLst>
              <a:ext uri="{FF2B5EF4-FFF2-40B4-BE49-F238E27FC236}">
                <a16:creationId xmlns:a16="http://schemas.microsoft.com/office/drawing/2014/main" id="{322FD89E-88D6-4A2E-1C9F-1612604A9C0A}"/>
              </a:ext>
            </a:extLst>
          </p:cNvPr>
          <p:cNvSpPr>
            <a:spLocks noGrp="1"/>
          </p:cNvSpPr>
          <p:nvPr>
            <p:ph type="body" sz="quarter" idx="21"/>
          </p:nvPr>
        </p:nvSpPr>
        <p:spPr/>
        <p:txBody>
          <a:bodyPr/>
          <a:lstStyle/>
          <a:p>
            <a:r>
              <a:rPr lang="en-US">
                <a:latin typeface="+mj-lt"/>
              </a:rPr>
              <a:t>Deployments</a:t>
            </a:r>
          </a:p>
        </p:txBody>
      </p:sp>
      <p:sp>
        <p:nvSpPr>
          <p:cNvPr id="9" name="Text Placeholder 8">
            <a:extLst>
              <a:ext uri="{FF2B5EF4-FFF2-40B4-BE49-F238E27FC236}">
                <a16:creationId xmlns:a16="http://schemas.microsoft.com/office/drawing/2014/main" id="{DFEC1D29-667D-919A-939D-14ABBBDF464A}"/>
              </a:ext>
            </a:extLst>
          </p:cNvPr>
          <p:cNvSpPr>
            <a:spLocks noGrp="1"/>
          </p:cNvSpPr>
          <p:nvPr>
            <p:ph type="body" sz="quarter" idx="23"/>
          </p:nvPr>
        </p:nvSpPr>
        <p:spPr>
          <a:xfrm>
            <a:off x="6346987" y="3734656"/>
            <a:ext cx="5103420" cy="1731321"/>
          </a:xfrm>
        </p:spPr>
        <p:txBody>
          <a:bodyPr/>
          <a:lstStyle/>
          <a:p>
            <a:r>
              <a:rPr lang="en-US"/>
              <a:t>&gt; Fragile, always-changing assets</a:t>
            </a:r>
            <a:br>
              <a:rPr lang="en-US"/>
            </a:br>
            <a:endParaRPr lang="en-US"/>
          </a:p>
          <a:p>
            <a:r>
              <a:rPr lang="en-US"/>
              <a:t>&gt; Complicated handoffs for architecture changes</a:t>
            </a:r>
            <a:br>
              <a:rPr lang="en-US"/>
            </a:br>
            <a:endParaRPr lang="en-US"/>
          </a:p>
          <a:p>
            <a:r>
              <a:rPr lang="en-US"/>
              <a:t>&gt; "Only in prod" observability</a:t>
            </a:r>
          </a:p>
          <a:p>
            <a:endParaRPr lang="en-US"/>
          </a:p>
          <a:p>
            <a:r>
              <a:rPr lang="en-US"/>
              <a:t>&gt; Configuration drift becomes challenging</a:t>
            </a:r>
          </a:p>
        </p:txBody>
      </p:sp>
      <p:pic>
        <p:nvPicPr>
          <p:cNvPr id="10" name="Image 57" descr=" ">
            <a:extLst>
              <a:ext uri="{FF2B5EF4-FFF2-40B4-BE49-F238E27FC236}">
                <a16:creationId xmlns:a16="http://schemas.microsoft.com/office/drawing/2014/main" id="{8CEC4520-944B-DB43-721E-7135051822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68247" y="3095277"/>
            <a:ext cx="518302" cy="540761"/>
          </a:xfrm>
          <a:prstGeom prst="rect">
            <a:avLst/>
          </a:prstGeom>
        </p:spPr>
      </p:pic>
      <p:pic>
        <p:nvPicPr>
          <p:cNvPr id="11" name="Image 8" descr=" ">
            <a:extLst>
              <a:ext uri="{FF2B5EF4-FFF2-40B4-BE49-F238E27FC236}">
                <a16:creationId xmlns:a16="http://schemas.microsoft.com/office/drawing/2014/main" id="{6241B263-347F-FAC2-9CB8-905F7137CE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29251" y="3123344"/>
            <a:ext cx="521156" cy="485070"/>
          </a:xfrm>
          <a:prstGeom prst="rect">
            <a:avLst/>
          </a:prstGeom>
        </p:spPr>
      </p:pic>
    </p:spTree>
    <p:extLst>
      <p:ext uri="{BB962C8B-B14F-4D97-AF65-F5344CB8AC3E}">
        <p14:creationId xmlns:p14="http://schemas.microsoft.com/office/powerpoint/2010/main" val="2598171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29EE3-669B-5526-CEA1-A58CA312E8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9B115EF-0FC3-0824-FA56-089595F86F06}"/>
              </a:ext>
            </a:extLst>
          </p:cNvPr>
          <p:cNvSpPr>
            <a:spLocks noGrp="1"/>
          </p:cNvSpPr>
          <p:nvPr>
            <p:ph type="body" sz="quarter" idx="16"/>
          </p:nvPr>
        </p:nvSpPr>
        <p:spPr>
          <a:xfrm>
            <a:off x="1213207" y="2136339"/>
            <a:ext cx="9765586" cy="2585323"/>
          </a:xfrm>
        </p:spPr>
        <p:txBody>
          <a:bodyPr/>
          <a:lstStyle/>
          <a:p>
            <a:r>
              <a:rPr lang="en-US"/>
              <a:t>Aspire is an agent-ready, code-first tool to compose, debug, and deploy any distributed app.</a:t>
            </a:r>
          </a:p>
        </p:txBody>
      </p:sp>
      <p:pic>
        <p:nvPicPr>
          <p:cNvPr id="4" name="Graphic 3">
            <a:extLst>
              <a:ext uri="{FF2B5EF4-FFF2-40B4-BE49-F238E27FC236}">
                <a16:creationId xmlns:a16="http://schemas.microsoft.com/office/drawing/2014/main" id="{064DDE9F-D366-7ACE-D65F-94D6C05DB5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45077" y="914399"/>
            <a:ext cx="901843" cy="901843"/>
          </a:xfrm>
          <a:prstGeom prst="rect">
            <a:avLst/>
          </a:prstGeom>
        </p:spPr>
      </p:pic>
    </p:spTree>
    <p:extLst>
      <p:ext uri="{BB962C8B-B14F-4D97-AF65-F5344CB8AC3E}">
        <p14:creationId xmlns:p14="http://schemas.microsoft.com/office/powerpoint/2010/main" val="4124653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3282-A604-F1BA-40E7-7B68CA5AAD03}"/>
            </a:ext>
          </a:extLst>
        </p:cNvPr>
        <p:cNvGrpSpPr/>
        <p:nvPr/>
      </p:nvGrpSpPr>
      <p:grpSpPr>
        <a:xfrm>
          <a:off x="0" y="0"/>
          <a:ext cx="0" cy="0"/>
          <a:chOff x="0" y="0"/>
          <a:chExt cx="0" cy="0"/>
        </a:xfrm>
      </p:grpSpPr>
      <p:sp>
        <p:nvSpPr>
          <p:cNvPr id="8" name="Text Placeholder 1">
            <a:extLst>
              <a:ext uri="{FF2B5EF4-FFF2-40B4-BE49-F238E27FC236}">
                <a16:creationId xmlns:a16="http://schemas.microsoft.com/office/drawing/2014/main" id="{1EF16B20-64D1-4AFF-C41A-4DFE5DDD11DA}"/>
              </a:ext>
            </a:extLst>
          </p:cNvPr>
          <p:cNvSpPr>
            <a:spLocks noGrp="1"/>
          </p:cNvSpPr>
          <p:nvPr>
            <p:ph type="body" sz="quarter" idx="16"/>
          </p:nvPr>
        </p:nvSpPr>
        <p:spPr>
          <a:xfrm>
            <a:off x="529938" y="852596"/>
            <a:ext cx="4860301" cy="1813573"/>
          </a:xfrm>
        </p:spPr>
        <p:txBody>
          <a:bodyPr/>
          <a:lstStyle/>
          <a:p>
            <a:r>
              <a:rPr lang="en-US" sz="2400" b="1"/>
              <a:t>Aspire is an agent-ready, code-first tool to compose, debug, and deploy any distributed app.</a:t>
            </a:r>
            <a:endParaRPr lang="en-US" sz="2400"/>
          </a:p>
        </p:txBody>
      </p:sp>
      <p:sp>
        <p:nvSpPr>
          <p:cNvPr id="10" name="Text Placeholder 3">
            <a:extLst>
              <a:ext uri="{FF2B5EF4-FFF2-40B4-BE49-F238E27FC236}">
                <a16:creationId xmlns:a16="http://schemas.microsoft.com/office/drawing/2014/main" id="{120E08C6-1BD0-7B15-A57D-816303D3D232}"/>
              </a:ext>
            </a:extLst>
          </p:cNvPr>
          <p:cNvSpPr>
            <a:spLocks noGrp="1"/>
          </p:cNvSpPr>
          <p:nvPr>
            <p:ph type="body" sz="quarter" idx="34"/>
          </p:nvPr>
        </p:nvSpPr>
        <p:spPr>
          <a:xfrm>
            <a:off x="529939" y="2969554"/>
            <a:ext cx="4691237" cy="2345257"/>
          </a:xfrm>
        </p:spPr>
        <p:txBody>
          <a:bodyPr/>
          <a:lstStyle/>
          <a:p>
            <a:r>
              <a:rPr lang="en-US"/>
              <a:t>Code-first development and deployment experience maps your entire distributed app.</a:t>
            </a:r>
          </a:p>
          <a:p>
            <a:endParaRPr lang="en-US"/>
          </a:p>
          <a:p>
            <a:r>
              <a:rPr lang="en-US"/>
              <a:t>Agents have knowledge about every detail of your system.</a:t>
            </a:r>
          </a:p>
          <a:p>
            <a:endParaRPr lang="en-US"/>
          </a:p>
          <a:p>
            <a:r>
              <a:rPr lang="en-US"/>
              <a:t>Over one hundred integration packages designed to simplify connections to popular services, platforms </a:t>
            </a:r>
            <a:br>
              <a:rPr lang="en-US"/>
            </a:br>
            <a:r>
              <a:rPr lang="en-US"/>
              <a:t>and stacks.</a:t>
            </a:r>
          </a:p>
          <a:p>
            <a:endParaRPr lang="en-US"/>
          </a:p>
          <a:p>
            <a:r>
              <a:rPr lang="en-US"/>
              <a:t>Visualize all your logs, endpoints, and resources in a </a:t>
            </a:r>
            <a:br>
              <a:rPr lang="en-US"/>
            </a:br>
            <a:r>
              <a:rPr lang="en-US"/>
              <a:t>single dashboard.</a:t>
            </a:r>
          </a:p>
        </p:txBody>
      </p:sp>
      <p:sp>
        <p:nvSpPr>
          <p:cNvPr id="12" name="Text Placeholder 4">
            <a:extLst>
              <a:ext uri="{FF2B5EF4-FFF2-40B4-BE49-F238E27FC236}">
                <a16:creationId xmlns:a16="http://schemas.microsoft.com/office/drawing/2014/main" id="{D52B1EFA-FB10-30B5-28DC-49C4CDB24AC4}"/>
              </a:ext>
            </a:extLst>
          </p:cNvPr>
          <p:cNvSpPr>
            <a:spLocks noGrp="1"/>
          </p:cNvSpPr>
          <p:nvPr>
            <p:ph type="body" sz="quarter" idx="40"/>
          </p:nvPr>
        </p:nvSpPr>
        <p:spPr>
          <a:xfrm>
            <a:off x="529938" y="521115"/>
            <a:ext cx="4860300" cy="307777"/>
          </a:xfrm>
        </p:spPr>
        <p:txBody>
          <a:bodyPr/>
          <a:lstStyle/>
          <a:p>
            <a:r>
              <a:rPr lang="en-US">
                <a:solidFill>
                  <a:schemeClr val="accent5"/>
                </a:solidFill>
              </a:rPr>
              <a:t>What is Aspire?</a:t>
            </a:r>
          </a:p>
        </p:txBody>
      </p:sp>
      <p:grpSp>
        <p:nvGrpSpPr>
          <p:cNvPr id="16" name="Group 15">
            <a:extLst>
              <a:ext uri="{FF2B5EF4-FFF2-40B4-BE49-F238E27FC236}">
                <a16:creationId xmlns:a16="http://schemas.microsoft.com/office/drawing/2014/main" id="{542DBAC0-3630-34D7-93F5-36BDF27E4117}"/>
              </a:ext>
            </a:extLst>
          </p:cNvPr>
          <p:cNvGrpSpPr/>
          <p:nvPr/>
        </p:nvGrpSpPr>
        <p:grpSpPr>
          <a:xfrm>
            <a:off x="5918166" y="340020"/>
            <a:ext cx="6273834" cy="6177959"/>
            <a:chOff x="6519528" y="834237"/>
            <a:chExt cx="5410015" cy="5327341"/>
          </a:xfrm>
        </p:grpSpPr>
        <p:pic>
          <p:nvPicPr>
            <p:cNvPr id="18" name="Image 0" descr=" ">
              <a:extLst>
                <a:ext uri="{FF2B5EF4-FFF2-40B4-BE49-F238E27FC236}">
                  <a16:creationId xmlns:a16="http://schemas.microsoft.com/office/drawing/2014/main" id="{5C6C53A8-26F8-FE14-E2B3-56A0317DE6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5682" y="874789"/>
              <a:ext cx="4445155" cy="5234196"/>
            </a:xfrm>
            <a:prstGeom prst="rect">
              <a:avLst/>
            </a:prstGeom>
          </p:spPr>
        </p:pic>
        <p:pic>
          <p:nvPicPr>
            <p:cNvPr id="19" name="Image 1" descr=" ">
              <a:extLst>
                <a:ext uri="{FF2B5EF4-FFF2-40B4-BE49-F238E27FC236}">
                  <a16:creationId xmlns:a16="http://schemas.microsoft.com/office/drawing/2014/main" id="{748898E6-214E-84C5-B6D6-0FFC4CB9CB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1336" y="1745686"/>
              <a:ext cx="84309" cy="84392"/>
            </a:xfrm>
            <a:prstGeom prst="rect">
              <a:avLst/>
            </a:prstGeom>
          </p:spPr>
        </p:pic>
        <p:pic>
          <p:nvPicPr>
            <p:cNvPr id="20" name="Image 2" descr=" ">
              <a:extLst>
                <a:ext uri="{FF2B5EF4-FFF2-40B4-BE49-F238E27FC236}">
                  <a16:creationId xmlns:a16="http://schemas.microsoft.com/office/drawing/2014/main" id="{5F4AF746-059A-1982-ED22-6247125D9B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90718" y="3350440"/>
              <a:ext cx="84309" cy="84392"/>
            </a:xfrm>
            <a:prstGeom prst="rect">
              <a:avLst/>
            </a:prstGeom>
          </p:spPr>
        </p:pic>
        <p:pic>
          <p:nvPicPr>
            <p:cNvPr id="21" name="Image 3" descr=" ">
              <a:extLst>
                <a:ext uri="{FF2B5EF4-FFF2-40B4-BE49-F238E27FC236}">
                  <a16:creationId xmlns:a16="http://schemas.microsoft.com/office/drawing/2014/main" id="{641AC018-4910-C776-4E03-DC5DD5471FF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9528" y="3853645"/>
              <a:ext cx="84309" cy="84392"/>
            </a:xfrm>
            <a:prstGeom prst="rect">
              <a:avLst/>
            </a:prstGeom>
          </p:spPr>
        </p:pic>
        <p:pic>
          <p:nvPicPr>
            <p:cNvPr id="22" name="Image 4" descr=" ">
              <a:extLst>
                <a:ext uri="{FF2B5EF4-FFF2-40B4-BE49-F238E27FC236}">
                  <a16:creationId xmlns:a16="http://schemas.microsoft.com/office/drawing/2014/main" id="{B22BEDF5-2708-10E8-543D-2C916BDA3D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3973" y="3671408"/>
              <a:ext cx="84309" cy="84392"/>
            </a:xfrm>
            <a:prstGeom prst="rect">
              <a:avLst/>
            </a:prstGeom>
          </p:spPr>
        </p:pic>
        <p:pic>
          <p:nvPicPr>
            <p:cNvPr id="23" name="Image 5" descr=" ">
              <a:extLst>
                <a:ext uri="{FF2B5EF4-FFF2-40B4-BE49-F238E27FC236}">
                  <a16:creationId xmlns:a16="http://schemas.microsoft.com/office/drawing/2014/main" id="{E0DBE233-D994-D50B-7305-30535BC41D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26101" y="3043275"/>
              <a:ext cx="84309" cy="84392"/>
            </a:xfrm>
            <a:prstGeom prst="rect">
              <a:avLst/>
            </a:prstGeom>
          </p:spPr>
        </p:pic>
        <p:pic>
          <p:nvPicPr>
            <p:cNvPr id="24" name="Image 6" descr=" ">
              <a:extLst>
                <a:ext uri="{FF2B5EF4-FFF2-40B4-BE49-F238E27FC236}">
                  <a16:creationId xmlns:a16="http://schemas.microsoft.com/office/drawing/2014/main" id="{CF4BB3A0-1B0F-BD74-15E5-EC6EEC30FF8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57565" y="876521"/>
              <a:ext cx="84309" cy="84392"/>
            </a:xfrm>
            <a:prstGeom prst="rect">
              <a:avLst/>
            </a:prstGeom>
          </p:spPr>
        </p:pic>
        <p:pic>
          <p:nvPicPr>
            <p:cNvPr id="25" name="Image 7" descr=" ">
              <a:extLst>
                <a:ext uri="{FF2B5EF4-FFF2-40B4-BE49-F238E27FC236}">
                  <a16:creationId xmlns:a16="http://schemas.microsoft.com/office/drawing/2014/main" id="{F2AC67EA-C4AB-EA52-A2FB-6B9982DDDC8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150464" y="2225915"/>
              <a:ext cx="84309" cy="84392"/>
            </a:xfrm>
            <a:prstGeom prst="rect">
              <a:avLst/>
            </a:prstGeom>
          </p:spPr>
        </p:pic>
        <p:pic>
          <p:nvPicPr>
            <p:cNvPr id="26" name="Image 8" descr=" ">
              <a:extLst>
                <a:ext uri="{FF2B5EF4-FFF2-40B4-BE49-F238E27FC236}">
                  <a16:creationId xmlns:a16="http://schemas.microsoft.com/office/drawing/2014/main" id="{B52596FF-7C26-EC9B-5283-14D4054236C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78525" y="834237"/>
              <a:ext cx="84309" cy="84392"/>
            </a:xfrm>
            <a:prstGeom prst="rect">
              <a:avLst/>
            </a:prstGeom>
          </p:spPr>
        </p:pic>
        <p:pic>
          <p:nvPicPr>
            <p:cNvPr id="27" name="Image 9" descr=" ">
              <a:extLst>
                <a:ext uri="{FF2B5EF4-FFF2-40B4-BE49-F238E27FC236}">
                  <a16:creationId xmlns:a16="http://schemas.microsoft.com/office/drawing/2014/main" id="{19A14F26-7FB4-A618-CE2C-F786E6E7DB8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864043" y="1611061"/>
              <a:ext cx="84309" cy="84392"/>
            </a:xfrm>
            <a:prstGeom prst="rect">
              <a:avLst/>
            </a:prstGeom>
          </p:spPr>
        </p:pic>
        <p:pic>
          <p:nvPicPr>
            <p:cNvPr id="28" name="Image 10" descr=" ">
              <a:extLst>
                <a:ext uri="{FF2B5EF4-FFF2-40B4-BE49-F238E27FC236}">
                  <a16:creationId xmlns:a16="http://schemas.microsoft.com/office/drawing/2014/main" id="{649D948F-8178-9347-646E-5A1A47B8BA7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589035" y="2141523"/>
              <a:ext cx="84309" cy="84392"/>
            </a:xfrm>
            <a:prstGeom prst="rect">
              <a:avLst/>
            </a:prstGeom>
          </p:spPr>
        </p:pic>
        <p:pic>
          <p:nvPicPr>
            <p:cNvPr id="29" name="Image 11" descr=" ">
              <a:extLst>
                <a:ext uri="{FF2B5EF4-FFF2-40B4-BE49-F238E27FC236}">
                  <a16:creationId xmlns:a16="http://schemas.microsoft.com/office/drawing/2014/main" id="{53A9B9C1-C6AF-BAD9-8CBA-28A0352A3D6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492595" y="3251109"/>
              <a:ext cx="84309" cy="84392"/>
            </a:xfrm>
            <a:prstGeom prst="rect">
              <a:avLst/>
            </a:prstGeom>
          </p:spPr>
        </p:pic>
        <p:pic>
          <p:nvPicPr>
            <p:cNvPr id="30" name="Image 12" descr=" ">
              <a:extLst>
                <a:ext uri="{FF2B5EF4-FFF2-40B4-BE49-F238E27FC236}">
                  <a16:creationId xmlns:a16="http://schemas.microsoft.com/office/drawing/2014/main" id="{FC6DC522-F512-9D8B-7E35-069F063238E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13339" y="3350440"/>
              <a:ext cx="84309" cy="84392"/>
            </a:xfrm>
            <a:prstGeom prst="rect">
              <a:avLst/>
            </a:prstGeom>
          </p:spPr>
        </p:pic>
        <p:pic>
          <p:nvPicPr>
            <p:cNvPr id="31" name="Image 13" descr=" ">
              <a:extLst>
                <a:ext uri="{FF2B5EF4-FFF2-40B4-BE49-F238E27FC236}">
                  <a16:creationId xmlns:a16="http://schemas.microsoft.com/office/drawing/2014/main" id="{AC8A8A8C-1969-E8E0-D693-DBBD153873F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512729" y="3515030"/>
              <a:ext cx="84309" cy="84392"/>
            </a:xfrm>
            <a:prstGeom prst="rect">
              <a:avLst/>
            </a:prstGeom>
          </p:spPr>
        </p:pic>
        <p:pic>
          <p:nvPicPr>
            <p:cNvPr id="32" name="Image 14" descr=" ">
              <a:extLst>
                <a:ext uri="{FF2B5EF4-FFF2-40B4-BE49-F238E27FC236}">
                  <a16:creationId xmlns:a16="http://schemas.microsoft.com/office/drawing/2014/main" id="{2D375FD6-753C-89A8-CB15-E80FD1FCBBC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20124" y="3992463"/>
              <a:ext cx="84309" cy="84392"/>
            </a:xfrm>
            <a:prstGeom prst="rect">
              <a:avLst/>
            </a:prstGeom>
          </p:spPr>
        </p:pic>
        <p:pic>
          <p:nvPicPr>
            <p:cNvPr id="33" name="Image 15" descr=" ">
              <a:extLst>
                <a:ext uri="{FF2B5EF4-FFF2-40B4-BE49-F238E27FC236}">
                  <a16:creationId xmlns:a16="http://schemas.microsoft.com/office/drawing/2014/main" id="{8FC5F843-FDB3-7AEB-E92C-43D6CA29787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097148" y="3992463"/>
              <a:ext cx="84309" cy="84392"/>
            </a:xfrm>
            <a:prstGeom prst="rect">
              <a:avLst/>
            </a:prstGeom>
          </p:spPr>
        </p:pic>
        <p:pic>
          <p:nvPicPr>
            <p:cNvPr id="34" name="Image 16" descr=" ">
              <a:extLst>
                <a:ext uri="{FF2B5EF4-FFF2-40B4-BE49-F238E27FC236}">
                  <a16:creationId xmlns:a16="http://schemas.microsoft.com/office/drawing/2014/main" id="{33051F95-D2E2-D115-FE30-5B2982C90E3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807721" y="4608191"/>
              <a:ext cx="84309" cy="84392"/>
            </a:xfrm>
            <a:prstGeom prst="rect">
              <a:avLst/>
            </a:prstGeom>
          </p:spPr>
        </p:pic>
        <p:pic>
          <p:nvPicPr>
            <p:cNvPr id="35" name="Image 17" descr=" ">
              <a:extLst>
                <a:ext uri="{FF2B5EF4-FFF2-40B4-BE49-F238E27FC236}">
                  <a16:creationId xmlns:a16="http://schemas.microsoft.com/office/drawing/2014/main" id="{D764E6BF-8EFE-9955-077E-91941283A0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9627" y="3853645"/>
              <a:ext cx="84309" cy="84392"/>
            </a:xfrm>
            <a:prstGeom prst="rect">
              <a:avLst/>
            </a:prstGeom>
          </p:spPr>
        </p:pic>
        <p:pic>
          <p:nvPicPr>
            <p:cNvPr id="36" name="Image 18" descr=" ">
              <a:extLst>
                <a:ext uri="{FF2B5EF4-FFF2-40B4-BE49-F238E27FC236}">
                  <a16:creationId xmlns:a16="http://schemas.microsoft.com/office/drawing/2014/main" id="{29564DC8-F79C-7EAC-449E-57E46FA5929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41034" y="4315267"/>
              <a:ext cx="84309" cy="84392"/>
            </a:xfrm>
            <a:prstGeom prst="rect">
              <a:avLst/>
            </a:prstGeom>
          </p:spPr>
        </p:pic>
        <p:pic>
          <p:nvPicPr>
            <p:cNvPr id="37" name="Image 19" descr=" ">
              <a:extLst>
                <a:ext uri="{FF2B5EF4-FFF2-40B4-BE49-F238E27FC236}">
                  <a16:creationId xmlns:a16="http://schemas.microsoft.com/office/drawing/2014/main" id="{5A2B3BF8-0FCF-698D-3944-119A06A23F4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253195" y="4277439"/>
              <a:ext cx="84309" cy="84392"/>
            </a:xfrm>
            <a:prstGeom prst="rect">
              <a:avLst/>
            </a:prstGeom>
          </p:spPr>
        </p:pic>
        <p:pic>
          <p:nvPicPr>
            <p:cNvPr id="38" name="Image 20" descr=" ">
              <a:extLst>
                <a:ext uri="{FF2B5EF4-FFF2-40B4-BE49-F238E27FC236}">
                  <a16:creationId xmlns:a16="http://schemas.microsoft.com/office/drawing/2014/main" id="{D01828D8-629F-65F3-8DBC-0157E68A31E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495369" y="5454206"/>
              <a:ext cx="84309" cy="84392"/>
            </a:xfrm>
            <a:prstGeom prst="rect">
              <a:avLst/>
            </a:prstGeom>
          </p:spPr>
        </p:pic>
        <p:pic>
          <p:nvPicPr>
            <p:cNvPr id="39" name="Image 21" descr=" ">
              <a:extLst>
                <a:ext uri="{FF2B5EF4-FFF2-40B4-BE49-F238E27FC236}">
                  <a16:creationId xmlns:a16="http://schemas.microsoft.com/office/drawing/2014/main" id="{DCEDC135-04DD-296B-ACEB-817AE18ED5B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093385" y="5061864"/>
              <a:ext cx="84309" cy="84392"/>
            </a:xfrm>
            <a:prstGeom prst="rect">
              <a:avLst/>
            </a:prstGeom>
          </p:spPr>
        </p:pic>
        <p:pic>
          <p:nvPicPr>
            <p:cNvPr id="40" name="Image 22" descr=" ">
              <a:extLst>
                <a:ext uri="{FF2B5EF4-FFF2-40B4-BE49-F238E27FC236}">
                  <a16:creationId xmlns:a16="http://schemas.microsoft.com/office/drawing/2014/main" id="{085C70A8-D63D-8BEA-9645-68864F77E2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3891" y="5358370"/>
              <a:ext cx="84309" cy="84393"/>
            </a:xfrm>
            <a:prstGeom prst="rect">
              <a:avLst/>
            </a:prstGeom>
          </p:spPr>
        </p:pic>
        <p:pic>
          <p:nvPicPr>
            <p:cNvPr id="41" name="Image 23" descr=" ">
              <a:extLst>
                <a:ext uri="{FF2B5EF4-FFF2-40B4-BE49-F238E27FC236}">
                  <a16:creationId xmlns:a16="http://schemas.microsoft.com/office/drawing/2014/main" id="{2D5E315D-0AFE-2263-55DA-4888443C59E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747964" y="6077186"/>
              <a:ext cx="84309" cy="84392"/>
            </a:xfrm>
            <a:prstGeom prst="rect">
              <a:avLst/>
            </a:prstGeom>
          </p:spPr>
        </p:pic>
        <p:pic>
          <p:nvPicPr>
            <p:cNvPr id="42" name="Image 24" descr=" ">
              <a:extLst>
                <a:ext uri="{FF2B5EF4-FFF2-40B4-BE49-F238E27FC236}">
                  <a16:creationId xmlns:a16="http://schemas.microsoft.com/office/drawing/2014/main" id="{4E672108-77D8-2EC7-9972-5E82D21F214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87051" y="5132801"/>
              <a:ext cx="84309" cy="84392"/>
            </a:xfrm>
            <a:prstGeom prst="rect">
              <a:avLst/>
            </a:prstGeom>
          </p:spPr>
        </p:pic>
        <p:pic>
          <p:nvPicPr>
            <p:cNvPr id="43" name="Image 25" descr=" ">
              <a:extLst>
                <a:ext uri="{FF2B5EF4-FFF2-40B4-BE49-F238E27FC236}">
                  <a16:creationId xmlns:a16="http://schemas.microsoft.com/office/drawing/2014/main" id="{3B1F63E9-A9CF-6539-D49A-4379A9B2235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294537" y="1779112"/>
              <a:ext cx="3505132" cy="4342877"/>
            </a:xfrm>
            <a:prstGeom prst="rect">
              <a:avLst/>
            </a:prstGeom>
          </p:spPr>
        </p:pic>
        <p:pic>
          <p:nvPicPr>
            <p:cNvPr id="44" name="Image 26" descr=" ">
              <a:extLst>
                <a:ext uri="{FF2B5EF4-FFF2-40B4-BE49-F238E27FC236}">
                  <a16:creationId xmlns:a16="http://schemas.microsoft.com/office/drawing/2014/main" id="{1D7E1E64-3E02-B4FB-6679-6A1EFDE0D83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214944" y="2904409"/>
              <a:ext cx="2350889" cy="876752"/>
            </a:xfrm>
            <a:prstGeom prst="rect">
              <a:avLst/>
            </a:prstGeom>
          </p:spPr>
        </p:pic>
        <p:pic>
          <p:nvPicPr>
            <p:cNvPr id="45" name="Image 27" descr=" ">
              <a:extLst>
                <a:ext uri="{FF2B5EF4-FFF2-40B4-BE49-F238E27FC236}">
                  <a16:creationId xmlns:a16="http://schemas.microsoft.com/office/drawing/2014/main" id="{019B9180-5EA5-9FC7-B727-F9253D540D4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04538" y="1659240"/>
              <a:ext cx="1942264" cy="3830891"/>
            </a:xfrm>
            <a:prstGeom prst="rect">
              <a:avLst/>
            </a:prstGeom>
          </p:spPr>
        </p:pic>
        <p:pic>
          <p:nvPicPr>
            <p:cNvPr id="46" name="Image 28" descr=" ">
              <a:extLst>
                <a:ext uri="{FF2B5EF4-FFF2-40B4-BE49-F238E27FC236}">
                  <a16:creationId xmlns:a16="http://schemas.microsoft.com/office/drawing/2014/main" id="{4233EED6-86DA-4A13-27FA-CD98A45F0C23}"/>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9022826" y="2863856"/>
              <a:ext cx="84309" cy="84392"/>
            </a:xfrm>
            <a:prstGeom prst="rect">
              <a:avLst/>
            </a:prstGeom>
          </p:spPr>
        </p:pic>
        <p:sp>
          <p:nvSpPr>
            <p:cNvPr id="47" name="Shape 2">
              <a:extLst>
                <a:ext uri="{FF2B5EF4-FFF2-40B4-BE49-F238E27FC236}">
                  <a16:creationId xmlns:a16="http://schemas.microsoft.com/office/drawing/2014/main" id="{0535E949-E64D-95FB-6FD6-DDF87750AA1A}"/>
                </a:ext>
              </a:extLst>
            </p:cNvPr>
            <p:cNvSpPr/>
            <p:nvPr/>
          </p:nvSpPr>
          <p:spPr>
            <a:xfrm>
              <a:off x="10792820" y="1569800"/>
              <a:ext cx="178159" cy="178137"/>
            </a:xfrm>
            <a:prstGeom prst="ellipse">
              <a:avLst/>
            </a:prstGeom>
            <a:solidFill>
              <a:srgbClr val="EDE8FE">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8" name="Text 3">
              <a:extLst>
                <a:ext uri="{FF2B5EF4-FFF2-40B4-BE49-F238E27FC236}">
                  <a16:creationId xmlns:a16="http://schemas.microsoft.com/office/drawing/2014/main" id="{712F65E1-C8D9-0F88-5A9A-480C07F61CCA}"/>
                </a:ext>
              </a:extLst>
            </p:cNvPr>
            <p:cNvSpPr/>
            <p:nvPr/>
          </p:nvSpPr>
          <p:spPr>
            <a:xfrm>
              <a:off x="10813865" y="1590843"/>
              <a:ext cx="136069" cy="1360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39" b="0" i="0" u="none" strike="noStrike" kern="1200" cap="none" spc="0" normalizeH="0" baseline="0" noProof="0">
                  <a:ln>
                    <a:noFill/>
                  </a:ln>
                  <a:solidFill>
                    <a:srgbClr val="000000">
                      <a:alpha val="100000"/>
                    </a:srgbClr>
                  </a:solidFill>
                  <a:effectLst/>
                  <a:uLnTx/>
                  <a:uFillTx/>
                  <a:latin typeface="Segoe Sans Small Regular" pitchFamily="34" charset="0"/>
                  <a:ea typeface="Segoe Sans Small Regular" pitchFamily="34" charset="-122"/>
                  <a:cs typeface="Segoe Sans Small Regular" pitchFamily="34" charset="-120"/>
                </a:rPr>
                <a:t>5</a:t>
              </a:r>
              <a:endParaRPr kumimoji="0" lang="en-US" sz="639" b="0" i="0" u="none" strike="noStrike" kern="1200" cap="none" spc="0" normalizeH="0" baseline="0" noProof="0">
                <a:ln>
                  <a:noFill/>
                </a:ln>
                <a:solidFill>
                  <a:srgbClr val="000000"/>
                </a:solidFill>
                <a:effectLst/>
                <a:uLnTx/>
                <a:uFillTx/>
                <a:latin typeface="Poppins"/>
                <a:ea typeface="+mn-ea"/>
                <a:cs typeface="+mn-cs"/>
              </a:endParaRPr>
            </a:p>
          </p:txBody>
        </p:sp>
        <p:sp>
          <p:nvSpPr>
            <p:cNvPr id="49" name="Shape 4">
              <a:extLst>
                <a:ext uri="{FF2B5EF4-FFF2-40B4-BE49-F238E27FC236}">
                  <a16:creationId xmlns:a16="http://schemas.microsoft.com/office/drawing/2014/main" id="{B0FF2E4D-AE5E-5BB4-6F25-A5A30F6DAC79}"/>
                </a:ext>
              </a:extLst>
            </p:cNvPr>
            <p:cNvSpPr/>
            <p:nvPr/>
          </p:nvSpPr>
          <p:spPr>
            <a:xfrm>
              <a:off x="7251185" y="1746401"/>
              <a:ext cx="82550" cy="82539"/>
            </a:xfrm>
            <a:prstGeom prst="ellipse">
              <a:avLst/>
            </a:prstGeom>
            <a:solidFill>
              <a:srgbClr val="6F0F90">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50" name="Image 29" descr=" ">
              <a:extLst>
                <a:ext uri="{FF2B5EF4-FFF2-40B4-BE49-F238E27FC236}">
                  <a16:creationId xmlns:a16="http://schemas.microsoft.com/office/drawing/2014/main" id="{E08ACA46-640D-E61A-85B1-9D6C851CFF7F}"/>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558156" y="3145621"/>
              <a:ext cx="4259823" cy="1013891"/>
            </a:xfrm>
            <a:prstGeom prst="rect">
              <a:avLst/>
            </a:prstGeom>
          </p:spPr>
        </p:pic>
        <p:sp>
          <p:nvSpPr>
            <p:cNvPr id="51" name="Shape 5">
              <a:extLst>
                <a:ext uri="{FF2B5EF4-FFF2-40B4-BE49-F238E27FC236}">
                  <a16:creationId xmlns:a16="http://schemas.microsoft.com/office/drawing/2014/main" id="{6EF77CF9-E9F8-2274-F8FC-708BFE0557F5}"/>
                </a:ext>
              </a:extLst>
            </p:cNvPr>
            <p:cNvSpPr/>
            <p:nvPr/>
          </p:nvSpPr>
          <p:spPr>
            <a:xfrm>
              <a:off x="7155935" y="3670201"/>
              <a:ext cx="82550" cy="82539"/>
            </a:xfrm>
            <a:prstGeom prst="ellipse">
              <a:avLst/>
            </a:prstGeom>
            <a:solidFill>
              <a:srgbClr val="6D64C1">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2" name="Shape 6">
              <a:extLst>
                <a:ext uri="{FF2B5EF4-FFF2-40B4-BE49-F238E27FC236}">
                  <a16:creationId xmlns:a16="http://schemas.microsoft.com/office/drawing/2014/main" id="{D9D9E30F-1C57-0421-0AC3-8A197B10345C}"/>
                </a:ext>
              </a:extLst>
            </p:cNvPr>
            <p:cNvSpPr/>
            <p:nvPr/>
          </p:nvSpPr>
          <p:spPr>
            <a:xfrm>
              <a:off x="6520939" y="3854327"/>
              <a:ext cx="82550" cy="82539"/>
            </a:xfrm>
            <a:prstGeom prst="ellipse">
              <a:avLst/>
            </a:prstGeom>
            <a:solidFill>
              <a:srgbClr val="952F6B">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3" name="Shape 7">
              <a:extLst>
                <a:ext uri="{FF2B5EF4-FFF2-40B4-BE49-F238E27FC236}">
                  <a16:creationId xmlns:a16="http://schemas.microsoft.com/office/drawing/2014/main" id="{4248F4D2-FA57-4BB2-5F1E-54CCCFA06980}"/>
                </a:ext>
              </a:extLst>
            </p:cNvPr>
            <p:cNvSpPr/>
            <p:nvPr/>
          </p:nvSpPr>
          <p:spPr>
            <a:xfrm>
              <a:off x="7601374" y="5329903"/>
              <a:ext cx="178159" cy="178137"/>
            </a:xfrm>
            <a:prstGeom prst="ellipse">
              <a:avLst/>
            </a:prstGeom>
            <a:solidFill>
              <a:srgbClr val="9476FF">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4" name="Text 8">
              <a:extLst>
                <a:ext uri="{FF2B5EF4-FFF2-40B4-BE49-F238E27FC236}">
                  <a16:creationId xmlns:a16="http://schemas.microsoft.com/office/drawing/2014/main" id="{4A3E34FB-C0A6-47D8-DE8A-8891AEA9CF07}"/>
                </a:ext>
              </a:extLst>
            </p:cNvPr>
            <p:cNvSpPr/>
            <p:nvPr/>
          </p:nvSpPr>
          <p:spPr>
            <a:xfrm>
              <a:off x="7622419" y="5350946"/>
              <a:ext cx="136069" cy="1360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39" b="0" i="0" u="none" strike="noStrike" kern="1200" cap="none" spc="0" normalizeH="0" baseline="0" noProof="0">
                  <a:ln>
                    <a:noFill/>
                  </a:ln>
                  <a:solidFill>
                    <a:srgbClr val="000000">
                      <a:alpha val="100000"/>
                    </a:srgbClr>
                  </a:solidFill>
                  <a:effectLst/>
                  <a:uLnTx/>
                  <a:uFillTx/>
                  <a:latin typeface="Segoe Sans Small Regular" pitchFamily="34" charset="0"/>
                  <a:ea typeface="Segoe Sans Small Regular" pitchFamily="34" charset="-122"/>
                  <a:cs typeface="Segoe Sans Small Regular" pitchFamily="34" charset="-120"/>
                </a:rPr>
                <a:t>1</a:t>
              </a:r>
              <a:endParaRPr kumimoji="0" lang="en-US" sz="639" b="0" i="0" u="none" strike="noStrike" kern="1200" cap="none" spc="0" normalizeH="0" baseline="0" noProof="0">
                <a:ln>
                  <a:noFill/>
                </a:ln>
                <a:solidFill>
                  <a:srgbClr val="000000"/>
                </a:solidFill>
                <a:effectLst/>
                <a:uLnTx/>
                <a:uFillTx/>
                <a:latin typeface="Poppins"/>
                <a:ea typeface="+mn-ea"/>
                <a:cs typeface="+mn-cs"/>
              </a:endParaRPr>
            </a:p>
          </p:txBody>
        </p:sp>
        <p:pic>
          <p:nvPicPr>
            <p:cNvPr id="55" name="Image 30" descr=" ">
              <a:extLst>
                <a:ext uri="{FF2B5EF4-FFF2-40B4-BE49-F238E27FC236}">
                  <a16:creationId xmlns:a16="http://schemas.microsoft.com/office/drawing/2014/main" id="{8CF0EADF-50FA-DD64-36AF-867F86686DB6}"/>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495778" y="5454318"/>
              <a:ext cx="84309" cy="84392"/>
            </a:xfrm>
            <a:prstGeom prst="rect">
              <a:avLst/>
            </a:prstGeom>
          </p:spPr>
        </p:pic>
        <p:sp>
          <p:nvSpPr>
            <p:cNvPr id="56" name="Text 9">
              <a:extLst>
                <a:ext uri="{FF2B5EF4-FFF2-40B4-BE49-F238E27FC236}">
                  <a16:creationId xmlns:a16="http://schemas.microsoft.com/office/drawing/2014/main" id="{C7C0F2E2-EED3-CF62-6A61-F8397D2A3771}"/>
                </a:ext>
              </a:extLst>
            </p:cNvPr>
            <p:cNvSpPr/>
            <p:nvPr/>
          </p:nvSpPr>
          <p:spPr>
            <a:xfrm>
              <a:off x="7139785" y="5521651"/>
              <a:ext cx="1085452" cy="19831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2" b="0" i="0" u="none" strike="noStrike" kern="1200" cap="none" spc="0" normalizeH="0" baseline="0" noProof="0">
                  <a:ln>
                    <a:noFill/>
                  </a:ln>
                  <a:solidFill>
                    <a:srgbClr val="FFFFFF">
                      <a:alpha val="100000"/>
                    </a:srgbClr>
                  </a:solidFill>
                  <a:effectLst/>
                  <a:uLnTx/>
                  <a:uFillTx/>
                  <a:latin typeface="Segoe Sans Small Regular" pitchFamily="34" charset="0"/>
                  <a:ea typeface="Segoe Sans Small Regular" pitchFamily="34" charset="-122"/>
                  <a:cs typeface="Segoe Sans Small Regular" pitchFamily="34" charset="-120"/>
                </a:rPr>
                <a:t>Cloud service </a:t>
              </a:r>
              <a:endParaRPr kumimoji="0" lang="en-US" sz="852" b="0" i="0" u="none" strike="noStrike" kern="1200" cap="none" spc="0" normalizeH="0" baseline="0" noProof="0">
                <a:ln>
                  <a:noFill/>
                </a:ln>
                <a:solidFill>
                  <a:srgbClr val="000000"/>
                </a:solidFill>
                <a:effectLst/>
                <a:uLnTx/>
                <a:uFillTx/>
                <a:latin typeface="Poppins"/>
                <a:ea typeface="+mn-ea"/>
                <a:cs typeface="+mn-cs"/>
              </a:endParaRPr>
            </a:p>
          </p:txBody>
        </p:sp>
        <p:pic>
          <p:nvPicPr>
            <p:cNvPr id="57" name="Image 31" descr=" ">
              <a:extLst>
                <a:ext uri="{FF2B5EF4-FFF2-40B4-BE49-F238E27FC236}">
                  <a16:creationId xmlns:a16="http://schemas.microsoft.com/office/drawing/2014/main" id="{EAC5EE31-DBEF-6D29-71DF-F861BA134BF4}"/>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0750016" y="6076537"/>
              <a:ext cx="84309" cy="84392"/>
            </a:xfrm>
            <a:prstGeom prst="rect">
              <a:avLst/>
            </a:prstGeom>
          </p:spPr>
        </p:pic>
        <p:sp>
          <p:nvSpPr>
            <p:cNvPr id="58" name="Shape 10">
              <a:extLst>
                <a:ext uri="{FF2B5EF4-FFF2-40B4-BE49-F238E27FC236}">
                  <a16:creationId xmlns:a16="http://schemas.microsoft.com/office/drawing/2014/main" id="{7EA251C4-5F48-AFE1-B46E-A6DB8798A1A2}"/>
                </a:ext>
              </a:extLst>
            </p:cNvPr>
            <p:cNvSpPr/>
            <p:nvPr/>
          </p:nvSpPr>
          <p:spPr>
            <a:xfrm>
              <a:off x="7960971" y="1615186"/>
              <a:ext cx="82550" cy="82539"/>
            </a:xfrm>
            <a:prstGeom prst="ellipse">
              <a:avLst/>
            </a:prstGeom>
            <a:solidFill>
              <a:srgbClr val="83068B">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59" name="Image 32" descr=" ">
              <a:extLst>
                <a:ext uri="{FF2B5EF4-FFF2-40B4-BE49-F238E27FC236}">
                  <a16:creationId xmlns:a16="http://schemas.microsoft.com/office/drawing/2014/main" id="{B5C1ED6E-CAEA-90CF-BE80-265534BBDE48}"/>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707860" y="1626121"/>
              <a:ext cx="3181172" cy="3777428"/>
            </a:xfrm>
            <a:prstGeom prst="rect">
              <a:avLst/>
            </a:prstGeom>
          </p:spPr>
        </p:pic>
        <p:sp>
          <p:nvSpPr>
            <p:cNvPr id="60" name="Shape 11">
              <a:extLst>
                <a:ext uri="{FF2B5EF4-FFF2-40B4-BE49-F238E27FC236}">
                  <a16:creationId xmlns:a16="http://schemas.microsoft.com/office/drawing/2014/main" id="{C42965E5-B2D8-6604-F0AA-7D3644704535}"/>
                </a:ext>
              </a:extLst>
            </p:cNvPr>
            <p:cNvSpPr/>
            <p:nvPr/>
          </p:nvSpPr>
          <p:spPr>
            <a:xfrm>
              <a:off x="9618311" y="2529467"/>
              <a:ext cx="178505" cy="178482"/>
            </a:xfrm>
            <a:prstGeom prst="ellipse">
              <a:avLst/>
            </a:prstGeom>
            <a:solidFill>
              <a:srgbClr val="D1C4FF">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1" name="Text 12">
              <a:extLst>
                <a:ext uri="{FF2B5EF4-FFF2-40B4-BE49-F238E27FC236}">
                  <a16:creationId xmlns:a16="http://schemas.microsoft.com/office/drawing/2014/main" id="{D163B4E4-9143-8B6B-B06A-A8012E42F4E7}"/>
                </a:ext>
              </a:extLst>
            </p:cNvPr>
            <p:cNvSpPr/>
            <p:nvPr/>
          </p:nvSpPr>
          <p:spPr>
            <a:xfrm>
              <a:off x="9637245" y="2548396"/>
              <a:ext cx="135231" cy="14062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39" b="0" i="0" u="none" strike="noStrike" kern="1200" cap="none" spc="0" normalizeH="0" baseline="0" noProof="0">
                  <a:ln>
                    <a:noFill/>
                  </a:ln>
                  <a:solidFill>
                    <a:srgbClr val="000000">
                      <a:alpha val="100000"/>
                    </a:srgbClr>
                  </a:solidFill>
                  <a:effectLst/>
                  <a:uLnTx/>
                  <a:uFillTx/>
                  <a:latin typeface="Segoe Sans Small Regular" pitchFamily="34" charset="0"/>
                  <a:ea typeface="Segoe Sans Small Regular" pitchFamily="34" charset="-122"/>
                  <a:cs typeface="Segoe Sans Small Regular" pitchFamily="34" charset="-120"/>
                </a:rPr>
                <a:t>4</a:t>
              </a:r>
              <a:endParaRPr kumimoji="0" lang="en-US" sz="639" b="0" i="0" u="none" strike="noStrike" kern="1200" cap="none" spc="0" normalizeH="0" baseline="0" noProof="0">
                <a:ln>
                  <a:noFill/>
                </a:ln>
                <a:solidFill>
                  <a:srgbClr val="000000"/>
                </a:solidFill>
                <a:effectLst/>
                <a:uLnTx/>
                <a:uFillTx/>
                <a:latin typeface="Poppins"/>
                <a:ea typeface="+mn-ea"/>
                <a:cs typeface="+mn-cs"/>
              </a:endParaRPr>
            </a:p>
          </p:txBody>
        </p:sp>
        <p:sp>
          <p:nvSpPr>
            <p:cNvPr id="62" name="Text 13">
              <a:extLst>
                <a:ext uri="{FF2B5EF4-FFF2-40B4-BE49-F238E27FC236}">
                  <a16:creationId xmlns:a16="http://schemas.microsoft.com/office/drawing/2014/main" id="{8285FCFC-221B-5D31-EF48-EE8D4C6C26F2}"/>
                </a:ext>
              </a:extLst>
            </p:cNvPr>
            <p:cNvSpPr/>
            <p:nvPr/>
          </p:nvSpPr>
          <p:spPr>
            <a:xfrm>
              <a:off x="9850910" y="2522255"/>
              <a:ext cx="901539" cy="19831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2" b="0" i="0" u="none" strike="noStrike" kern="1200" cap="none" spc="0" normalizeH="0" baseline="0" noProof="0">
                  <a:ln>
                    <a:noFill/>
                  </a:ln>
                  <a:solidFill>
                    <a:srgbClr val="FFFFFF">
                      <a:alpha val="100000"/>
                    </a:srgbClr>
                  </a:solidFill>
                  <a:effectLst/>
                  <a:uLnTx/>
                  <a:uFillTx/>
                  <a:latin typeface="Segoe Sans Small Regular" pitchFamily="34" charset="0"/>
                  <a:ea typeface="Segoe Sans Small Regular" pitchFamily="34" charset="-122"/>
                  <a:cs typeface="Segoe Sans Small Regular" pitchFamily="34" charset="-120"/>
                </a:rPr>
                <a:t>Web API</a:t>
              </a:r>
              <a:endParaRPr kumimoji="0" lang="en-US" sz="852" b="0" i="0" u="none" strike="noStrike" kern="1200" cap="none" spc="0" normalizeH="0" baseline="0" noProof="0">
                <a:ln>
                  <a:noFill/>
                </a:ln>
                <a:solidFill>
                  <a:srgbClr val="000000"/>
                </a:solidFill>
                <a:effectLst/>
                <a:uLnTx/>
                <a:uFillTx/>
                <a:latin typeface="Poppins"/>
                <a:ea typeface="+mn-ea"/>
                <a:cs typeface="+mn-cs"/>
              </a:endParaRPr>
            </a:p>
          </p:txBody>
        </p:sp>
        <p:sp>
          <p:nvSpPr>
            <p:cNvPr id="63" name="Text 14">
              <a:extLst>
                <a:ext uri="{FF2B5EF4-FFF2-40B4-BE49-F238E27FC236}">
                  <a16:creationId xmlns:a16="http://schemas.microsoft.com/office/drawing/2014/main" id="{283ECAD4-0ADA-E9B7-75CC-581A0BE294FB}"/>
                </a:ext>
              </a:extLst>
            </p:cNvPr>
            <p:cNvSpPr/>
            <p:nvPr/>
          </p:nvSpPr>
          <p:spPr>
            <a:xfrm>
              <a:off x="11028004" y="1565411"/>
              <a:ext cx="901539" cy="19831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2" b="0" i="0" u="none" strike="noStrike" kern="1200" cap="none" spc="0" normalizeH="0" baseline="0" noProof="0">
                  <a:ln>
                    <a:noFill/>
                  </a:ln>
                  <a:solidFill>
                    <a:srgbClr val="FFFFFF">
                      <a:alpha val="100000"/>
                    </a:srgbClr>
                  </a:solidFill>
                  <a:effectLst/>
                  <a:uLnTx/>
                  <a:uFillTx/>
                  <a:latin typeface="Segoe Sans Small Regular" pitchFamily="34" charset="0"/>
                  <a:ea typeface="Segoe Sans Small Regular" pitchFamily="34" charset="-122"/>
                  <a:cs typeface="Segoe Sans Small Regular" pitchFamily="34" charset="-120"/>
                </a:rPr>
                <a:t>Frontend</a:t>
              </a:r>
              <a:endParaRPr kumimoji="0" lang="en-US" sz="852" b="0" i="0" u="none" strike="noStrike" kern="1200" cap="none" spc="0" normalizeH="0" baseline="0" noProof="0">
                <a:ln>
                  <a:noFill/>
                </a:ln>
                <a:solidFill>
                  <a:srgbClr val="000000"/>
                </a:solidFill>
                <a:effectLst/>
                <a:uLnTx/>
                <a:uFillTx/>
                <a:latin typeface="Poppins"/>
                <a:ea typeface="+mn-ea"/>
                <a:cs typeface="+mn-cs"/>
              </a:endParaRPr>
            </a:p>
          </p:txBody>
        </p:sp>
        <p:sp>
          <p:nvSpPr>
            <p:cNvPr id="64" name="Shape 15">
              <a:extLst>
                <a:ext uri="{FF2B5EF4-FFF2-40B4-BE49-F238E27FC236}">
                  <a16:creationId xmlns:a16="http://schemas.microsoft.com/office/drawing/2014/main" id="{28ABA2C8-1176-A189-8992-A1E2FC50C633}"/>
                </a:ext>
              </a:extLst>
            </p:cNvPr>
            <p:cNvSpPr/>
            <p:nvPr/>
          </p:nvSpPr>
          <p:spPr>
            <a:xfrm>
              <a:off x="9662762" y="3354859"/>
              <a:ext cx="178159" cy="178137"/>
            </a:xfrm>
            <a:prstGeom prst="ellipse">
              <a:avLst/>
            </a:prstGeom>
            <a:solidFill>
              <a:srgbClr val="C9BAFF">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5" name="Text 16">
              <a:extLst>
                <a:ext uri="{FF2B5EF4-FFF2-40B4-BE49-F238E27FC236}">
                  <a16:creationId xmlns:a16="http://schemas.microsoft.com/office/drawing/2014/main" id="{24B7C680-A55A-B537-6543-647FE0B1EB39}"/>
                </a:ext>
              </a:extLst>
            </p:cNvPr>
            <p:cNvSpPr/>
            <p:nvPr/>
          </p:nvSpPr>
          <p:spPr>
            <a:xfrm>
              <a:off x="9683807" y="3375902"/>
              <a:ext cx="136069" cy="1360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39" b="0" i="0" u="none" strike="noStrike" kern="1200" cap="none" spc="0" normalizeH="0" baseline="0" noProof="0">
                  <a:ln>
                    <a:noFill/>
                  </a:ln>
                  <a:solidFill>
                    <a:srgbClr val="000000">
                      <a:alpha val="100000"/>
                    </a:srgbClr>
                  </a:solidFill>
                  <a:effectLst/>
                  <a:uLnTx/>
                  <a:uFillTx/>
                  <a:latin typeface="Segoe Sans Small Regular" pitchFamily="34" charset="0"/>
                  <a:ea typeface="Segoe Sans Small Regular" pitchFamily="34" charset="-122"/>
                  <a:cs typeface="Segoe Sans Small Regular" pitchFamily="34" charset="-120"/>
                </a:rPr>
                <a:t>3</a:t>
              </a:r>
              <a:endParaRPr kumimoji="0" lang="en-US" sz="639" b="0" i="0" u="none" strike="noStrike" kern="1200" cap="none" spc="0" normalizeH="0" baseline="0" noProof="0">
                <a:ln>
                  <a:noFill/>
                </a:ln>
                <a:solidFill>
                  <a:srgbClr val="000000"/>
                </a:solidFill>
                <a:effectLst/>
                <a:uLnTx/>
                <a:uFillTx/>
                <a:latin typeface="Poppins"/>
                <a:ea typeface="+mn-ea"/>
                <a:cs typeface="+mn-cs"/>
              </a:endParaRPr>
            </a:p>
          </p:txBody>
        </p:sp>
        <p:sp>
          <p:nvSpPr>
            <p:cNvPr id="66" name="Text 17">
              <a:extLst>
                <a:ext uri="{FF2B5EF4-FFF2-40B4-BE49-F238E27FC236}">
                  <a16:creationId xmlns:a16="http://schemas.microsoft.com/office/drawing/2014/main" id="{03E108AF-B242-0561-2B99-6A81A1E790C5}"/>
                </a:ext>
              </a:extLst>
            </p:cNvPr>
            <p:cNvSpPr/>
            <p:nvPr/>
          </p:nvSpPr>
          <p:spPr>
            <a:xfrm>
              <a:off x="9895358" y="3353057"/>
              <a:ext cx="901539" cy="19831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2" b="0" i="0" u="none" strike="noStrike" kern="1200" cap="none" spc="0" normalizeH="0" baseline="0" noProof="0">
                  <a:ln>
                    <a:noFill/>
                  </a:ln>
                  <a:solidFill>
                    <a:srgbClr val="FFFFFF">
                      <a:alpha val="100000"/>
                    </a:srgbClr>
                  </a:solidFill>
                  <a:effectLst/>
                  <a:uLnTx/>
                  <a:uFillTx/>
                  <a:latin typeface="Segoe Sans Small Regular" pitchFamily="34" charset="0"/>
                  <a:ea typeface="Segoe Sans Small Regular" pitchFamily="34" charset="-122"/>
                  <a:cs typeface="Segoe Sans Small Regular" pitchFamily="34" charset="-120"/>
                </a:rPr>
                <a:t>Cache</a:t>
              </a:r>
              <a:endParaRPr kumimoji="0" lang="en-US" sz="852" b="0" i="0" u="none" strike="noStrike" kern="1200" cap="none" spc="0" normalizeH="0" baseline="0" noProof="0">
                <a:ln>
                  <a:noFill/>
                </a:ln>
                <a:solidFill>
                  <a:srgbClr val="000000"/>
                </a:solidFill>
                <a:effectLst/>
                <a:uLnTx/>
                <a:uFillTx/>
                <a:latin typeface="Poppins"/>
                <a:ea typeface="+mn-ea"/>
                <a:cs typeface="+mn-cs"/>
              </a:endParaRPr>
            </a:p>
          </p:txBody>
        </p:sp>
        <p:sp>
          <p:nvSpPr>
            <p:cNvPr id="67" name="Shape 18">
              <a:extLst>
                <a:ext uri="{FF2B5EF4-FFF2-40B4-BE49-F238E27FC236}">
                  <a16:creationId xmlns:a16="http://schemas.microsoft.com/office/drawing/2014/main" id="{E0791258-E34B-B241-DE99-879EF7B4DDA7}"/>
                </a:ext>
              </a:extLst>
            </p:cNvPr>
            <p:cNvSpPr/>
            <p:nvPr/>
          </p:nvSpPr>
          <p:spPr>
            <a:xfrm>
              <a:off x="8710267" y="4078665"/>
              <a:ext cx="178159" cy="178137"/>
            </a:xfrm>
            <a:prstGeom prst="ellipse">
              <a:avLst/>
            </a:prstGeom>
            <a:solidFill>
              <a:srgbClr val="AF99FF">
                <a:alpha val="10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8" name="Text 19">
              <a:extLst>
                <a:ext uri="{FF2B5EF4-FFF2-40B4-BE49-F238E27FC236}">
                  <a16:creationId xmlns:a16="http://schemas.microsoft.com/office/drawing/2014/main" id="{3F807137-080D-D31D-613D-F96A4A9CD289}"/>
                </a:ext>
              </a:extLst>
            </p:cNvPr>
            <p:cNvSpPr/>
            <p:nvPr/>
          </p:nvSpPr>
          <p:spPr>
            <a:xfrm>
              <a:off x="8731312" y="4099708"/>
              <a:ext cx="136069" cy="1360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39" b="0" i="0" u="none" strike="noStrike" kern="1200" cap="none" spc="0" normalizeH="0" baseline="0" noProof="0">
                  <a:ln>
                    <a:noFill/>
                  </a:ln>
                  <a:solidFill>
                    <a:srgbClr val="000000">
                      <a:alpha val="100000"/>
                    </a:srgbClr>
                  </a:solidFill>
                  <a:effectLst/>
                  <a:uLnTx/>
                  <a:uFillTx/>
                  <a:latin typeface="Segoe Sans Small Regular" pitchFamily="34" charset="0"/>
                  <a:ea typeface="Segoe Sans Small Regular" pitchFamily="34" charset="-122"/>
                  <a:cs typeface="Segoe Sans Small Regular" pitchFamily="34" charset="-120"/>
                </a:rPr>
                <a:t>2</a:t>
              </a:r>
              <a:endParaRPr kumimoji="0" lang="en-US" sz="639" b="0" i="0" u="none" strike="noStrike" kern="1200" cap="none" spc="0" normalizeH="0" baseline="0" noProof="0">
                <a:ln>
                  <a:noFill/>
                </a:ln>
                <a:solidFill>
                  <a:srgbClr val="000000"/>
                </a:solidFill>
                <a:effectLst/>
                <a:uLnTx/>
                <a:uFillTx/>
                <a:latin typeface="Poppins"/>
                <a:ea typeface="+mn-ea"/>
                <a:cs typeface="+mn-cs"/>
              </a:endParaRPr>
            </a:p>
          </p:txBody>
        </p:sp>
        <p:sp>
          <p:nvSpPr>
            <p:cNvPr id="69" name="Text 20">
              <a:extLst>
                <a:ext uri="{FF2B5EF4-FFF2-40B4-BE49-F238E27FC236}">
                  <a16:creationId xmlns:a16="http://schemas.microsoft.com/office/drawing/2014/main" id="{DECC95BE-2659-BA46-ADD3-F29FF78942FE}"/>
                </a:ext>
              </a:extLst>
            </p:cNvPr>
            <p:cNvSpPr/>
            <p:nvPr/>
          </p:nvSpPr>
          <p:spPr>
            <a:xfrm>
              <a:off x="8932515" y="4066985"/>
              <a:ext cx="901539" cy="19831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2" b="0" i="0" u="none" strike="noStrike" kern="1200" cap="none" spc="0" normalizeH="0" baseline="0" noProof="0">
                  <a:ln>
                    <a:noFill/>
                  </a:ln>
                  <a:solidFill>
                    <a:srgbClr val="FFFFFF">
                      <a:alpha val="100000"/>
                    </a:srgbClr>
                  </a:solidFill>
                  <a:effectLst/>
                  <a:uLnTx/>
                  <a:uFillTx/>
                  <a:latin typeface="Segoe Sans Small Regular" pitchFamily="34" charset="0"/>
                  <a:ea typeface="Segoe Sans Small Regular" pitchFamily="34" charset="-122"/>
                  <a:cs typeface="Segoe Sans Small Regular" pitchFamily="34" charset="-120"/>
                </a:rPr>
                <a:t>Database</a:t>
              </a:r>
              <a:endParaRPr kumimoji="0" lang="en-US" sz="852" b="0" i="0" u="none" strike="noStrike" kern="1200" cap="none" spc="0" normalizeH="0" baseline="0" noProof="0">
                <a:ln>
                  <a:noFill/>
                </a:ln>
                <a:solidFill>
                  <a:srgbClr val="000000"/>
                </a:solidFill>
                <a:effectLst/>
                <a:uLnTx/>
                <a:uFillTx/>
                <a:latin typeface="Poppins"/>
                <a:ea typeface="+mn-ea"/>
                <a:cs typeface="+mn-cs"/>
              </a:endParaRPr>
            </a:p>
          </p:txBody>
        </p:sp>
      </p:grpSp>
    </p:spTree>
    <p:extLst>
      <p:ext uri="{BB962C8B-B14F-4D97-AF65-F5344CB8AC3E}">
        <p14:creationId xmlns:p14="http://schemas.microsoft.com/office/powerpoint/2010/main" val="2023337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B245E-5A56-AB78-522A-2B73C40F9C31}"/>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78AB4DAD-9A05-836B-9BFF-BDFE77E5CEBC}"/>
              </a:ext>
            </a:extLst>
          </p:cNvPr>
          <p:cNvSpPr>
            <a:spLocks noGrp="1"/>
          </p:cNvSpPr>
          <p:nvPr>
            <p:ph type="body" sz="quarter" idx="16"/>
          </p:nvPr>
        </p:nvSpPr>
        <p:spPr>
          <a:xfrm>
            <a:off x="563007" y="3958443"/>
            <a:ext cx="3619827" cy="368562"/>
          </a:xfrm>
        </p:spPr>
        <p:txBody>
          <a:bodyPr/>
          <a:lstStyle/>
          <a:p>
            <a:r>
              <a:rPr lang="en-US"/>
              <a:t>Aspire AppHost</a:t>
            </a:r>
          </a:p>
        </p:txBody>
      </p:sp>
      <p:sp>
        <p:nvSpPr>
          <p:cNvPr id="42" name="Text Placeholder 41">
            <a:extLst>
              <a:ext uri="{FF2B5EF4-FFF2-40B4-BE49-F238E27FC236}">
                <a16:creationId xmlns:a16="http://schemas.microsoft.com/office/drawing/2014/main" id="{BEBA50C4-F63C-684F-4ED5-00BB998C196C}"/>
              </a:ext>
            </a:extLst>
          </p:cNvPr>
          <p:cNvSpPr>
            <a:spLocks noGrp="1"/>
          </p:cNvSpPr>
          <p:nvPr>
            <p:ph type="body" sz="quarter" idx="19"/>
          </p:nvPr>
        </p:nvSpPr>
        <p:spPr>
          <a:xfrm>
            <a:off x="563007" y="3546879"/>
            <a:ext cx="3619827" cy="404470"/>
          </a:xfrm>
        </p:spPr>
        <p:txBody>
          <a:bodyPr/>
          <a:lstStyle/>
          <a:p>
            <a:r>
              <a:rPr lang="en-US"/>
              <a:t> </a:t>
            </a:r>
          </a:p>
        </p:txBody>
      </p:sp>
      <p:sp>
        <p:nvSpPr>
          <p:cNvPr id="43" name="Text Placeholder 42">
            <a:extLst>
              <a:ext uri="{FF2B5EF4-FFF2-40B4-BE49-F238E27FC236}">
                <a16:creationId xmlns:a16="http://schemas.microsoft.com/office/drawing/2014/main" id="{E29E7265-67E9-29F2-BB0E-18F37764DD9B}"/>
              </a:ext>
            </a:extLst>
          </p:cNvPr>
          <p:cNvSpPr>
            <a:spLocks noGrp="1"/>
          </p:cNvSpPr>
          <p:nvPr>
            <p:ph type="body" sz="quarter" idx="23"/>
          </p:nvPr>
        </p:nvSpPr>
        <p:spPr>
          <a:xfrm>
            <a:off x="4435028" y="3965537"/>
            <a:ext cx="3619827" cy="368562"/>
          </a:xfrm>
        </p:spPr>
        <p:txBody>
          <a:bodyPr/>
          <a:lstStyle/>
          <a:p>
            <a:r>
              <a:rPr lang="en-US"/>
              <a:t>Aspire Integrations</a:t>
            </a:r>
          </a:p>
        </p:txBody>
      </p:sp>
      <p:sp>
        <p:nvSpPr>
          <p:cNvPr id="44" name="Text Placeholder 43">
            <a:extLst>
              <a:ext uri="{FF2B5EF4-FFF2-40B4-BE49-F238E27FC236}">
                <a16:creationId xmlns:a16="http://schemas.microsoft.com/office/drawing/2014/main" id="{55C17ECC-41E4-9D53-834B-2BB24DB8540B}"/>
              </a:ext>
            </a:extLst>
          </p:cNvPr>
          <p:cNvSpPr>
            <a:spLocks noGrp="1"/>
          </p:cNvSpPr>
          <p:nvPr>
            <p:ph type="body" sz="quarter" idx="24"/>
          </p:nvPr>
        </p:nvSpPr>
        <p:spPr>
          <a:xfrm>
            <a:off x="4435028" y="3553973"/>
            <a:ext cx="3619827" cy="404470"/>
          </a:xfrm>
        </p:spPr>
        <p:txBody>
          <a:bodyPr/>
          <a:lstStyle/>
          <a:p>
            <a:r>
              <a:rPr lang="en-US"/>
              <a:t> </a:t>
            </a:r>
          </a:p>
        </p:txBody>
      </p:sp>
      <p:sp>
        <p:nvSpPr>
          <p:cNvPr id="45" name="Text Placeholder 44">
            <a:extLst>
              <a:ext uri="{FF2B5EF4-FFF2-40B4-BE49-F238E27FC236}">
                <a16:creationId xmlns:a16="http://schemas.microsoft.com/office/drawing/2014/main" id="{B2867219-A344-2D3A-00DE-E1CBB3D6836A}"/>
              </a:ext>
            </a:extLst>
          </p:cNvPr>
          <p:cNvSpPr>
            <a:spLocks noGrp="1"/>
          </p:cNvSpPr>
          <p:nvPr>
            <p:ph type="body" sz="quarter" idx="26"/>
          </p:nvPr>
        </p:nvSpPr>
        <p:spPr>
          <a:xfrm>
            <a:off x="8235154" y="3959291"/>
            <a:ext cx="3619827" cy="368562"/>
          </a:xfrm>
        </p:spPr>
        <p:txBody>
          <a:bodyPr/>
          <a:lstStyle/>
          <a:p>
            <a:r>
              <a:rPr lang="en-US"/>
              <a:t>Aspire Dashboard</a:t>
            </a:r>
          </a:p>
        </p:txBody>
      </p:sp>
      <p:sp>
        <p:nvSpPr>
          <p:cNvPr id="46" name="Text Placeholder 45">
            <a:extLst>
              <a:ext uri="{FF2B5EF4-FFF2-40B4-BE49-F238E27FC236}">
                <a16:creationId xmlns:a16="http://schemas.microsoft.com/office/drawing/2014/main" id="{459B53BE-0C3B-B72F-88AD-1AFB528114F3}"/>
              </a:ext>
            </a:extLst>
          </p:cNvPr>
          <p:cNvSpPr>
            <a:spLocks noGrp="1"/>
          </p:cNvSpPr>
          <p:nvPr>
            <p:ph type="body" sz="quarter" idx="27"/>
          </p:nvPr>
        </p:nvSpPr>
        <p:spPr>
          <a:xfrm>
            <a:off x="8235154" y="3547727"/>
            <a:ext cx="3619827" cy="404470"/>
          </a:xfrm>
        </p:spPr>
        <p:txBody>
          <a:bodyPr/>
          <a:lstStyle/>
          <a:p>
            <a:r>
              <a:rPr lang="en-US"/>
              <a:t> </a:t>
            </a:r>
          </a:p>
        </p:txBody>
      </p:sp>
      <p:sp>
        <p:nvSpPr>
          <p:cNvPr id="47" name="Text Placeholder 46">
            <a:extLst>
              <a:ext uri="{FF2B5EF4-FFF2-40B4-BE49-F238E27FC236}">
                <a16:creationId xmlns:a16="http://schemas.microsoft.com/office/drawing/2014/main" id="{33AF38B7-223C-BB2C-F2BC-46A8614DC50E}"/>
              </a:ext>
            </a:extLst>
          </p:cNvPr>
          <p:cNvSpPr>
            <a:spLocks noGrp="1"/>
          </p:cNvSpPr>
          <p:nvPr>
            <p:ph type="body" sz="quarter" idx="34"/>
          </p:nvPr>
        </p:nvSpPr>
        <p:spPr>
          <a:xfrm>
            <a:off x="563007" y="4754848"/>
            <a:ext cx="3619827" cy="830997"/>
          </a:xfrm>
        </p:spPr>
        <p:txBody>
          <a:bodyPr/>
          <a:lstStyle/>
          <a:p>
            <a:r>
              <a:rPr lang="en-US"/>
              <a:t>The AppHost is the map for your distributed app. It is the code-first place where you declare your application’s services and their relationships. </a:t>
            </a:r>
          </a:p>
        </p:txBody>
      </p:sp>
      <p:sp>
        <p:nvSpPr>
          <p:cNvPr id="48" name="Text Placeholder 47">
            <a:extLst>
              <a:ext uri="{FF2B5EF4-FFF2-40B4-BE49-F238E27FC236}">
                <a16:creationId xmlns:a16="http://schemas.microsoft.com/office/drawing/2014/main" id="{F38AC047-D11B-FEF9-B8D5-4BC449C62635}"/>
              </a:ext>
            </a:extLst>
          </p:cNvPr>
          <p:cNvSpPr>
            <a:spLocks noGrp="1"/>
          </p:cNvSpPr>
          <p:nvPr>
            <p:ph type="body" sz="quarter" idx="35"/>
          </p:nvPr>
        </p:nvSpPr>
        <p:spPr>
          <a:xfrm>
            <a:off x="4435028" y="4761942"/>
            <a:ext cx="3619827" cy="830997"/>
          </a:xfrm>
        </p:spPr>
        <p:txBody>
          <a:bodyPr/>
          <a:lstStyle/>
          <a:p>
            <a:r>
              <a:rPr lang="en-US"/>
              <a:t>Aspire integrations are a curated suite of over one hundred packages that make it easy to connect your cloud-native applications with popular services.</a:t>
            </a:r>
          </a:p>
        </p:txBody>
      </p:sp>
      <p:sp>
        <p:nvSpPr>
          <p:cNvPr id="49" name="Text Placeholder 48">
            <a:extLst>
              <a:ext uri="{FF2B5EF4-FFF2-40B4-BE49-F238E27FC236}">
                <a16:creationId xmlns:a16="http://schemas.microsoft.com/office/drawing/2014/main" id="{89273433-D653-4857-28B0-E08C8DD2D507}"/>
              </a:ext>
            </a:extLst>
          </p:cNvPr>
          <p:cNvSpPr>
            <a:spLocks noGrp="1"/>
          </p:cNvSpPr>
          <p:nvPr>
            <p:ph type="body" sz="quarter" idx="36"/>
          </p:nvPr>
        </p:nvSpPr>
        <p:spPr>
          <a:xfrm>
            <a:off x="8235154" y="4755696"/>
            <a:ext cx="3619827" cy="1015663"/>
          </a:xfrm>
        </p:spPr>
        <p:txBody>
          <a:bodyPr/>
          <a:lstStyle/>
          <a:p>
            <a:r>
              <a:rPr lang="en-US"/>
              <a:t>The Aspire dashboard is powered by OpenTelemetry and collects traces, metrics, and structured logs and surfaces them through a rich, interactive UI and an MCP server for agents.</a:t>
            </a:r>
          </a:p>
        </p:txBody>
      </p:sp>
      <p:sp>
        <p:nvSpPr>
          <p:cNvPr id="14" name="Text Placeholder 13">
            <a:extLst>
              <a:ext uri="{FF2B5EF4-FFF2-40B4-BE49-F238E27FC236}">
                <a16:creationId xmlns:a16="http://schemas.microsoft.com/office/drawing/2014/main" id="{1158B2B4-AE9B-4E7B-76DE-A07756DA6F72}"/>
              </a:ext>
            </a:extLst>
          </p:cNvPr>
          <p:cNvSpPr>
            <a:spLocks noGrp="1"/>
          </p:cNvSpPr>
          <p:nvPr>
            <p:ph type="body" sz="quarter" idx="10"/>
          </p:nvPr>
        </p:nvSpPr>
        <p:spPr/>
        <p:txBody>
          <a:bodyPr/>
          <a:lstStyle/>
          <a:p>
            <a:r>
              <a:rPr lang="en-US"/>
              <a:t>What is Aspire?</a:t>
            </a:r>
          </a:p>
        </p:txBody>
      </p:sp>
      <p:sp>
        <p:nvSpPr>
          <p:cNvPr id="52" name="Rectangle: Rounded Corners 51">
            <a:extLst>
              <a:ext uri="{FF2B5EF4-FFF2-40B4-BE49-F238E27FC236}">
                <a16:creationId xmlns:a16="http://schemas.microsoft.com/office/drawing/2014/main" id="{2CECF84C-F49A-8BAF-0936-E691C31107AF}"/>
              </a:ext>
            </a:extLst>
          </p:cNvPr>
          <p:cNvSpPr/>
          <p:nvPr/>
        </p:nvSpPr>
        <p:spPr>
          <a:xfrm>
            <a:off x="8235154" y="2145385"/>
            <a:ext cx="3157666" cy="947025"/>
          </a:xfrm>
          <a:prstGeom prst="roundRect">
            <a:avLst/>
          </a:pr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EFFFE"/>
              </a:solidFill>
              <a:effectLst/>
              <a:uLnTx/>
              <a:uFillTx/>
              <a:latin typeface="Cascadia Code" panose="020B0609020000020004" pitchFamily="49" charset="0"/>
              <a:ea typeface="+mn-ea"/>
              <a:cs typeface="Cascadia Code" panose="020B0609020000020004" pitchFamily="49" charset="0"/>
            </a:endParaRPr>
          </a:p>
        </p:txBody>
      </p:sp>
      <p:sp>
        <p:nvSpPr>
          <p:cNvPr id="53" name="Text Placeholder 40">
            <a:extLst>
              <a:ext uri="{FF2B5EF4-FFF2-40B4-BE49-F238E27FC236}">
                <a16:creationId xmlns:a16="http://schemas.microsoft.com/office/drawing/2014/main" id="{B73B5ECE-23EE-EAF6-F935-D767AEB79B71}"/>
              </a:ext>
            </a:extLst>
          </p:cNvPr>
          <p:cNvSpPr txBox="1">
            <a:spLocks/>
          </p:cNvSpPr>
          <p:nvPr/>
        </p:nvSpPr>
        <p:spPr>
          <a:xfrm>
            <a:off x="570209" y="2381912"/>
            <a:ext cx="1285485"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1800" b="0" i="0" kern="0" spc="-36" dirty="0" smtClean="0">
                <a:solidFill>
                  <a:schemeClr val="bg1"/>
                </a:solidFill>
                <a:latin typeface="+mn-lt"/>
                <a:ea typeface="Poppins" pitchFamily="2" charset="77"/>
                <a:cs typeface="Poppins" pitchFamily="2" charset="77"/>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55" rtl="0" eaLnBrk="1" fontAlgn="auto" latinLnBrk="0" hangingPunct="1">
              <a:lnSpc>
                <a:spcPts val="2200"/>
              </a:lnSpc>
              <a:spcBef>
                <a:spcPct val="20000"/>
              </a:spcBef>
              <a:spcAft>
                <a:spcPts val="0"/>
              </a:spcAft>
              <a:buClrTx/>
              <a:buSzTx/>
              <a:buFont typeface="Arial" pitchFamily="34" charset="0"/>
              <a:buNone/>
              <a:tabLst/>
              <a:defRPr/>
            </a:pPr>
            <a:r>
              <a:rPr kumimoji="0" lang="en-US" sz="1800" b="0" i="0" u="none" strike="noStrike" kern="0" cap="none" spc="-36" normalizeH="0" baseline="0" noProof="0">
                <a:ln>
                  <a:noFill/>
                </a:ln>
                <a:solidFill>
                  <a:srgbClr val="FEFFFE"/>
                </a:solidFill>
                <a:effectLst/>
                <a:uLnTx/>
                <a:uFillTx/>
                <a:latin typeface="Poppins"/>
                <a:cs typeface="Poppins" pitchFamily="2" charset="77"/>
              </a:rPr>
              <a:t>Aspire CLI</a:t>
            </a:r>
          </a:p>
        </p:txBody>
      </p:sp>
      <p:sp>
        <p:nvSpPr>
          <p:cNvPr id="55" name="Text Placeholder 46">
            <a:extLst>
              <a:ext uri="{FF2B5EF4-FFF2-40B4-BE49-F238E27FC236}">
                <a16:creationId xmlns:a16="http://schemas.microsoft.com/office/drawing/2014/main" id="{4E15C7B1-264F-C0A5-811F-560C1E3AE539}"/>
              </a:ext>
            </a:extLst>
          </p:cNvPr>
          <p:cNvSpPr txBox="1">
            <a:spLocks/>
          </p:cNvSpPr>
          <p:nvPr/>
        </p:nvSpPr>
        <p:spPr>
          <a:xfrm>
            <a:off x="4435881" y="2429496"/>
            <a:ext cx="3738502" cy="646331"/>
          </a:xfrm>
          <a:prstGeom prst="rect">
            <a:avLst/>
          </a:prstGeom>
        </p:spPr>
        <p:txBody>
          <a:bodyPr vert="horz" wrap="square" lIns="91440" tIns="45720" rIns="91440" bIns="45720" rtlCol="0">
            <a:spAutoFit/>
          </a:bodyPr>
          <a:lstStyle>
            <a:lvl1pPr marL="0" indent="0" algn="l" defTabSz="457155" rtl="0" eaLnBrk="1" latinLnBrk="0" hangingPunct="1">
              <a:lnSpc>
                <a:spcPct val="100000"/>
              </a:lnSpc>
              <a:spcBef>
                <a:spcPct val="20000"/>
              </a:spcBef>
              <a:buFont typeface="Arial" pitchFamily="34" charset="0"/>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55"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0" cap="none" spc="0" normalizeH="0" baseline="0" noProof="0">
                <a:ln>
                  <a:noFill/>
                </a:ln>
                <a:solidFill>
                  <a:srgbClr val="FEFFFE"/>
                </a:solidFill>
                <a:effectLst/>
                <a:uLnTx/>
                <a:uFillTx/>
                <a:latin typeface="Poppins Light" panose="00000400000000000000" pitchFamily="2" charset="0"/>
                <a:cs typeface="Poppins Light" panose="00000400000000000000" pitchFamily="2" charset="0"/>
              </a:rPr>
              <a:t>The CLI provides an interactive, agent-ready control plane so you can create, run and deploy distributed apps seamlessly. </a:t>
            </a:r>
          </a:p>
        </p:txBody>
      </p:sp>
      <p:sp>
        <p:nvSpPr>
          <p:cNvPr id="2" name="Text Placeholder 4">
            <a:extLst>
              <a:ext uri="{FF2B5EF4-FFF2-40B4-BE49-F238E27FC236}">
                <a16:creationId xmlns:a16="http://schemas.microsoft.com/office/drawing/2014/main" id="{550F5E45-3DD0-A912-79A3-5F4A405D4264}"/>
              </a:ext>
            </a:extLst>
          </p:cNvPr>
          <p:cNvSpPr txBox="1">
            <a:spLocks/>
          </p:cNvSpPr>
          <p:nvPr/>
        </p:nvSpPr>
        <p:spPr>
          <a:xfrm>
            <a:off x="563007" y="4334099"/>
            <a:ext cx="3292009" cy="368562"/>
          </a:xfrm>
          <a:prstGeom prst="rect">
            <a:avLst/>
          </a:prstGeom>
        </p:spPr>
        <p:txBody>
          <a:bodyPr vert="horz"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55" rtl="0" eaLnBrk="1" fontAlgn="auto" latinLnBrk="0" hangingPunct="1">
              <a:lnSpc>
                <a:spcPts val="2200"/>
              </a:lnSpc>
              <a:spcBef>
                <a:spcPct val="20000"/>
              </a:spcBef>
              <a:spcAft>
                <a:spcPts val="0"/>
              </a:spcAft>
              <a:buClrTx/>
              <a:buSzTx/>
              <a:buFont typeface="Arial" pitchFamily="34" charset="0"/>
              <a:buNone/>
              <a:tabLst/>
              <a:defRPr/>
            </a:pPr>
            <a:r>
              <a:rPr kumimoji="0" lang="en-US" sz="1800" b="0" i="0" u="none" strike="noStrike" kern="1200" cap="none" spc="0" normalizeH="0" baseline="0" noProof="0">
                <a:ln>
                  <a:noFill/>
                </a:ln>
                <a:solidFill>
                  <a:srgbClr val="B9AAED"/>
                </a:solidFill>
                <a:effectLst/>
                <a:uLnTx/>
                <a:uFillTx/>
                <a:latin typeface="Poppins Light" panose="00000400000000000000" pitchFamily="2" charset="0"/>
                <a:ea typeface="Segoe UI Variable Semibold Display" pitchFamily="34" charset="-122"/>
                <a:cs typeface="Poppins Light" panose="00000400000000000000" pitchFamily="2" charset="0"/>
              </a:rPr>
              <a:t>Define your stack in </a:t>
            </a:r>
            <a:r>
              <a:rPr kumimoji="0" lang="en-US" sz="1800" b="1" i="0" u="none" strike="noStrike" kern="1200" cap="none" spc="0" normalizeH="0" baseline="0" noProof="0">
                <a:ln>
                  <a:noFill/>
                </a:ln>
                <a:solidFill>
                  <a:srgbClr val="B9AAED"/>
                </a:solidFill>
                <a:effectLst/>
                <a:uLnTx/>
                <a:uFillTx/>
                <a:latin typeface="Poppins Semibold"/>
                <a:ea typeface="Segoe UI Variable Semibold Display" pitchFamily="34" charset="-122"/>
                <a:cs typeface="Poppins Light" panose="00000400000000000000" pitchFamily="2" charset="0"/>
              </a:rPr>
              <a:t>code</a:t>
            </a:r>
          </a:p>
        </p:txBody>
      </p:sp>
      <p:sp>
        <p:nvSpPr>
          <p:cNvPr id="3" name="Text Placeholder 4">
            <a:extLst>
              <a:ext uri="{FF2B5EF4-FFF2-40B4-BE49-F238E27FC236}">
                <a16:creationId xmlns:a16="http://schemas.microsoft.com/office/drawing/2014/main" id="{68C7E7AB-3D98-77CF-1B9E-09559803480D}"/>
              </a:ext>
            </a:extLst>
          </p:cNvPr>
          <p:cNvSpPr txBox="1">
            <a:spLocks/>
          </p:cNvSpPr>
          <p:nvPr/>
        </p:nvSpPr>
        <p:spPr>
          <a:xfrm>
            <a:off x="4435028" y="4330989"/>
            <a:ext cx="341787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55" rtl="0" eaLnBrk="1" fontAlgn="auto" latinLnBrk="0" hangingPunct="1">
              <a:lnSpc>
                <a:spcPts val="2200"/>
              </a:lnSpc>
              <a:spcBef>
                <a:spcPct val="20000"/>
              </a:spcBef>
              <a:spcAft>
                <a:spcPts val="0"/>
              </a:spcAft>
              <a:buClrTx/>
              <a:buSzTx/>
              <a:buFont typeface="Arial" pitchFamily="34" charset="0"/>
              <a:buNone/>
              <a:tabLst/>
              <a:defRPr/>
            </a:pPr>
            <a:r>
              <a:rPr kumimoji="0" lang="en-US" sz="1800" b="0" i="0" u="none" strike="noStrike" kern="1200" cap="none" spc="0" normalizeH="0" baseline="0" noProof="0">
                <a:ln>
                  <a:noFill/>
                </a:ln>
                <a:solidFill>
                  <a:srgbClr val="B9AAED"/>
                </a:solidFill>
                <a:effectLst/>
                <a:uLnTx/>
                <a:uFillTx/>
                <a:latin typeface="Poppins Light" panose="00000400000000000000" pitchFamily="2" charset="0"/>
                <a:ea typeface="Segoe UI Variable Semibold Display" pitchFamily="34" charset="-122"/>
                <a:cs typeface="Poppins Light" panose="00000400000000000000" pitchFamily="2" charset="0"/>
              </a:rPr>
              <a:t>Plug in anything, </a:t>
            </a:r>
            <a:r>
              <a:rPr kumimoji="0" lang="en-US" sz="1800" b="1" i="0" u="none" strike="noStrike" kern="1200" cap="none" spc="0" normalizeH="0" baseline="0" noProof="0">
                <a:ln>
                  <a:noFill/>
                </a:ln>
                <a:solidFill>
                  <a:srgbClr val="B9AAED"/>
                </a:solidFill>
                <a:effectLst/>
                <a:uLnTx/>
                <a:uFillTx/>
                <a:latin typeface="Poppins Semibold"/>
                <a:ea typeface="Segoe UI Variable Semibold Display" pitchFamily="34" charset="-122"/>
                <a:cs typeface="Poppins Light" panose="00000400000000000000" pitchFamily="2" charset="0"/>
              </a:rPr>
              <a:t>ship faster</a:t>
            </a:r>
          </a:p>
        </p:txBody>
      </p:sp>
      <p:sp>
        <p:nvSpPr>
          <p:cNvPr id="4" name="Text Placeholder 4">
            <a:extLst>
              <a:ext uri="{FF2B5EF4-FFF2-40B4-BE49-F238E27FC236}">
                <a16:creationId xmlns:a16="http://schemas.microsoft.com/office/drawing/2014/main" id="{29C32792-D026-A518-AFCB-150A6998AEC4}"/>
              </a:ext>
            </a:extLst>
          </p:cNvPr>
          <p:cNvSpPr txBox="1">
            <a:spLocks/>
          </p:cNvSpPr>
          <p:nvPr/>
        </p:nvSpPr>
        <p:spPr>
          <a:xfrm>
            <a:off x="8204309" y="4327005"/>
            <a:ext cx="341787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55" rtl="0" eaLnBrk="1" fontAlgn="auto" latinLnBrk="0" hangingPunct="1">
              <a:lnSpc>
                <a:spcPts val="2200"/>
              </a:lnSpc>
              <a:spcBef>
                <a:spcPct val="20000"/>
              </a:spcBef>
              <a:spcAft>
                <a:spcPts val="0"/>
              </a:spcAft>
              <a:buClrTx/>
              <a:buSzTx/>
              <a:buFont typeface="Arial" pitchFamily="34" charset="0"/>
              <a:buNone/>
              <a:tabLst/>
              <a:defRPr/>
            </a:pPr>
            <a:r>
              <a:rPr kumimoji="0" lang="en-US" sz="1800" b="0" i="0" u="none" strike="noStrike" kern="1200" cap="none" spc="0" normalizeH="0" baseline="0" noProof="0">
                <a:ln>
                  <a:noFill/>
                </a:ln>
                <a:solidFill>
                  <a:srgbClr val="B9AAED"/>
                </a:solidFill>
                <a:effectLst/>
                <a:uLnTx/>
                <a:uFillTx/>
                <a:latin typeface="Poppins Light" panose="00000400000000000000" pitchFamily="2" charset="0"/>
                <a:ea typeface="Segoe UI Variable Semibold Display" pitchFamily="34" charset="-122"/>
                <a:cs typeface="Poppins Light" panose="00000400000000000000" pitchFamily="2" charset="0"/>
              </a:rPr>
              <a:t>Your app, </a:t>
            </a:r>
            <a:r>
              <a:rPr kumimoji="0" lang="en-US" sz="1800" b="1" i="0" u="none" strike="noStrike" kern="1200" cap="none" spc="0" normalizeH="0" baseline="0" noProof="0">
                <a:ln>
                  <a:noFill/>
                </a:ln>
                <a:solidFill>
                  <a:srgbClr val="B9AAED"/>
                </a:solidFill>
                <a:effectLst/>
                <a:uLnTx/>
                <a:uFillTx/>
                <a:latin typeface="Poppins Semibold"/>
                <a:ea typeface="Segoe UI Variable Semibold Display" pitchFamily="34" charset="-122"/>
                <a:cs typeface="Poppins Light" panose="00000400000000000000" pitchFamily="2" charset="0"/>
              </a:rPr>
              <a:t>at a glance</a:t>
            </a:r>
          </a:p>
        </p:txBody>
      </p:sp>
      <p:sp>
        <p:nvSpPr>
          <p:cNvPr id="5" name="Text Placeholder 4">
            <a:extLst>
              <a:ext uri="{FF2B5EF4-FFF2-40B4-BE49-F238E27FC236}">
                <a16:creationId xmlns:a16="http://schemas.microsoft.com/office/drawing/2014/main" id="{555DB673-7462-9391-FF2A-45F9CDDF0E5B}"/>
              </a:ext>
            </a:extLst>
          </p:cNvPr>
          <p:cNvSpPr txBox="1">
            <a:spLocks/>
          </p:cNvSpPr>
          <p:nvPr/>
        </p:nvSpPr>
        <p:spPr>
          <a:xfrm>
            <a:off x="570209" y="2724183"/>
            <a:ext cx="3921843"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55" rtl="0" eaLnBrk="1" fontAlgn="auto" latinLnBrk="0" hangingPunct="1">
              <a:lnSpc>
                <a:spcPts val="2200"/>
              </a:lnSpc>
              <a:spcBef>
                <a:spcPct val="20000"/>
              </a:spcBef>
              <a:spcAft>
                <a:spcPts val="0"/>
              </a:spcAft>
              <a:buClrTx/>
              <a:buSzTx/>
              <a:buFont typeface="Arial" pitchFamily="34" charset="0"/>
              <a:buNone/>
              <a:tabLst/>
              <a:defRPr/>
            </a:pPr>
            <a:r>
              <a:rPr kumimoji="0" lang="en-US" sz="1800" b="0" i="0" u="none" strike="noStrike" kern="1200" cap="none" spc="0" normalizeH="0" baseline="0" noProof="0">
                <a:ln>
                  <a:noFill/>
                </a:ln>
                <a:solidFill>
                  <a:srgbClr val="B9AAED"/>
                </a:solidFill>
                <a:effectLst/>
                <a:uLnTx/>
                <a:uFillTx/>
                <a:latin typeface="Poppins Light" panose="00000400000000000000" pitchFamily="2" charset="0"/>
                <a:ea typeface="Segoe UI Variable Semibold Display" pitchFamily="34" charset="-122"/>
                <a:cs typeface="Poppins Light" panose="00000400000000000000" pitchFamily="2" charset="0"/>
              </a:rPr>
              <a:t>Your agent-ready </a:t>
            </a:r>
            <a:r>
              <a:rPr kumimoji="0" lang="en-US" sz="1800" b="1" i="0" u="none" strike="noStrike" kern="1200" cap="none" spc="0" normalizeH="0" baseline="0" noProof="0">
                <a:ln>
                  <a:noFill/>
                </a:ln>
                <a:solidFill>
                  <a:srgbClr val="B9AAED"/>
                </a:solidFill>
                <a:effectLst/>
                <a:uLnTx/>
                <a:uFillTx/>
                <a:latin typeface="Poppins Semibold"/>
                <a:ea typeface="Segoe UI Variable Semibold Display" pitchFamily="34" charset="-122"/>
                <a:cs typeface="Poppins Light" panose="00000400000000000000" pitchFamily="2" charset="0"/>
              </a:rPr>
              <a:t>control plane</a:t>
            </a:r>
          </a:p>
        </p:txBody>
      </p:sp>
      <p:pic>
        <p:nvPicPr>
          <p:cNvPr id="6" name="Image 59">
            <a:extLst>
              <a:ext uri="{FF2B5EF4-FFF2-40B4-BE49-F238E27FC236}">
                <a16:creationId xmlns:a16="http://schemas.microsoft.com/office/drawing/2014/main" id="{5454268D-6E10-679A-BA4A-4906E2643F4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4508" y="3623956"/>
            <a:ext cx="254450" cy="203598"/>
          </a:xfrm>
          <a:prstGeom prst="rect">
            <a:avLst/>
          </a:prstGeom>
        </p:spPr>
      </p:pic>
      <p:pic>
        <p:nvPicPr>
          <p:cNvPr id="7" name="Image 36">
            <a:extLst>
              <a:ext uri="{FF2B5EF4-FFF2-40B4-BE49-F238E27FC236}">
                <a16:creationId xmlns:a16="http://schemas.microsoft.com/office/drawing/2014/main" id="{0625ECBC-5DC8-9B2C-126E-08D70A6395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32872" y="3616969"/>
            <a:ext cx="208530" cy="217571"/>
          </a:xfrm>
          <a:prstGeom prst="rect">
            <a:avLst/>
          </a:prstGeom>
        </p:spPr>
      </p:pic>
      <p:pic>
        <p:nvPicPr>
          <p:cNvPr id="8" name="Image 12">
            <a:extLst>
              <a:ext uri="{FF2B5EF4-FFF2-40B4-BE49-F238E27FC236}">
                <a16:creationId xmlns:a16="http://schemas.microsoft.com/office/drawing/2014/main" id="{A2C90E05-2F8B-1A52-669B-A71010C1C5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99862" y="3643560"/>
            <a:ext cx="225328" cy="225296"/>
          </a:xfrm>
          <a:prstGeom prst="rect">
            <a:avLst/>
          </a:prstGeom>
        </p:spPr>
      </p:pic>
      <p:sp>
        <p:nvSpPr>
          <p:cNvPr id="9" name="Text Placeholder 41">
            <a:extLst>
              <a:ext uri="{FF2B5EF4-FFF2-40B4-BE49-F238E27FC236}">
                <a16:creationId xmlns:a16="http://schemas.microsoft.com/office/drawing/2014/main" id="{41AFA49F-9B82-D58C-027B-32DBDEFCF717}"/>
              </a:ext>
            </a:extLst>
          </p:cNvPr>
          <p:cNvSpPr txBox="1">
            <a:spLocks/>
          </p:cNvSpPr>
          <p:nvPr/>
        </p:nvSpPr>
        <p:spPr>
          <a:xfrm>
            <a:off x="563006" y="1962178"/>
            <a:ext cx="3619827" cy="404470"/>
          </a:xfrm>
          <a:prstGeom prst="rect">
            <a:avLst/>
          </a:prstGeom>
        </p:spPr>
        <p:txBody>
          <a:bodyPr vert="horz"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55" rtl="0" eaLnBrk="1" fontAlgn="auto" latinLnBrk="0" hangingPunct="1">
              <a:lnSpc>
                <a:spcPts val="2200"/>
              </a:lnSpc>
              <a:spcBef>
                <a:spcPct val="20000"/>
              </a:spcBef>
              <a:spcAft>
                <a:spcPts val="0"/>
              </a:spcAft>
              <a:buClrTx/>
              <a:buSzTx/>
              <a:buFont typeface="Arial" pitchFamily="34" charset="0"/>
              <a:buNone/>
              <a:tabLst/>
              <a:defRPr/>
            </a:pPr>
            <a:r>
              <a:rPr kumimoji="0" lang="en-US" sz="2800" b="0" i="0" u="none" strike="noStrike" kern="1200" cap="none" spc="0" normalizeH="0" baseline="0" noProof="0">
                <a:ln>
                  <a:noFill/>
                </a:ln>
                <a:solidFill>
                  <a:srgbClr val="B9AAED"/>
                </a:solidFill>
                <a:effectLst/>
                <a:uLnTx/>
                <a:uFillTx/>
                <a:latin typeface="Poppins Semibold"/>
                <a:ea typeface="Segoe UI Variable Semibold Display" pitchFamily="34" charset="-122"/>
              </a:rPr>
              <a:t> </a:t>
            </a:r>
          </a:p>
        </p:txBody>
      </p:sp>
      <p:pic>
        <p:nvPicPr>
          <p:cNvPr id="10" name="Image 69">
            <a:extLst>
              <a:ext uri="{FF2B5EF4-FFF2-40B4-BE49-F238E27FC236}">
                <a16:creationId xmlns:a16="http://schemas.microsoft.com/office/drawing/2014/main" id="{31AEFA72-5215-9B44-8873-EC3B2D789BA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9402" y="2083729"/>
            <a:ext cx="239556" cy="203598"/>
          </a:xfrm>
          <a:prstGeom prst="rect">
            <a:avLst/>
          </a:prstGeom>
        </p:spPr>
      </p:pic>
      <p:sp>
        <p:nvSpPr>
          <p:cNvPr id="11" name="Text Placeholder 14">
            <a:extLst>
              <a:ext uri="{FF2B5EF4-FFF2-40B4-BE49-F238E27FC236}">
                <a16:creationId xmlns:a16="http://schemas.microsoft.com/office/drawing/2014/main" id="{6C3BCA49-D72B-329C-1E2C-0324AB5FA60E}"/>
              </a:ext>
            </a:extLst>
          </p:cNvPr>
          <p:cNvSpPr>
            <a:spLocks noGrp="1"/>
          </p:cNvSpPr>
          <p:nvPr>
            <p:ph type="body" sz="quarter" idx="11"/>
          </p:nvPr>
        </p:nvSpPr>
        <p:spPr>
          <a:xfrm>
            <a:off x="570209" y="1071824"/>
            <a:ext cx="11046657" cy="469900"/>
          </a:xfrm>
        </p:spPr>
        <p:txBody>
          <a:bodyPr/>
          <a:lstStyle/>
          <a:p>
            <a:r>
              <a:rPr lang="en-US"/>
              <a:t>The important parts</a:t>
            </a:r>
          </a:p>
        </p:txBody>
      </p:sp>
      <p:cxnSp>
        <p:nvCxnSpPr>
          <p:cNvPr id="13" name="Straight Connector 12">
            <a:extLst>
              <a:ext uri="{FF2B5EF4-FFF2-40B4-BE49-F238E27FC236}">
                <a16:creationId xmlns:a16="http://schemas.microsoft.com/office/drawing/2014/main" id="{09EFCB1D-04C8-39C5-4667-27F0FEE9ED29}"/>
              </a:ext>
            </a:extLst>
          </p:cNvPr>
          <p:cNvCxnSpPr>
            <a:cxnSpLocks/>
          </p:cNvCxnSpPr>
          <p:nvPr/>
        </p:nvCxnSpPr>
        <p:spPr>
          <a:xfrm>
            <a:off x="513708" y="3364787"/>
            <a:ext cx="10879112" cy="0"/>
          </a:xfrm>
          <a:prstGeom prst="line">
            <a:avLst/>
          </a:prstGeom>
          <a:ln>
            <a:gradFill flip="none" rotWithShape="1">
              <a:gsLst>
                <a:gs pos="0">
                  <a:schemeClr val="accent3">
                    <a:lumMod val="25000"/>
                  </a:schemeClr>
                </a:gs>
                <a:gs pos="100000">
                  <a:schemeClr val="accent3">
                    <a:lumMod val="5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1FB8B5E-8B8B-323A-BE06-5D28DFFAD895}"/>
              </a:ext>
            </a:extLst>
          </p:cNvPr>
          <p:cNvSpPr txBox="1"/>
          <p:nvPr/>
        </p:nvSpPr>
        <p:spPr>
          <a:xfrm>
            <a:off x="8356697" y="2355381"/>
            <a:ext cx="2747868" cy="523220"/>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EFFFE"/>
                </a:solidFill>
                <a:effectLst/>
                <a:uLnTx/>
                <a:uFillTx/>
                <a:latin typeface="Consolas"/>
                <a:ea typeface="+mn-ea"/>
                <a:cs typeface="Cascadia Code" panose="020B0609020000020004" pitchFamily="49" charset="0"/>
              </a:rPr>
              <a:t>&gt; aspire init</a:t>
            </a:r>
          </a:p>
        </p:txBody>
      </p:sp>
    </p:spTree>
    <p:extLst>
      <p:ext uri="{BB962C8B-B14F-4D97-AF65-F5344CB8AC3E}">
        <p14:creationId xmlns:p14="http://schemas.microsoft.com/office/powerpoint/2010/main" val="249400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4537C-9163-D798-FE74-1A88D219A964}"/>
            </a:ext>
          </a:extLst>
        </p:cNvPr>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0B8A60C9-0C9B-FD38-0B60-5E8D0D4ABFE2}"/>
              </a:ext>
            </a:extLst>
          </p:cNvPr>
          <p:cNvPicPr>
            <a:picLocks noGrp="1" noChangeAspect="1"/>
          </p:cNvPicPr>
          <p:nvPr>
            <p:ph type="pic" sz="quarter" idx="28"/>
          </p:nvPr>
        </p:nvPicPr>
        <p:blipFill>
          <a:blip r:embed="rId3"/>
          <a:srcRect t="221" b="221"/>
          <a:stretch/>
        </p:blipFill>
        <p:spPr>
          <a:prstGeom prst="roundRect">
            <a:avLst>
              <a:gd name="adj" fmla="val 3536"/>
            </a:avLst>
          </a:prstGeom>
          <a:solidFill>
            <a:srgbClr val="FEFFFE"/>
          </a:solidFill>
          <a:ln w="38100" cap="flat" cmpd="sng" algn="ctr">
            <a:gradFill>
              <a:gsLst>
                <a:gs pos="0">
                  <a:srgbClr val="DBD3F4"/>
                </a:gs>
                <a:gs pos="32000">
                  <a:srgbClr val="9D72F8"/>
                </a:gs>
                <a:gs pos="65000">
                  <a:srgbClr val="8853F0"/>
                </a:gs>
                <a:gs pos="100000">
                  <a:srgbClr val="7455DD"/>
                </a:gs>
              </a:gsLst>
              <a:lin ang="3000000" scaled="0"/>
            </a:gradFill>
            <a:prstDash val="solid"/>
            <a:miter lim="800000"/>
          </a:ln>
          <a:effectLst>
            <a:glow rad="254000">
              <a:srgbClr val="DCDFE6">
                <a:alpha val="9137"/>
              </a:srgbClr>
            </a:glow>
            <a:softEdge rad="0"/>
          </a:effectLst>
        </p:spPr>
      </p:pic>
      <p:sp>
        <p:nvSpPr>
          <p:cNvPr id="3" name="Text Placeholder 2">
            <a:extLst>
              <a:ext uri="{FF2B5EF4-FFF2-40B4-BE49-F238E27FC236}">
                <a16:creationId xmlns:a16="http://schemas.microsoft.com/office/drawing/2014/main" id="{FA262032-0C9E-023E-49EA-AF2D7EE12D39}"/>
              </a:ext>
            </a:extLst>
          </p:cNvPr>
          <p:cNvSpPr>
            <a:spLocks noGrp="1"/>
          </p:cNvSpPr>
          <p:nvPr>
            <p:ph type="body" sz="quarter" idx="16"/>
          </p:nvPr>
        </p:nvSpPr>
        <p:spPr/>
        <p:txBody>
          <a:bodyPr/>
          <a:lstStyle/>
          <a:p>
            <a:r>
              <a:rPr lang="en-US"/>
              <a:t>Dev first, ops friendly</a:t>
            </a:r>
          </a:p>
        </p:txBody>
      </p:sp>
      <p:sp>
        <p:nvSpPr>
          <p:cNvPr id="4" name="Text Placeholder 3">
            <a:extLst>
              <a:ext uri="{FF2B5EF4-FFF2-40B4-BE49-F238E27FC236}">
                <a16:creationId xmlns:a16="http://schemas.microsoft.com/office/drawing/2014/main" id="{1C08D469-DF68-80D0-7194-F6F93B94564C}"/>
              </a:ext>
            </a:extLst>
          </p:cNvPr>
          <p:cNvSpPr>
            <a:spLocks noGrp="1"/>
          </p:cNvSpPr>
          <p:nvPr>
            <p:ph type="body" sz="quarter" idx="29"/>
          </p:nvPr>
        </p:nvSpPr>
        <p:spPr/>
        <p:txBody>
          <a:bodyPr/>
          <a:lstStyle/>
          <a:p>
            <a:r>
              <a:rPr lang="en-US"/>
              <a:t>Clone and run any repo, add new services in one command, and deploy – or hand off to your deployment pipeline – without code changes, from one CLI.</a:t>
            </a:r>
          </a:p>
        </p:txBody>
      </p:sp>
      <p:sp>
        <p:nvSpPr>
          <p:cNvPr id="5" name="Text Placeholder 4">
            <a:extLst>
              <a:ext uri="{FF2B5EF4-FFF2-40B4-BE49-F238E27FC236}">
                <a16:creationId xmlns:a16="http://schemas.microsoft.com/office/drawing/2014/main" id="{5E15085E-9B10-42F7-FFEA-330396EE8BD6}"/>
              </a:ext>
            </a:extLst>
          </p:cNvPr>
          <p:cNvSpPr>
            <a:spLocks noGrp="1"/>
          </p:cNvSpPr>
          <p:nvPr>
            <p:ph type="body" sz="quarter" idx="30"/>
          </p:nvPr>
        </p:nvSpPr>
        <p:spPr/>
        <p:txBody>
          <a:bodyPr/>
          <a:lstStyle/>
          <a:p>
            <a:r>
              <a:rPr lang="en-US"/>
              <a:t>App Host + CLI</a:t>
            </a:r>
          </a:p>
        </p:txBody>
      </p:sp>
      <p:pic>
        <p:nvPicPr>
          <p:cNvPr id="12" name="Picture 11" descr="A screenshot of a computer&#10;&#10;AI-generated content may be incorrect.">
            <a:extLst>
              <a:ext uri="{FF2B5EF4-FFF2-40B4-BE49-F238E27FC236}">
                <a16:creationId xmlns:a16="http://schemas.microsoft.com/office/drawing/2014/main" id="{AF0D52E1-8F19-6036-7DD2-5F93A10246CB}"/>
              </a:ext>
            </a:extLst>
          </p:cNvPr>
          <p:cNvPicPr>
            <a:picLocks noChangeAspect="1"/>
          </p:cNvPicPr>
          <p:nvPr/>
        </p:nvPicPr>
        <p:blipFill>
          <a:blip r:embed="rId4"/>
          <a:srcRect l="18438" t="3673" r="19475" b="6302"/>
          <a:stretch>
            <a:fillRect/>
          </a:stretch>
        </p:blipFill>
        <p:spPr>
          <a:xfrm>
            <a:off x="6186571" y="999611"/>
            <a:ext cx="4512483" cy="4656318"/>
          </a:xfrm>
          <a:prstGeom prst="rect">
            <a:avLst/>
          </a:prstGeom>
        </p:spPr>
      </p:pic>
    </p:spTree>
    <p:extLst>
      <p:ext uri="{BB962C8B-B14F-4D97-AF65-F5344CB8AC3E}">
        <p14:creationId xmlns:p14="http://schemas.microsoft.com/office/powerpoint/2010/main" val="56707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7FCFB-CEC5-FE56-0797-F429F9E7615F}"/>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C7C2A771-88C2-B52B-7097-5DD3BD39672E}"/>
              </a:ext>
            </a:extLst>
          </p:cNvPr>
          <p:cNvPicPr>
            <a:picLocks noGrp="1" noChangeAspect="1"/>
          </p:cNvPicPr>
          <p:nvPr>
            <p:ph type="pic" sz="quarter" idx="28"/>
          </p:nvPr>
        </p:nvPicPr>
        <p:blipFill>
          <a:blip r:embed="rId2"/>
          <a:srcRect t="221" b="221"/>
          <a:stretch/>
        </p:blipFill>
        <p:spPr>
          <a:prstGeom prst="roundRect">
            <a:avLst>
              <a:gd name="adj" fmla="val 3536"/>
            </a:avLst>
          </a:prstGeom>
          <a:solidFill>
            <a:srgbClr val="FEFFFE"/>
          </a:solidFill>
          <a:ln w="38100" cap="flat" cmpd="sng" algn="ctr">
            <a:gradFill>
              <a:gsLst>
                <a:gs pos="0">
                  <a:srgbClr val="DBD3F4"/>
                </a:gs>
                <a:gs pos="32000">
                  <a:srgbClr val="9D72F8"/>
                </a:gs>
                <a:gs pos="65000">
                  <a:srgbClr val="8853F0"/>
                </a:gs>
                <a:gs pos="100000">
                  <a:srgbClr val="7455DD"/>
                </a:gs>
              </a:gsLst>
              <a:lin ang="3000000" scaled="0"/>
            </a:gradFill>
            <a:prstDash val="solid"/>
            <a:miter lim="800000"/>
          </a:ln>
          <a:effectLst>
            <a:glow rad="254000">
              <a:srgbClr val="DCDFE6">
                <a:alpha val="9137"/>
              </a:srgbClr>
            </a:glow>
            <a:softEdge rad="0"/>
          </a:effectLst>
        </p:spPr>
      </p:pic>
      <p:sp>
        <p:nvSpPr>
          <p:cNvPr id="3" name="Text Placeholder 2">
            <a:extLst>
              <a:ext uri="{FF2B5EF4-FFF2-40B4-BE49-F238E27FC236}">
                <a16:creationId xmlns:a16="http://schemas.microsoft.com/office/drawing/2014/main" id="{F05150A9-170C-A90A-1874-75CE4602605C}"/>
              </a:ext>
            </a:extLst>
          </p:cNvPr>
          <p:cNvSpPr>
            <a:spLocks noGrp="1"/>
          </p:cNvSpPr>
          <p:nvPr>
            <p:ph type="body" sz="quarter" idx="16"/>
          </p:nvPr>
        </p:nvSpPr>
        <p:spPr/>
        <p:txBody>
          <a:bodyPr/>
          <a:lstStyle/>
          <a:p>
            <a:r>
              <a:rPr lang="en-US"/>
              <a:t>Building blocks, not black boxes</a:t>
            </a:r>
          </a:p>
        </p:txBody>
      </p:sp>
      <p:sp>
        <p:nvSpPr>
          <p:cNvPr id="4" name="Text Placeholder 3">
            <a:extLst>
              <a:ext uri="{FF2B5EF4-FFF2-40B4-BE49-F238E27FC236}">
                <a16:creationId xmlns:a16="http://schemas.microsoft.com/office/drawing/2014/main" id="{FBAE998E-0113-20FD-C8A8-95128044FCB0}"/>
              </a:ext>
            </a:extLst>
          </p:cNvPr>
          <p:cNvSpPr>
            <a:spLocks noGrp="1"/>
          </p:cNvSpPr>
          <p:nvPr>
            <p:ph type="body" sz="quarter" idx="29"/>
          </p:nvPr>
        </p:nvSpPr>
        <p:spPr>
          <a:xfrm>
            <a:off x="570777" y="3561946"/>
            <a:ext cx="3490003" cy="1779205"/>
          </a:xfrm>
        </p:spPr>
        <p:txBody>
          <a:bodyPr/>
          <a:lstStyle/>
          <a:p>
            <a:r>
              <a:rPr lang="en-US" sz="1800">
                <a:effectLst/>
                <a:latin typeface="Poppins" panose="00000500000000000000" pitchFamily="2" charset="0"/>
              </a:rPr>
              <a:t>Choose from hundreds of prebuilt packages or bring your own. Bootstrap and run any type of container, CLI, or AI agent with a few lines of code.</a:t>
            </a:r>
            <a:endParaRPr lang="en-US"/>
          </a:p>
        </p:txBody>
      </p:sp>
      <p:sp>
        <p:nvSpPr>
          <p:cNvPr id="5" name="Text Placeholder 4">
            <a:extLst>
              <a:ext uri="{FF2B5EF4-FFF2-40B4-BE49-F238E27FC236}">
                <a16:creationId xmlns:a16="http://schemas.microsoft.com/office/drawing/2014/main" id="{95E19D5D-1FD7-0863-A54A-19408E421696}"/>
              </a:ext>
            </a:extLst>
          </p:cNvPr>
          <p:cNvSpPr>
            <a:spLocks noGrp="1"/>
          </p:cNvSpPr>
          <p:nvPr>
            <p:ph type="body" sz="quarter" idx="30"/>
          </p:nvPr>
        </p:nvSpPr>
        <p:spPr/>
        <p:txBody>
          <a:bodyPr/>
          <a:lstStyle/>
          <a:p>
            <a:r>
              <a:rPr lang="en-US"/>
              <a:t>Integrations</a:t>
            </a:r>
          </a:p>
        </p:txBody>
      </p:sp>
    </p:spTree>
    <p:extLst>
      <p:ext uri="{BB962C8B-B14F-4D97-AF65-F5344CB8AC3E}">
        <p14:creationId xmlns:p14="http://schemas.microsoft.com/office/powerpoint/2010/main" val="2592457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B38E2-7807-4A0A-49AC-AEBABC212F3A}"/>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CF0987D-9280-8F57-C2DE-4EEF8AB275D5}"/>
              </a:ext>
            </a:extLst>
          </p:cNvPr>
          <p:cNvPicPr>
            <a:picLocks noGrp="1" noChangeAspect="1"/>
          </p:cNvPicPr>
          <p:nvPr>
            <p:ph type="pic" sz="quarter" idx="28"/>
          </p:nvPr>
        </p:nvPicPr>
        <p:blipFill>
          <a:blip r:embed="rId2"/>
          <a:srcRect l="29" t="-457" r="16491" b="10046"/>
          <a:stretch>
            <a:fillRect/>
          </a:stretch>
        </p:blipFill>
        <p:spPr>
          <a:xfrm>
            <a:off x="5271401" y="571500"/>
            <a:ext cx="6342824" cy="5657850"/>
          </a:xfrm>
          <a:prstGeom prst="rect">
            <a:avLst/>
          </a:prstGeom>
        </p:spPr>
      </p:pic>
      <p:sp>
        <p:nvSpPr>
          <p:cNvPr id="3" name="Text Placeholder 2">
            <a:extLst>
              <a:ext uri="{FF2B5EF4-FFF2-40B4-BE49-F238E27FC236}">
                <a16:creationId xmlns:a16="http://schemas.microsoft.com/office/drawing/2014/main" id="{E8428079-6541-BABD-CBDD-A5A11493CF3B}"/>
              </a:ext>
            </a:extLst>
          </p:cNvPr>
          <p:cNvSpPr>
            <a:spLocks noGrp="1"/>
          </p:cNvSpPr>
          <p:nvPr>
            <p:ph type="body" sz="quarter" idx="16"/>
          </p:nvPr>
        </p:nvSpPr>
        <p:spPr/>
        <p:txBody>
          <a:bodyPr/>
          <a:lstStyle/>
          <a:p>
            <a:r>
              <a:rPr lang="en-US"/>
              <a:t>Observability from the start</a:t>
            </a:r>
          </a:p>
        </p:txBody>
      </p:sp>
      <p:sp>
        <p:nvSpPr>
          <p:cNvPr id="4" name="Text Placeholder 3">
            <a:extLst>
              <a:ext uri="{FF2B5EF4-FFF2-40B4-BE49-F238E27FC236}">
                <a16:creationId xmlns:a16="http://schemas.microsoft.com/office/drawing/2014/main" id="{EFA22734-5DA1-12EF-86E3-A69CFD744905}"/>
              </a:ext>
            </a:extLst>
          </p:cNvPr>
          <p:cNvSpPr>
            <a:spLocks noGrp="1"/>
          </p:cNvSpPr>
          <p:nvPr>
            <p:ph type="body" sz="quarter" idx="29"/>
          </p:nvPr>
        </p:nvSpPr>
        <p:spPr/>
        <p:txBody>
          <a:bodyPr/>
          <a:lstStyle/>
          <a:p>
            <a:r>
              <a:rPr lang="en-US"/>
              <a:t>Logs, traces, health checks—all wired up automatically. </a:t>
            </a:r>
            <a:r>
              <a:rPr lang="en-US" err="1"/>
              <a:t>OpenTelemetry</a:t>
            </a:r>
            <a:r>
              <a:rPr lang="en-US"/>
              <a:t> included with zero setup.</a:t>
            </a:r>
          </a:p>
          <a:p>
            <a:endParaRPr lang="en-US"/>
          </a:p>
        </p:txBody>
      </p:sp>
      <p:sp>
        <p:nvSpPr>
          <p:cNvPr id="5" name="Text Placeholder 4">
            <a:extLst>
              <a:ext uri="{FF2B5EF4-FFF2-40B4-BE49-F238E27FC236}">
                <a16:creationId xmlns:a16="http://schemas.microsoft.com/office/drawing/2014/main" id="{2B80A72A-7DBE-9BF4-A5EE-8AD08FF709C1}"/>
              </a:ext>
            </a:extLst>
          </p:cNvPr>
          <p:cNvSpPr>
            <a:spLocks noGrp="1"/>
          </p:cNvSpPr>
          <p:nvPr>
            <p:ph type="body" sz="quarter" idx="30"/>
          </p:nvPr>
        </p:nvSpPr>
        <p:spPr/>
        <p:txBody>
          <a:bodyPr/>
          <a:lstStyle/>
          <a:p>
            <a:r>
              <a:rPr lang="en-US"/>
              <a:t>Dashboard</a:t>
            </a:r>
          </a:p>
        </p:txBody>
      </p:sp>
    </p:spTree>
    <p:extLst>
      <p:ext uri="{BB962C8B-B14F-4D97-AF65-F5344CB8AC3E}">
        <p14:creationId xmlns:p14="http://schemas.microsoft.com/office/powerpoint/2010/main" val="1709339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BF19-E6F3-1255-C240-5115CD548CCC}"/>
            </a:ext>
          </a:extLst>
        </p:cNvPr>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41F13DA2-B02D-256A-9BE2-64C662BEAA03}"/>
              </a:ext>
            </a:extLst>
          </p:cNvPr>
          <p:cNvPicPr>
            <a:picLocks noGrp="1" noChangeAspect="1"/>
          </p:cNvPicPr>
          <p:nvPr>
            <p:ph type="pic" sz="quarter" idx="28"/>
          </p:nvPr>
        </p:nvPicPr>
        <p:blipFill>
          <a:blip r:embed="rId2"/>
          <a:srcRect l="2858" t="-505" r="34089" b="505"/>
          <a:stretch>
            <a:fillRect/>
          </a:stretch>
        </p:blipFill>
        <p:spPr>
          <a:xfrm>
            <a:off x="5271401" y="571500"/>
            <a:ext cx="6342824" cy="5657850"/>
          </a:xfrm>
          <a:prstGeom prst="roundRect">
            <a:avLst>
              <a:gd name="adj" fmla="val 3536"/>
            </a:avLst>
          </a:prstGeom>
          <a:solidFill>
            <a:srgbClr val="FEFFFE"/>
          </a:solidFill>
          <a:ln w="38100" cap="flat" cmpd="sng" algn="ctr">
            <a:gradFill>
              <a:gsLst>
                <a:gs pos="0">
                  <a:srgbClr val="DBD3F4"/>
                </a:gs>
                <a:gs pos="32000">
                  <a:srgbClr val="9D72F8"/>
                </a:gs>
                <a:gs pos="65000">
                  <a:srgbClr val="8853F0"/>
                </a:gs>
                <a:gs pos="100000">
                  <a:srgbClr val="7455DD"/>
                </a:gs>
              </a:gsLst>
              <a:lin ang="3000000" scaled="0"/>
            </a:gradFill>
            <a:prstDash val="solid"/>
            <a:miter lim="800000"/>
          </a:ln>
          <a:effectLst>
            <a:glow rad="254000">
              <a:srgbClr val="1F1E31">
                <a:lumMod val="50000"/>
                <a:lumOff val="50000"/>
                <a:alpha val="9000"/>
              </a:srgbClr>
            </a:glow>
            <a:softEdge rad="0"/>
          </a:effectLst>
        </p:spPr>
      </p:pic>
      <p:sp>
        <p:nvSpPr>
          <p:cNvPr id="3" name="Text Placeholder 2">
            <a:extLst>
              <a:ext uri="{FF2B5EF4-FFF2-40B4-BE49-F238E27FC236}">
                <a16:creationId xmlns:a16="http://schemas.microsoft.com/office/drawing/2014/main" id="{FF7C632E-67A0-9B83-C6D1-FB00AEE7E2F4}"/>
              </a:ext>
            </a:extLst>
          </p:cNvPr>
          <p:cNvSpPr>
            <a:spLocks noGrp="1"/>
          </p:cNvSpPr>
          <p:nvPr>
            <p:ph type="body" sz="quarter" idx="16"/>
          </p:nvPr>
        </p:nvSpPr>
        <p:spPr/>
        <p:txBody>
          <a:bodyPr/>
          <a:lstStyle/>
          <a:p>
            <a:r>
              <a:rPr lang="en-US"/>
              <a:t>Ready for any coding agent</a:t>
            </a:r>
          </a:p>
        </p:txBody>
      </p:sp>
      <p:sp>
        <p:nvSpPr>
          <p:cNvPr id="4" name="Text Placeholder 3">
            <a:extLst>
              <a:ext uri="{FF2B5EF4-FFF2-40B4-BE49-F238E27FC236}">
                <a16:creationId xmlns:a16="http://schemas.microsoft.com/office/drawing/2014/main" id="{FBA57D00-2632-7C17-66EE-11693D6D110D}"/>
              </a:ext>
            </a:extLst>
          </p:cNvPr>
          <p:cNvSpPr>
            <a:spLocks noGrp="1"/>
          </p:cNvSpPr>
          <p:nvPr>
            <p:ph type="body" sz="quarter" idx="29"/>
          </p:nvPr>
        </p:nvSpPr>
        <p:spPr>
          <a:xfrm>
            <a:off x="570777" y="3561946"/>
            <a:ext cx="3490003" cy="2061334"/>
          </a:xfrm>
        </p:spPr>
        <p:txBody>
          <a:bodyPr/>
          <a:lstStyle/>
          <a:p>
            <a:r>
              <a:rPr lang="en-US" sz="1800">
                <a:effectLst/>
                <a:latin typeface="Poppins" panose="00000500000000000000" pitchFamily="2" charset="0"/>
              </a:rPr>
              <a:t>The Aspire CLI automatically </a:t>
            </a:r>
            <a:r>
              <a:rPr lang="en-US">
                <a:latin typeface="Poppins" panose="00000500000000000000" pitchFamily="2" charset="0"/>
              </a:rPr>
              <a:t>gives </a:t>
            </a:r>
            <a:r>
              <a:rPr lang="en-US" sz="1800">
                <a:effectLst/>
                <a:latin typeface="Poppins" panose="00000500000000000000" pitchFamily="2" charset="0"/>
              </a:rPr>
              <a:t>context to your preferred coding agents, providing them with </a:t>
            </a:r>
            <a:r>
              <a:rPr lang="en-US">
                <a:latin typeface="Poppins" panose="00000500000000000000" pitchFamily="2" charset="0"/>
              </a:rPr>
              <a:t>knowledge </a:t>
            </a:r>
            <a:r>
              <a:rPr lang="en-US" sz="1800">
                <a:effectLst/>
                <a:latin typeface="Poppins" panose="00000500000000000000" pitchFamily="2" charset="0"/>
              </a:rPr>
              <a:t>about your system to help you develop and debug faster.</a:t>
            </a:r>
            <a:endParaRPr lang="en-US"/>
          </a:p>
        </p:txBody>
      </p:sp>
      <p:sp>
        <p:nvSpPr>
          <p:cNvPr id="5" name="Text Placeholder 4">
            <a:extLst>
              <a:ext uri="{FF2B5EF4-FFF2-40B4-BE49-F238E27FC236}">
                <a16:creationId xmlns:a16="http://schemas.microsoft.com/office/drawing/2014/main" id="{CA3FC88C-4680-60BE-CAD1-7D61670FC206}"/>
              </a:ext>
            </a:extLst>
          </p:cNvPr>
          <p:cNvSpPr>
            <a:spLocks noGrp="1"/>
          </p:cNvSpPr>
          <p:nvPr>
            <p:ph type="body" sz="quarter" idx="30"/>
          </p:nvPr>
        </p:nvSpPr>
        <p:spPr/>
        <p:txBody>
          <a:bodyPr/>
          <a:lstStyle/>
          <a:p>
            <a:r>
              <a:rPr lang="en-US"/>
              <a:t>Agent-ready CLI</a:t>
            </a:r>
          </a:p>
        </p:txBody>
      </p:sp>
    </p:spTree>
    <p:extLst>
      <p:ext uri="{BB962C8B-B14F-4D97-AF65-F5344CB8AC3E}">
        <p14:creationId xmlns:p14="http://schemas.microsoft.com/office/powerpoint/2010/main" val="2248562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F537C-C470-173B-BBFC-CC99994CE5D5}"/>
            </a:ext>
          </a:extLst>
        </p:cNvPr>
        <p:cNvGrpSpPr/>
        <p:nvPr/>
      </p:nvGrpSpPr>
      <p:grpSpPr>
        <a:xfrm>
          <a:off x="0" y="0"/>
          <a:ext cx="0" cy="0"/>
          <a:chOff x="0" y="0"/>
          <a:chExt cx="0" cy="0"/>
        </a:xfrm>
      </p:grpSpPr>
      <p:sp>
        <p:nvSpPr>
          <p:cNvPr id="41" name="Text Placeholder 40">
            <a:extLst>
              <a:ext uri="{FF2B5EF4-FFF2-40B4-BE49-F238E27FC236}">
                <a16:creationId xmlns:a16="http://schemas.microsoft.com/office/drawing/2014/main" id="{FDAFFBA4-4D10-88BE-B565-8CCE2848142F}"/>
              </a:ext>
            </a:extLst>
          </p:cNvPr>
          <p:cNvSpPr>
            <a:spLocks noGrp="1"/>
          </p:cNvSpPr>
          <p:nvPr>
            <p:ph type="body" sz="quarter" idx="16"/>
          </p:nvPr>
        </p:nvSpPr>
        <p:spPr>
          <a:xfrm>
            <a:off x="563007" y="3958443"/>
            <a:ext cx="3619827" cy="368562"/>
          </a:xfrm>
        </p:spPr>
        <p:txBody>
          <a:bodyPr/>
          <a:lstStyle/>
          <a:p>
            <a:r>
              <a:rPr lang="en-US" dirty="0"/>
              <a:t>Code-first app topology</a:t>
            </a:r>
          </a:p>
        </p:txBody>
      </p:sp>
      <p:sp>
        <p:nvSpPr>
          <p:cNvPr id="42" name="Text Placeholder 41">
            <a:extLst>
              <a:ext uri="{FF2B5EF4-FFF2-40B4-BE49-F238E27FC236}">
                <a16:creationId xmlns:a16="http://schemas.microsoft.com/office/drawing/2014/main" id="{DC7385E4-FC51-2097-6ED9-35FBE6F80A61}"/>
              </a:ext>
            </a:extLst>
          </p:cNvPr>
          <p:cNvSpPr>
            <a:spLocks noGrp="1"/>
          </p:cNvSpPr>
          <p:nvPr>
            <p:ph type="body" sz="quarter" idx="19"/>
          </p:nvPr>
        </p:nvSpPr>
        <p:spPr>
          <a:xfrm>
            <a:off x="563007" y="3546879"/>
            <a:ext cx="3619827" cy="404470"/>
          </a:xfrm>
        </p:spPr>
        <p:txBody>
          <a:bodyPr/>
          <a:lstStyle/>
          <a:p>
            <a:r>
              <a:rPr lang="en-US"/>
              <a:t> </a:t>
            </a:r>
          </a:p>
        </p:txBody>
      </p:sp>
      <p:sp>
        <p:nvSpPr>
          <p:cNvPr id="43" name="Text Placeholder 42">
            <a:extLst>
              <a:ext uri="{FF2B5EF4-FFF2-40B4-BE49-F238E27FC236}">
                <a16:creationId xmlns:a16="http://schemas.microsoft.com/office/drawing/2014/main" id="{ADA66437-FB10-E7A7-FC71-5D8A33ED0ECA}"/>
              </a:ext>
            </a:extLst>
          </p:cNvPr>
          <p:cNvSpPr>
            <a:spLocks noGrp="1"/>
          </p:cNvSpPr>
          <p:nvPr>
            <p:ph type="body" sz="quarter" idx="23"/>
          </p:nvPr>
        </p:nvSpPr>
        <p:spPr>
          <a:xfrm>
            <a:off x="4435028" y="3965537"/>
            <a:ext cx="3619827" cy="368562"/>
          </a:xfrm>
        </p:spPr>
        <p:txBody>
          <a:bodyPr/>
          <a:lstStyle/>
          <a:p>
            <a:r>
              <a:rPr lang="en-US" dirty="0"/>
              <a:t>Simplified execution model</a:t>
            </a:r>
          </a:p>
        </p:txBody>
      </p:sp>
      <p:sp>
        <p:nvSpPr>
          <p:cNvPr id="44" name="Text Placeholder 43">
            <a:extLst>
              <a:ext uri="{FF2B5EF4-FFF2-40B4-BE49-F238E27FC236}">
                <a16:creationId xmlns:a16="http://schemas.microsoft.com/office/drawing/2014/main" id="{D1788C0A-AB63-F2CF-2EAD-2C668B3217FB}"/>
              </a:ext>
            </a:extLst>
          </p:cNvPr>
          <p:cNvSpPr>
            <a:spLocks noGrp="1"/>
          </p:cNvSpPr>
          <p:nvPr>
            <p:ph type="body" sz="quarter" idx="24"/>
          </p:nvPr>
        </p:nvSpPr>
        <p:spPr>
          <a:xfrm>
            <a:off x="4435028" y="3553973"/>
            <a:ext cx="3619827" cy="404470"/>
          </a:xfrm>
        </p:spPr>
        <p:txBody>
          <a:bodyPr/>
          <a:lstStyle/>
          <a:p>
            <a:r>
              <a:rPr lang="en-US"/>
              <a:t> </a:t>
            </a:r>
          </a:p>
        </p:txBody>
      </p:sp>
      <p:sp>
        <p:nvSpPr>
          <p:cNvPr id="45" name="Text Placeholder 44">
            <a:extLst>
              <a:ext uri="{FF2B5EF4-FFF2-40B4-BE49-F238E27FC236}">
                <a16:creationId xmlns:a16="http://schemas.microsoft.com/office/drawing/2014/main" id="{546809D5-C1F7-789C-9554-EF87962B6FCC}"/>
              </a:ext>
            </a:extLst>
          </p:cNvPr>
          <p:cNvSpPr>
            <a:spLocks noGrp="1"/>
          </p:cNvSpPr>
          <p:nvPr>
            <p:ph type="body" sz="quarter" idx="26"/>
          </p:nvPr>
        </p:nvSpPr>
        <p:spPr>
          <a:xfrm>
            <a:off x="8235154" y="3959291"/>
            <a:ext cx="3619827" cy="368562"/>
          </a:xfrm>
        </p:spPr>
        <p:txBody>
          <a:bodyPr/>
          <a:lstStyle/>
          <a:p>
            <a:r>
              <a:rPr lang="en-US" dirty="0"/>
              <a:t>Optimized feedback loop</a:t>
            </a:r>
          </a:p>
        </p:txBody>
      </p:sp>
      <p:sp>
        <p:nvSpPr>
          <p:cNvPr id="46" name="Text Placeholder 45">
            <a:extLst>
              <a:ext uri="{FF2B5EF4-FFF2-40B4-BE49-F238E27FC236}">
                <a16:creationId xmlns:a16="http://schemas.microsoft.com/office/drawing/2014/main" id="{ED10E943-3B72-9EFF-71B9-2F0657CAB148}"/>
              </a:ext>
            </a:extLst>
          </p:cNvPr>
          <p:cNvSpPr>
            <a:spLocks noGrp="1"/>
          </p:cNvSpPr>
          <p:nvPr>
            <p:ph type="body" sz="quarter" idx="27"/>
          </p:nvPr>
        </p:nvSpPr>
        <p:spPr>
          <a:xfrm>
            <a:off x="8235154" y="3547727"/>
            <a:ext cx="3619827" cy="404470"/>
          </a:xfrm>
        </p:spPr>
        <p:txBody>
          <a:bodyPr/>
          <a:lstStyle/>
          <a:p>
            <a:r>
              <a:rPr lang="en-US"/>
              <a:t> </a:t>
            </a:r>
          </a:p>
        </p:txBody>
      </p:sp>
      <p:sp>
        <p:nvSpPr>
          <p:cNvPr id="47" name="Text Placeholder 46">
            <a:extLst>
              <a:ext uri="{FF2B5EF4-FFF2-40B4-BE49-F238E27FC236}">
                <a16:creationId xmlns:a16="http://schemas.microsoft.com/office/drawing/2014/main" id="{119583B4-0C52-D884-DD6E-126734D79618}"/>
              </a:ext>
            </a:extLst>
          </p:cNvPr>
          <p:cNvSpPr>
            <a:spLocks noGrp="1"/>
          </p:cNvSpPr>
          <p:nvPr>
            <p:ph type="body" sz="quarter" idx="34"/>
          </p:nvPr>
        </p:nvSpPr>
        <p:spPr>
          <a:xfrm>
            <a:off x="563007" y="4754848"/>
            <a:ext cx="3619827" cy="1200329"/>
          </a:xfrm>
        </p:spPr>
        <p:txBody>
          <a:bodyPr/>
          <a:lstStyle/>
          <a:p>
            <a:r>
              <a:rPr lang="en-US" dirty="0"/>
              <a:t>The Aspire </a:t>
            </a:r>
            <a:r>
              <a:rPr lang="en-US" dirty="0" err="1"/>
              <a:t>AppHost</a:t>
            </a:r>
            <a:r>
              <a:rPr lang="en-US" dirty="0"/>
              <a:t> gives you the same functionality as a </a:t>
            </a:r>
            <a:r>
              <a:rPr lang="en-US" dirty="0" err="1">
                <a:latin typeface="Consolas" panose="020B0609020204030204" pitchFamily="49" charset="0"/>
              </a:rPr>
              <a:t>compose.yml</a:t>
            </a:r>
            <a:r>
              <a:rPr lang="en-US" dirty="0"/>
              <a:t> or </a:t>
            </a:r>
            <a:r>
              <a:rPr lang="en-US" dirty="0" err="1">
                <a:latin typeface="Consolas" panose="020B0609020204030204" pitchFamily="49" charset="0"/>
              </a:rPr>
              <a:t>launch.json</a:t>
            </a:r>
            <a:r>
              <a:rPr lang="en-US" dirty="0">
                <a:latin typeface="Consolas" panose="020B0609020204030204" pitchFamily="49" charset="0"/>
              </a:rPr>
              <a:t> </a:t>
            </a:r>
            <a:r>
              <a:rPr lang="en-US" dirty="0"/>
              <a:t>but in typesafe, compilable, TypeScript or C# code. An agent can easily read and modify it to understand and build the full topology of your app. </a:t>
            </a:r>
          </a:p>
        </p:txBody>
      </p:sp>
      <p:sp>
        <p:nvSpPr>
          <p:cNvPr id="48" name="Text Placeholder 47">
            <a:extLst>
              <a:ext uri="{FF2B5EF4-FFF2-40B4-BE49-F238E27FC236}">
                <a16:creationId xmlns:a16="http://schemas.microsoft.com/office/drawing/2014/main" id="{0A078618-B308-AE54-7596-B1F115663E91}"/>
              </a:ext>
            </a:extLst>
          </p:cNvPr>
          <p:cNvSpPr>
            <a:spLocks noGrp="1"/>
          </p:cNvSpPr>
          <p:nvPr>
            <p:ph type="body" sz="quarter" idx="35"/>
          </p:nvPr>
        </p:nvSpPr>
        <p:spPr>
          <a:xfrm>
            <a:off x="4435028" y="4761942"/>
            <a:ext cx="3619827" cy="1415772"/>
          </a:xfrm>
        </p:spPr>
        <p:txBody>
          <a:bodyPr/>
          <a:lstStyle/>
          <a:p>
            <a:r>
              <a:rPr lang="en-US" dirty="0"/>
              <a:t>Every resource in your stack is defined in the apphost, and </a:t>
            </a:r>
            <a:r>
              <a:rPr lang="en-US" sz="1400" b="1" dirty="0">
                <a:latin typeface="Consolas" panose="020B0609020204030204" pitchFamily="49" charset="0"/>
              </a:rPr>
              <a:t>aspire start</a:t>
            </a:r>
            <a:r>
              <a:rPr lang="en-US" dirty="0">
                <a:latin typeface="Consolas" panose="020B0609020204030204" pitchFamily="49" charset="0"/>
              </a:rPr>
              <a:t> </a:t>
            </a:r>
            <a:r>
              <a:rPr lang="en-US" dirty="0"/>
              <a:t>kicks off and keeps track of all of them. APIs, frontends, containers, databases, started in the right order, on the right ports, with the right configuration. Use detached and isolated modes for working with multiple agents.</a:t>
            </a:r>
          </a:p>
        </p:txBody>
      </p:sp>
      <p:sp>
        <p:nvSpPr>
          <p:cNvPr id="49" name="Text Placeholder 48">
            <a:extLst>
              <a:ext uri="{FF2B5EF4-FFF2-40B4-BE49-F238E27FC236}">
                <a16:creationId xmlns:a16="http://schemas.microsoft.com/office/drawing/2014/main" id="{9EC7A2E3-44F8-BCC0-6574-63884833CAB9}"/>
              </a:ext>
            </a:extLst>
          </p:cNvPr>
          <p:cNvSpPr>
            <a:spLocks noGrp="1"/>
          </p:cNvSpPr>
          <p:nvPr>
            <p:ph type="body" sz="quarter" idx="36"/>
          </p:nvPr>
        </p:nvSpPr>
        <p:spPr>
          <a:xfrm>
            <a:off x="8235154" y="4755696"/>
            <a:ext cx="3619827" cy="1384995"/>
          </a:xfrm>
        </p:spPr>
        <p:txBody>
          <a:bodyPr/>
          <a:lstStyle/>
          <a:p>
            <a:r>
              <a:rPr lang="en-US" dirty="0"/>
              <a:t>The Aspire CLI exposes full OpenTelemetry data during local development like traces, metrics, and structured logs. Agents can do things like profile slow requests, trace failing workflows, pinpoint exact errors, right in the terminal. Pair it with a tool like Playwright CLI to test your app </a:t>
            </a:r>
            <a:r>
              <a:rPr lang="en-US" i="1" dirty="0"/>
              <a:t>and </a:t>
            </a:r>
            <a:r>
              <a:rPr lang="en-US" dirty="0"/>
              <a:t>fix it. </a:t>
            </a:r>
          </a:p>
        </p:txBody>
      </p:sp>
      <p:sp>
        <p:nvSpPr>
          <p:cNvPr id="14" name="Text Placeholder 13">
            <a:extLst>
              <a:ext uri="{FF2B5EF4-FFF2-40B4-BE49-F238E27FC236}">
                <a16:creationId xmlns:a16="http://schemas.microsoft.com/office/drawing/2014/main" id="{A060AA28-3568-FC42-04E5-FD068A0614DB}"/>
              </a:ext>
            </a:extLst>
          </p:cNvPr>
          <p:cNvSpPr>
            <a:spLocks noGrp="1"/>
          </p:cNvSpPr>
          <p:nvPr>
            <p:ph type="body" sz="quarter" idx="10"/>
          </p:nvPr>
        </p:nvSpPr>
        <p:spPr/>
        <p:txBody>
          <a:bodyPr/>
          <a:lstStyle/>
          <a:p>
            <a:r>
              <a:rPr lang="en-US" dirty="0"/>
              <a:t>Aspire is agent-ready</a:t>
            </a:r>
          </a:p>
        </p:txBody>
      </p:sp>
      <p:sp>
        <p:nvSpPr>
          <p:cNvPr id="52" name="Rectangle: Rounded Corners 51">
            <a:extLst>
              <a:ext uri="{FF2B5EF4-FFF2-40B4-BE49-F238E27FC236}">
                <a16:creationId xmlns:a16="http://schemas.microsoft.com/office/drawing/2014/main" id="{881060B0-EA53-502D-DE9C-3DA4F0838ED9}"/>
              </a:ext>
            </a:extLst>
          </p:cNvPr>
          <p:cNvSpPr/>
          <p:nvPr/>
        </p:nvSpPr>
        <p:spPr>
          <a:xfrm>
            <a:off x="8235154" y="2145385"/>
            <a:ext cx="3157666" cy="947025"/>
          </a:xfrm>
          <a:prstGeom prst="roundRect">
            <a:avLst/>
          </a:pr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a:latin typeface="Cascadia Code" panose="020B0609020000020004" pitchFamily="49" charset="0"/>
              <a:cs typeface="Cascadia Code" panose="020B0609020000020004" pitchFamily="49" charset="0"/>
            </a:endParaRPr>
          </a:p>
        </p:txBody>
      </p:sp>
      <p:sp>
        <p:nvSpPr>
          <p:cNvPr id="53" name="Text Placeholder 40">
            <a:extLst>
              <a:ext uri="{FF2B5EF4-FFF2-40B4-BE49-F238E27FC236}">
                <a16:creationId xmlns:a16="http://schemas.microsoft.com/office/drawing/2014/main" id="{C11412E3-2475-D907-A738-42981B048826}"/>
              </a:ext>
            </a:extLst>
          </p:cNvPr>
          <p:cNvSpPr txBox="1">
            <a:spLocks/>
          </p:cNvSpPr>
          <p:nvPr/>
        </p:nvSpPr>
        <p:spPr>
          <a:xfrm>
            <a:off x="570209" y="2381912"/>
            <a:ext cx="3002110"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1800" b="0" i="0" kern="0" spc="-36" dirty="0" smtClean="0">
                <a:solidFill>
                  <a:schemeClr val="bg1"/>
                </a:solidFill>
                <a:latin typeface="+mn-lt"/>
                <a:ea typeface="Poppins" pitchFamily="2" charset="77"/>
                <a:cs typeface="Poppins" pitchFamily="2" charset="77"/>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dirty="0"/>
              <a:t>Built-in agent skills</a:t>
            </a:r>
          </a:p>
        </p:txBody>
      </p:sp>
      <p:sp>
        <p:nvSpPr>
          <p:cNvPr id="55" name="Text Placeholder 46">
            <a:extLst>
              <a:ext uri="{FF2B5EF4-FFF2-40B4-BE49-F238E27FC236}">
                <a16:creationId xmlns:a16="http://schemas.microsoft.com/office/drawing/2014/main" id="{2FC7B3F8-1CB1-D4C7-D32C-03D8A0EEB0A5}"/>
              </a:ext>
            </a:extLst>
          </p:cNvPr>
          <p:cNvSpPr txBox="1">
            <a:spLocks/>
          </p:cNvSpPr>
          <p:nvPr/>
        </p:nvSpPr>
        <p:spPr>
          <a:xfrm>
            <a:off x="4375690" y="2229814"/>
            <a:ext cx="3738502" cy="861774"/>
          </a:xfrm>
          <a:prstGeom prst="rect">
            <a:avLst/>
          </a:prstGeom>
        </p:spPr>
        <p:txBody>
          <a:bodyPr vert="horz" wrap="square" lIns="91440" tIns="45720" rIns="91440" bIns="45720" rtlCol="0">
            <a:spAutoFit/>
          </a:bodyPr>
          <a:lstStyle>
            <a:lvl1pPr marL="0" indent="0" algn="l" defTabSz="457155" rtl="0" eaLnBrk="1" latinLnBrk="0" hangingPunct="1">
              <a:lnSpc>
                <a:spcPct val="100000"/>
              </a:lnSpc>
              <a:spcBef>
                <a:spcPct val="20000"/>
              </a:spcBef>
              <a:buFont typeface="Arial" pitchFamily="34" charset="0"/>
              <a:buNone/>
              <a:defRPr lang="en-US" sz="1200" b="0" i="0" kern="0" spc="0" dirty="0" smtClean="0">
                <a:solidFill>
                  <a:schemeClr val="bg1"/>
                </a:solidFill>
                <a:latin typeface="Poppins Light" panose="00000400000000000000" pitchFamily="2" charset="0"/>
                <a:ea typeface="Poppins Light" panose="00000400000000000000" pitchFamily="2" charset="0"/>
                <a:cs typeface="Poppins Light" panose="00000400000000000000" pitchFamily="2" charset="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dirty="0"/>
              <a:t>Aspire CLI outputs structured, minimal-token responses built for agent consumption. And </a:t>
            </a:r>
            <a:r>
              <a:rPr lang="en-US" sz="1400" b="1" dirty="0">
                <a:latin typeface="Consolas" panose="020B0609020204030204" pitchFamily="49" charset="0"/>
              </a:rPr>
              <a:t>aspire </a:t>
            </a:r>
            <a:r>
              <a:rPr lang="en-US" sz="1400" b="1" dirty="0" err="1">
                <a:latin typeface="Consolas" panose="020B0609020204030204" pitchFamily="49" charset="0"/>
              </a:rPr>
              <a:t>init</a:t>
            </a:r>
            <a:r>
              <a:rPr lang="en-US" dirty="0"/>
              <a:t> ships agent skills and an MCP out of the box.</a:t>
            </a:r>
          </a:p>
        </p:txBody>
      </p:sp>
      <p:sp>
        <p:nvSpPr>
          <p:cNvPr id="2" name="Text Placeholder 4">
            <a:extLst>
              <a:ext uri="{FF2B5EF4-FFF2-40B4-BE49-F238E27FC236}">
                <a16:creationId xmlns:a16="http://schemas.microsoft.com/office/drawing/2014/main" id="{D843EC1C-A5EA-65FE-A46D-D8F73B138A84}"/>
              </a:ext>
            </a:extLst>
          </p:cNvPr>
          <p:cNvSpPr txBox="1">
            <a:spLocks/>
          </p:cNvSpPr>
          <p:nvPr/>
        </p:nvSpPr>
        <p:spPr>
          <a:xfrm>
            <a:off x="563007" y="4334099"/>
            <a:ext cx="352061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latin typeface="Poppins Light" panose="00000400000000000000" pitchFamily="2" charset="0"/>
                <a:cs typeface="Poppins Light" panose="00000400000000000000" pitchFamily="2" charset="0"/>
              </a:rPr>
              <a:t>Agents love </a:t>
            </a:r>
            <a:r>
              <a:rPr lang="en-US" sz="1800" b="1" dirty="0">
                <a:cs typeface="Poppins Light" panose="00000400000000000000" pitchFamily="2" charset="0"/>
              </a:rPr>
              <a:t>code, not config</a:t>
            </a:r>
          </a:p>
        </p:txBody>
      </p:sp>
      <p:sp>
        <p:nvSpPr>
          <p:cNvPr id="3" name="Text Placeholder 4">
            <a:extLst>
              <a:ext uri="{FF2B5EF4-FFF2-40B4-BE49-F238E27FC236}">
                <a16:creationId xmlns:a16="http://schemas.microsoft.com/office/drawing/2014/main" id="{992EF91B-7F82-C0ED-BB77-369C5ED37424}"/>
              </a:ext>
            </a:extLst>
          </p:cNvPr>
          <p:cNvSpPr txBox="1">
            <a:spLocks/>
          </p:cNvSpPr>
          <p:nvPr/>
        </p:nvSpPr>
        <p:spPr>
          <a:xfrm>
            <a:off x="4435028" y="4330989"/>
            <a:ext cx="3417878"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latin typeface="Poppins Light" panose="00000400000000000000" pitchFamily="2" charset="0"/>
                <a:cs typeface="Poppins Light" panose="00000400000000000000" pitchFamily="2" charset="0"/>
              </a:rPr>
              <a:t>Agents use </a:t>
            </a:r>
            <a:r>
              <a:rPr lang="en-US" sz="1800" b="1" dirty="0">
                <a:cs typeface="Poppins Light" panose="00000400000000000000" pitchFamily="2" charset="0"/>
              </a:rPr>
              <a:t>one command</a:t>
            </a:r>
          </a:p>
        </p:txBody>
      </p:sp>
      <p:sp>
        <p:nvSpPr>
          <p:cNvPr id="4" name="Text Placeholder 4">
            <a:extLst>
              <a:ext uri="{FF2B5EF4-FFF2-40B4-BE49-F238E27FC236}">
                <a16:creationId xmlns:a16="http://schemas.microsoft.com/office/drawing/2014/main" id="{108B56AA-AA93-7099-EB25-0A4020EF7CFF}"/>
              </a:ext>
            </a:extLst>
          </p:cNvPr>
          <p:cNvSpPr txBox="1">
            <a:spLocks/>
          </p:cNvSpPr>
          <p:nvPr/>
        </p:nvSpPr>
        <p:spPr>
          <a:xfrm>
            <a:off x="8204309" y="4327005"/>
            <a:ext cx="3650672"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latin typeface="Poppins Light" panose="00000400000000000000" pitchFamily="2" charset="0"/>
                <a:cs typeface="Poppins Light" panose="00000400000000000000" pitchFamily="2" charset="0"/>
              </a:rPr>
              <a:t>Agents </a:t>
            </a:r>
            <a:r>
              <a:rPr lang="en-US" sz="1800" b="1" dirty="0">
                <a:cs typeface="Poppins Light" panose="00000400000000000000" pitchFamily="2" charset="0"/>
              </a:rPr>
              <a:t>see what’s happening</a:t>
            </a:r>
          </a:p>
        </p:txBody>
      </p:sp>
      <p:sp>
        <p:nvSpPr>
          <p:cNvPr id="5" name="Text Placeholder 4">
            <a:extLst>
              <a:ext uri="{FF2B5EF4-FFF2-40B4-BE49-F238E27FC236}">
                <a16:creationId xmlns:a16="http://schemas.microsoft.com/office/drawing/2014/main" id="{C669E2C4-9878-79CF-7233-6B934E30E143}"/>
              </a:ext>
            </a:extLst>
          </p:cNvPr>
          <p:cNvSpPr txBox="1">
            <a:spLocks/>
          </p:cNvSpPr>
          <p:nvPr/>
        </p:nvSpPr>
        <p:spPr>
          <a:xfrm>
            <a:off x="570209" y="2724183"/>
            <a:ext cx="3921843" cy="368562"/>
          </a:xfrm>
          <a:prstGeom prst="rect">
            <a:avLst/>
          </a:prstGeom>
        </p:spPr>
        <p:txBody>
          <a:bodyPr vert="horz" wrap="square"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sz="1800" dirty="0">
                <a:cs typeface="Poppins ExtraBold" panose="00000900000000000000" pitchFamily="2" charset="0"/>
              </a:rPr>
              <a:t>Preconfigured</a:t>
            </a:r>
            <a:r>
              <a:rPr lang="en-US" sz="1800" dirty="0">
                <a:latin typeface="Poppins Light" panose="00000400000000000000" pitchFamily="2" charset="0"/>
                <a:cs typeface="Poppins Light" panose="00000400000000000000" pitchFamily="2" charset="0"/>
              </a:rPr>
              <a:t> skills and MCP</a:t>
            </a:r>
            <a:endParaRPr lang="en-US" sz="1800" b="1" dirty="0">
              <a:cs typeface="Poppins Light" panose="00000400000000000000" pitchFamily="2" charset="0"/>
            </a:endParaRPr>
          </a:p>
        </p:txBody>
      </p:sp>
      <p:pic>
        <p:nvPicPr>
          <p:cNvPr id="6" name="Image 59">
            <a:extLst>
              <a:ext uri="{FF2B5EF4-FFF2-40B4-BE49-F238E27FC236}">
                <a16:creationId xmlns:a16="http://schemas.microsoft.com/office/drawing/2014/main" id="{95A7F701-AA2D-1D32-0032-29EA32F6E70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4508" y="3623956"/>
            <a:ext cx="254450" cy="203598"/>
          </a:xfrm>
          <a:prstGeom prst="rect">
            <a:avLst/>
          </a:prstGeom>
        </p:spPr>
      </p:pic>
      <p:pic>
        <p:nvPicPr>
          <p:cNvPr id="7" name="Image 36">
            <a:extLst>
              <a:ext uri="{FF2B5EF4-FFF2-40B4-BE49-F238E27FC236}">
                <a16:creationId xmlns:a16="http://schemas.microsoft.com/office/drawing/2014/main" id="{9B345FBF-5543-2F52-84F6-69146591DF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32872" y="3616969"/>
            <a:ext cx="208530" cy="217571"/>
          </a:xfrm>
          <a:prstGeom prst="rect">
            <a:avLst/>
          </a:prstGeom>
        </p:spPr>
      </p:pic>
      <p:pic>
        <p:nvPicPr>
          <p:cNvPr id="8" name="Image 12">
            <a:extLst>
              <a:ext uri="{FF2B5EF4-FFF2-40B4-BE49-F238E27FC236}">
                <a16:creationId xmlns:a16="http://schemas.microsoft.com/office/drawing/2014/main" id="{A3D5E504-B9B7-D9B4-33F9-CBF527DAEBF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99862" y="3643560"/>
            <a:ext cx="225328" cy="225296"/>
          </a:xfrm>
          <a:prstGeom prst="rect">
            <a:avLst/>
          </a:prstGeom>
        </p:spPr>
      </p:pic>
      <p:sp>
        <p:nvSpPr>
          <p:cNvPr id="9" name="Text Placeholder 41">
            <a:extLst>
              <a:ext uri="{FF2B5EF4-FFF2-40B4-BE49-F238E27FC236}">
                <a16:creationId xmlns:a16="http://schemas.microsoft.com/office/drawing/2014/main" id="{20509340-E849-A079-D728-DAA89793061C}"/>
              </a:ext>
            </a:extLst>
          </p:cNvPr>
          <p:cNvSpPr txBox="1">
            <a:spLocks/>
          </p:cNvSpPr>
          <p:nvPr/>
        </p:nvSpPr>
        <p:spPr>
          <a:xfrm>
            <a:off x="563006" y="1962178"/>
            <a:ext cx="3619827" cy="404470"/>
          </a:xfrm>
          <a:prstGeom prst="rect">
            <a:avLst/>
          </a:prstGeom>
        </p:spPr>
        <p:txBody>
          <a:bodyPr vert="horz" lIns="91440" tIns="45720" rIns="91440" bIns="45720" rtlCol="0">
            <a:spAutoFit/>
          </a:bodyPr>
          <a:lstStyle>
            <a:lvl1pPr marL="0" indent="0" algn="l" defTabSz="457155" rtl="0" eaLnBrk="1" latinLnBrk="0" hangingPunct="1">
              <a:lnSpc>
                <a:spcPts val="2200"/>
              </a:lnSpc>
              <a:spcBef>
                <a:spcPct val="20000"/>
              </a:spcBef>
              <a:buFont typeface="Arial" pitchFamily="34" charset="0"/>
              <a:buNone/>
              <a:defRPr lang="en-US" sz="2800" b="0" i="0" kern="1200" dirty="0">
                <a:solidFill>
                  <a:schemeClr val="accent5"/>
                </a:solidFill>
                <a:latin typeface="+mj-lt"/>
                <a:ea typeface="Segoe UI Variable Semibold Display" pitchFamily="34" charset="-122"/>
                <a:cs typeface="Segoe UI Variable Semibold Display" pitchFamily="34" charset="-120"/>
              </a:defRPr>
            </a:lvl1pPr>
            <a:lvl2pPr marL="371438" indent="-142861" algn="l" defTabSz="457155" rtl="0" eaLnBrk="1" latinLnBrk="0" hangingPunct="1">
              <a:spcBef>
                <a:spcPct val="20000"/>
              </a:spcBef>
              <a:buFont typeface="Arial" pitchFamily="34" charset="0"/>
              <a:buChar char="–"/>
              <a:defRPr sz="2200" kern="1200">
                <a:solidFill>
                  <a:schemeClr val="bg1"/>
                </a:solidFill>
                <a:latin typeface="+mn-lt"/>
                <a:ea typeface="+mn-ea"/>
                <a:cs typeface="+mn-cs"/>
              </a:defRPr>
            </a:lvl2pPr>
            <a:lvl3pPr marL="571443" indent="-114289" algn="l" defTabSz="457155"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800020"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4pPr>
            <a:lvl5pPr marL="1028597" indent="-114289" algn="l" defTabSz="457155" rtl="0" eaLnBrk="1" latinLnBrk="0" hangingPunct="1">
              <a:spcBef>
                <a:spcPct val="20000"/>
              </a:spcBef>
              <a:buFont typeface="Arial" pitchFamily="34" charset="0"/>
              <a:buChar char="»"/>
              <a:defRPr sz="1800" kern="1200">
                <a:solidFill>
                  <a:schemeClr val="bg1"/>
                </a:solidFill>
                <a:latin typeface="+mn-lt"/>
                <a:ea typeface="+mn-ea"/>
                <a:cs typeface="+mn-cs"/>
              </a:defRPr>
            </a:lvl5pPr>
            <a:lvl6pPr marL="1257175"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752"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329"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906" indent="-114289" algn="l" defTabSz="457155"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r>
              <a:rPr lang="en-US"/>
              <a:t> </a:t>
            </a:r>
          </a:p>
        </p:txBody>
      </p:sp>
      <p:pic>
        <p:nvPicPr>
          <p:cNvPr id="10" name="Image 69">
            <a:extLst>
              <a:ext uri="{FF2B5EF4-FFF2-40B4-BE49-F238E27FC236}">
                <a16:creationId xmlns:a16="http://schemas.microsoft.com/office/drawing/2014/main" id="{FC13DACB-2146-02A4-2580-ED1378D302F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9402" y="2083729"/>
            <a:ext cx="239556" cy="203598"/>
          </a:xfrm>
          <a:prstGeom prst="rect">
            <a:avLst/>
          </a:prstGeom>
        </p:spPr>
      </p:pic>
      <p:sp>
        <p:nvSpPr>
          <p:cNvPr id="11" name="Text Placeholder 14">
            <a:extLst>
              <a:ext uri="{FF2B5EF4-FFF2-40B4-BE49-F238E27FC236}">
                <a16:creationId xmlns:a16="http://schemas.microsoft.com/office/drawing/2014/main" id="{35725A56-ED9B-80BB-F3D6-7048FDE40F92}"/>
              </a:ext>
            </a:extLst>
          </p:cNvPr>
          <p:cNvSpPr>
            <a:spLocks noGrp="1"/>
          </p:cNvSpPr>
          <p:nvPr>
            <p:ph type="body" sz="quarter" idx="11"/>
          </p:nvPr>
        </p:nvSpPr>
        <p:spPr>
          <a:xfrm>
            <a:off x="570209" y="1071824"/>
            <a:ext cx="11046657" cy="469900"/>
          </a:xfrm>
        </p:spPr>
        <p:txBody>
          <a:bodyPr/>
          <a:lstStyle/>
          <a:p>
            <a:r>
              <a:rPr lang="en-US" dirty="0"/>
              <a:t>Give agents structure, not more prompts</a:t>
            </a:r>
          </a:p>
        </p:txBody>
      </p:sp>
      <p:cxnSp>
        <p:nvCxnSpPr>
          <p:cNvPr id="13" name="Straight Connector 12">
            <a:extLst>
              <a:ext uri="{FF2B5EF4-FFF2-40B4-BE49-F238E27FC236}">
                <a16:creationId xmlns:a16="http://schemas.microsoft.com/office/drawing/2014/main" id="{797C4C03-6CF9-F9DE-349D-DE7E4CCCEA9A}"/>
              </a:ext>
            </a:extLst>
          </p:cNvPr>
          <p:cNvCxnSpPr>
            <a:cxnSpLocks/>
          </p:cNvCxnSpPr>
          <p:nvPr/>
        </p:nvCxnSpPr>
        <p:spPr>
          <a:xfrm>
            <a:off x="513708" y="3364787"/>
            <a:ext cx="10879112" cy="0"/>
          </a:xfrm>
          <a:prstGeom prst="line">
            <a:avLst/>
          </a:prstGeom>
          <a:ln>
            <a:gradFill flip="none" rotWithShape="1">
              <a:gsLst>
                <a:gs pos="100000">
                  <a:schemeClr val="accent3">
                    <a:lumMod val="50000"/>
                  </a:schemeClr>
                </a:gs>
                <a:gs pos="0">
                  <a:schemeClr val="accent2">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ADE416A-932A-916C-19DA-F777EDD51B31}"/>
              </a:ext>
            </a:extLst>
          </p:cNvPr>
          <p:cNvSpPr txBox="1"/>
          <p:nvPr/>
        </p:nvSpPr>
        <p:spPr>
          <a:xfrm>
            <a:off x="8356697" y="2355381"/>
            <a:ext cx="2747868" cy="523220"/>
          </a:xfrm>
          <a:prstGeom prst="rect">
            <a:avLst/>
          </a:prstGeom>
          <a:noFill/>
        </p:spPr>
        <p:txBody>
          <a:bodyPr wrap="none" lIns="91440" tIns="45720" rIns="91440" bIns="45720" rtlCol="0" anchor="t">
            <a:spAutoFit/>
          </a:bodyPr>
          <a:lstStyle/>
          <a:p>
            <a:r>
              <a:rPr lang="en-US" sz="2800" dirty="0">
                <a:solidFill>
                  <a:schemeClr val="bg1"/>
                </a:solidFill>
                <a:latin typeface="Consolas"/>
                <a:cs typeface="Cascadia Code" panose="020B0609020000020004" pitchFamily="49" charset="0"/>
              </a:rPr>
              <a:t>&gt; aspire </a:t>
            </a:r>
            <a:r>
              <a:rPr lang="en-US" sz="2800" dirty="0" err="1">
                <a:solidFill>
                  <a:schemeClr val="bg1"/>
                </a:solidFill>
                <a:latin typeface="Consolas"/>
                <a:cs typeface="Cascadia Code" panose="020B0609020000020004" pitchFamily="49" charset="0"/>
              </a:rPr>
              <a:t>init</a:t>
            </a:r>
            <a:endParaRPr lang="en-US" sz="2800" dirty="0">
              <a:solidFill>
                <a:schemeClr val="bg1"/>
              </a:solidFill>
              <a:latin typeface="Consolas"/>
              <a:cs typeface="Cascadia Code" panose="020B0609020000020004" pitchFamily="49" charset="0"/>
            </a:endParaRPr>
          </a:p>
        </p:txBody>
      </p:sp>
    </p:spTree>
    <p:extLst>
      <p:ext uri="{BB962C8B-B14F-4D97-AF65-F5344CB8AC3E}">
        <p14:creationId xmlns:p14="http://schemas.microsoft.com/office/powerpoint/2010/main" val="228627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7C017-91D0-8435-904F-27292884DE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1E3150C-D6D1-0CBB-852B-8D3C65FDBE01}"/>
              </a:ext>
            </a:extLst>
          </p:cNvPr>
          <p:cNvSpPr>
            <a:spLocks noGrp="1"/>
          </p:cNvSpPr>
          <p:nvPr>
            <p:ph type="body" sz="quarter" idx="16"/>
          </p:nvPr>
        </p:nvSpPr>
        <p:spPr/>
        <p:txBody>
          <a:bodyPr/>
          <a:lstStyle/>
          <a:p>
            <a:r>
              <a:rPr lang="en-US"/>
              <a:t>Demo</a:t>
            </a:r>
          </a:p>
        </p:txBody>
      </p:sp>
    </p:spTree>
    <p:extLst>
      <p:ext uri="{BB962C8B-B14F-4D97-AF65-F5344CB8AC3E}">
        <p14:creationId xmlns:p14="http://schemas.microsoft.com/office/powerpoint/2010/main" val="949698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44AA7-A71F-DFD1-1AF6-F12644632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77E09-5D28-4DD4-0445-DDB548D91815}"/>
              </a:ext>
            </a:extLst>
          </p:cNvPr>
          <p:cNvSpPr>
            <a:spLocks noGrp="1"/>
          </p:cNvSpPr>
          <p:nvPr>
            <p:ph type="title" idx="4294967295"/>
          </p:nvPr>
        </p:nvSpPr>
        <p:spPr>
          <a:xfrm>
            <a:off x="0" y="-844550"/>
            <a:ext cx="11047413" cy="844550"/>
          </a:xfrm>
        </p:spPr>
        <p:txBody>
          <a:bodyPr vert="horz" lIns="91440" tIns="45720" rIns="91440" bIns="45720" rtlCol="0" anchor="b">
            <a:normAutofit/>
          </a:bodyPr>
          <a:lstStyle/>
          <a:p>
            <a:r>
              <a:rPr lang="en-US"/>
              <a:t>Thank you</a:t>
            </a:r>
          </a:p>
        </p:txBody>
      </p:sp>
    </p:spTree>
    <p:extLst>
      <p:ext uri="{BB962C8B-B14F-4D97-AF65-F5344CB8AC3E}">
        <p14:creationId xmlns:p14="http://schemas.microsoft.com/office/powerpoint/2010/main" val="1489889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D7ED3E-9F08-DC40-24F2-A3C555003A9B}"/>
              </a:ext>
            </a:extLst>
          </p:cNvPr>
          <p:cNvSpPr>
            <a:spLocks noGrp="1"/>
          </p:cNvSpPr>
          <p:nvPr>
            <p:ph type="title" idx="4294967295"/>
          </p:nvPr>
        </p:nvSpPr>
        <p:spPr>
          <a:xfrm>
            <a:off x="639763" y="3122613"/>
            <a:ext cx="5337175" cy="7080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155" rtl="0" eaLnBrk="1" fontAlgn="auto" latinLnBrk="0" hangingPunct="1">
              <a:lnSpc>
                <a:spcPct val="100000"/>
              </a:lnSpc>
              <a:spcBef>
                <a:spcPct val="20000"/>
              </a:spcBef>
              <a:spcAft>
                <a:spcPts val="0"/>
              </a:spcAft>
              <a:buClrTx/>
              <a:buSzTx/>
              <a:buFont typeface="Arial" pitchFamily="34" charset="0"/>
              <a:buNone/>
              <a:tabLst/>
              <a:defRPr/>
            </a:pPr>
            <a:r>
              <a:rPr kumimoji="0" lang="en-US" sz="4000" b="0" i="0" u="none" strike="noStrike" kern="0" cap="none" spc="0" normalizeH="0" baseline="0" noProof="0">
                <a:ln>
                  <a:noFill/>
                </a:ln>
                <a:solidFill>
                  <a:schemeClr val="bg1"/>
                </a:solidFill>
                <a:effectLst/>
                <a:uLnTx/>
                <a:uFillTx/>
                <a:latin typeface="+mj-lt"/>
                <a:ea typeface="Poppins" pitchFamily="2" charset="77"/>
                <a:cs typeface="Poppins" pitchFamily="2" charset="77"/>
              </a:rPr>
              <a:t>Your icon library</a:t>
            </a:r>
          </a:p>
        </p:txBody>
      </p:sp>
    </p:spTree>
    <p:extLst>
      <p:ext uri="{BB962C8B-B14F-4D97-AF65-F5344CB8AC3E}">
        <p14:creationId xmlns:p14="http://schemas.microsoft.com/office/powerpoint/2010/main" val="4114271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49ACE-1BC0-DBF6-EE2A-C5D12D5B291B}"/>
            </a:ext>
          </a:extLst>
        </p:cNvPr>
        <p:cNvGrpSpPr/>
        <p:nvPr/>
      </p:nvGrpSpPr>
      <p:grpSpPr>
        <a:xfrm>
          <a:off x="0" y="0"/>
          <a:ext cx="0" cy="0"/>
          <a:chOff x="0" y="0"/>
          <a:chExt cx="0" cy="0"/>
        </a:xfrm>
      </p:grpSpPr>
      <p:sp>
        <p:nvSpPr>
          <p:cNvPr id="57" name="Text Placeholder 1">
            <a:extLst>
              <a:ext uri="{FF2B5EF4-FFF2-40B4-BE49-F238E27FC236}">
                <a16:creationId xmlns:a16="http://schemas.microsoft.com/office/drawing/2014/main" id="{235081B0-B07D-E9A4-D83B-7B475A56E2EF}"/>
              </a:ext>
            </a:extLst>
          </p:cNvPr>
          <p:cNvSpPr txBox="1">
            <a:spLocks noGrp="1"/>
          </p:cNvSpPr>
          <p:nvPr>
            <p:ph type="title" idx="4294967295"/>
          </p:nvPr>
        </p:nvSpPr>
        <p:spPr>
          <a:xfrm>
            <a:off x="529938" y="493988"/>
            <a:ext cx="4860301" cy="48306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999" b="0" i="0" u="none" strike="noStrike" kern="0" cap="none" spc="-60" normalizeH="0" baseline="0" noProof="0">
                <a:ln>
                  <a:noFill/>
                </a:ln>
                <a:solidFill>
                  <a:schemeClr val="bg1"/>
                </a:solidFill>
                <a:effectLst/>
                <a:uLnTx/>
                <a:uFillTx/>
                <a:latin typeface="+mj-lt"/>
                <a:ea typeface="+mn-ea"/>
                <a:cs typeface="+mn-cs"/>
              </a:rPr>
              <a:t>Your icon library</a:t>
            </a:r>
          </a:p>
        </p:txBody>
      </p:sp>
      <p:sp>
        <p:nvSpPr>
          <p:cNvPr id="59" name="Text Placeholder 3">
            <a:extLst>
              <a:ext uri="{FF2B5EF4-FFF2-40B4-BE49-F238E27FC236}">
                <a16:creationId xmlns:a16="http://schemas.microsoft.com/office/drawing/2014/main" id="{0CF92CD3-8857-4247-7A3E-AC0ED9D14713}"/>
              </a:ext>
            </a:extLst>
          </p:cNvPr>
          <p:cNvSpPr txBox="1">
            <a:spLocks/>
          </p:cNvSpPr>
          <p:nvPr/>
        </p:nvSpPr>
        <p:spPr>
          <a:xfrm>
            <a:off x="524871" y="1074984"/>
            <a:ext cx="4438368" cy="39499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0" cap="none" spc="-24" normalizeH="0" baseline="0" noProof="0">
                <a:ln>
                  <a:noFill/>
                </a:ln>
                <a:solidFill>
                  <a:srgbClr val="A6A6A6"/>
                </a:solidFill>
                <a:effectLst/>
                <a:uLnTx/>
                <a:uFillTx/>
                <a:latin typeface="Poppins"/>
                <a:ea typeface="+mn-ea"/>
                <a:cs typeface="+mn-cs"/>
              </a:rPr>
              <a:t>You can recolor these icons to match your theme.</a:t>
            </a:r>
            <a:br>
              <a:rPr kumimoji="0" lang="en-US" sz="1200" b="0" i="0" u="none" strike="noStrike" kern="0" cap="none" spc="-24" normalizeH="0" baseline="0" noProof="0">
                <a:ln>
                  <a:noFill/>
                </a:ln>
                <a:solidFill>
                  <a:srgbClr val="A6A6A6"/>
                </a:solidFill>
                <a:effectLst/>
                <a:uLnTx/>
                <a:uFillTx/>
                <a:latin typeface="Poppins"/>
                <a:ea typeface="+mn-ea"/>
                <a:cs typeface="+mn-cs"/>
              </a:rPr>
            </a:br>
            <a:r>
              <a:rPr kumimoji="0" lang="en-US" sz="1200" b="0" i="0" u="none" strike="noStrike" kern="0" cap="none" spc="-24" normalizeH="0" baseline="0" noProof="0">
                <a:ln>
                  <a:noFill/>
                </a:ln>
                <a:solidFill>
                  <a:srgbClr val="A6A6A6"/>
                </a:solidFill>
                <a:effectLst/>
                <a:uLnTx/>
                <a:uFillTx/>
                <a:latin typeface="Poppins"/>
                <a:ea typeface="+mn-ea"/>
                <a:cs typeface="+mn-cs"/>
              </a:rPr>
              <a:t>Avoid using the icons too large.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a:ln>
                <a:noFill/>
              </a:ln>
              <a:solidFill>
                <a:srgbClr val="DBD3F4">
                  <a:lumMod val="75000"/>
                </a:srgbClr>
              </a:solidFill>
              <a:effectLst/>
              <a:uLnTx/>
              <a:uFillTx/>
              <a:latin typeface="Poppins"/>
              <a:ea typeface="+mn-ea"/>
              <a:cs typeface="+mn-cs"/>
            </a:endParaRPr>
          </a:p>
        </p:txBody>
      </p:sp>
      <p:pic>
        <p:nvPicPr>
          <p:cNvPr id="53" name="Image 0">
            <a:extLst>
              <a:ext uri="{FF2B5EF4-FFF2-40B4-BE49-F238E27FC236}">
                <a16:creationId xmlns:a16="http://schemas.microsoft.com/office/drawing/2014/main" id="{1B77D02F-A792-3612-3B3F-114EB3C720B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2783" y="1862659"/>
            <a:ext cx="229573" cy="255046"/>
          </a:xfrm>
          <a:prstGeom prst="rect">
            <a:avLst/>
          </a:prstGeom>
        </p:spPr>
      </p:pic>
      <p:pic>
        <p:nvPicPr>
          <p:cNvPr id="54" name="Image 1">
            <a:extLst>
              <a:ext uri="{FF2B5EF4-FFF2-40B4-BE49-F238E27FC236}">
                <a16:creationId xmlns:a16="http://schemas.microsoft.com/office/drawing/2014/main" id="{F3A1656F-6759-E3BB-1B92-39FD5BAFBA1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39500" y="1875357"/>
            <a:ext cx="229573" cy="229541"/>
          </a:xfrm>
          <a:prstGeom prst="rect">
            <a:avLst/>
          </a:prstGeom>
        </p:spPr>
      </p:pic>
      <p:pic>
        <p:nvPicPr>
          <p:cNvPr id="55" name="Image 2">
            <a:extLst>
              <a:ext uri="{FF2B5EF4-FFF2-40B4-BE49-F238E27FC236}">
                <a16:creationId xmlns:a16="http://schemas.microsoft.com/office/drawing/2014/main" id="{BD7822DD-6782-69BE-78F9-2DF8F145A4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45970" y="1875357"/>
            <a:ext cx="229573" cy="229541"/>
          </a:xfrm>
          <a:prstGeom prst="rect">
            <a:avLst/>
          </a:prstGeom>
        </p:spPr>
      </p:pic>
      <p:pic>
        <p:nvPicPr>
          <p:cNvPr id="56" name="Image 3">
            <a:extLst>
              <a:ext uri="{FF2B5EF4-FFF2-40B4-BE49-F238E27FC236}">
                <a16:creationId xmlns:a16="http://schemas.microsoft.com/office/drawing/2014/main" id="{2B2F0CC1-7EA0-4192-9891-261B7319E2C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5302" y="1862659"/>
            <a:ext cx="255078" cy="255046"/>
          </a:xfrm>
          <a:prstGeom prst="rect">
            <a:avLst/>
          </a:prstGeom>
        </p:spPr>
      </p:pic>
      <p:pic>
        <p:nvPicPr>
          <p:cNvPr id="58" name="Image 4">
            <a:extLst>
              <a:ext uri="{FF2B5EF4-FFF2-40B4-BE49-F238E27FC236}">
                <a16:creationId xmlns:a16="http://schemas.microsoft.com/office/drawing/2014/main" id="{FFD55717-8F7F-F206-D17D-2BF6B75FE45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03031" y="1862659"/>
            <a:ext cx="234353" cy="255086"/>
          </a:xfrm>
          <a:prstGeom prst="rect">
            <a:avLst/>
          </a:prstGeom>
        </p:spPr>
      </p:pic>
      <p:pic>
        <p:nvPicPr>
          <p:cNvPr id="60" name="Image 5">
            <a:extLst>
              <a:ext uri="{FF2B5EF4-FFF2-40B4-BE49-F238E27FC236}">
                <a16:creationId xmlns:a16="http://schemas.microsoft.com/office/drawing/2014/main" id="{123E9133-BF6C-CFF5-186C-8C85F6724FF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61064" y="1856310"/>
            <a:ext cx="267834" cy="267800"/>
          </a:xfrm>
          <a:prstGeom prst="rect">
            <a:avLst/>
          </a:prstGeom>
        </p:spPr>
      </p:pic>
      <p:pic>
        <p:nvPicPr>
          <p:cNvPr id="61" name="Image 6">
            <a:extLst>
              <a:ext uri="{FF2B5EF4-FFF2-40B4-BE49-F238E27FC236}">
                <a16:creationId xmlns:a16="http://schemas.microsoft.com/office/drawing/2014/main" id="{5FEA3D68-E974-CE8F-2D5A-C4F5328530E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63748" y="1862659"/>
            <a:ext cx="256355" cy="255046"/>
          </a:xfrm>
          <a:prstGeom prst="rect">
            <a:avLst/>
          </a:prstGeom>
        </p:spPr>
      </p:pic>
      <p:pic>
        <p:nvPicPr>
          <p:cNvPr id="62" name="Image 7">
            <a:extLst>
              <a:ext uri="{FF2B5EF4-FFF2-40B4-BE49-F238E27FC236}">
                <a16:creationId xmlns:a16="http://schemas.microsoft.com/office/drawing/2014/main" id="{984D92CC-6463-FF7C-CCB0-F85F47A4AA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45457" y="1875357"/>
            <a:ext cx="229573" cy="229541"/>
          </a:xfrm>
          <a:prstGeom prst="rect">
            <a:avLst/>
          </a:prstGeom>
        </p:spPr>
      </p:pic>
      <p:pic>
        <p:nvPicPr>
          <p:cNvPr id="63" name="Image 8">
            <a:extLst>
              <a:ext uri="{FF2B5EF4-FFF2-40B4-BE49-F238E27FC236}">
                <a16:creationId xmlns:a16="http://schemas.microsoft.com/office/drawing/2014/main" id="{4652935B-1B17-701A-4E00-9F831AACF8D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13299" y="1881706"/>
            <a:ext cx="248703" cy="210413"/>
          </a:xfrm>
          <a:prstGeom prst="rect">
            <a:avLst/>
          </a:prstGeom>
        </p:spPr>
      </p:pic>
      <p:pic>
        <p:nvPicPr>
          <p:cNvPr id="64" name="Image 9">
            <a:extLst>
              <a:ext uri="{FF2B5EF4-FFF2-40B4-BE49-F238E27FC236}">
                <a16:creationId xmlns:a16="http://schemas.microsoft.com/office/drawing/2014/main" id="{983FEF40-E7E9-64F9-611A-FD2B65DE07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82196" y="1862659"/>
            <a:ext cx="255078" cy="255046"/>
          </a:xfrm>
          <a:prstGeom prst="rect">
            <a:avLst/>
          </a:prstGeom>
        </p:spPr>
      </p:pic>
      <p:pic>
        <p:nvPicPr>
          <p:cNvPr id="65" name="Image 10">
            <a:extLst>
              <a:ext uri="{FF2B5EF4-FFF2-40B4-BE49-F238E27FC236}">
                <a16:creationId xmlns:a16="http://schemas.microsoft.com/office/drawing/2014/main" id="{48B6EDFC-3E9F-D449-41C2-C630154033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575539" y="2554719"/>
            <a:ext cx="204061" cy="255052"/>
          </a:xfrm>
          <a:prstGeom prst="rect">
            <a:avLst/>
          </a:prstGeom>
        </p:spPr>
      </p:pic>
      <p:pic>
        <p:nvPicPr>
          <p:cNvPr id="66" name="Image 11">
            <a:extLst>
              <a:ext uri="{FF2B5EF4-FFF2-40B4-BE49-F238E27FC236}">
                <a16:creationId xmlns:a16="http://schemas.microsoft.com/office/drawing/2014/main" id="{60558B99-058D-6931-7CC6-AF1BA5E6885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545233" y="2554719"/>
            <a:ext cx="218107" cy="256097"/>
          </a:xfrm>
          <a:prstGeom prst="rect">
            <a:avLst/>
          </a:prstGeom>
        </p:spPr>
      </p:pic>
      <p:pic>
        <p:nvPicPr>
          <p:cNvPr id="67" name="Image 12">
            <a:extLst>
              <a:ext uri="{FF2B5EF4-FFF2-40B4-BE49-F238E27FC236}">
                <a16:creationId xmlns:a16="http://schemas.microsoft.com/office/drawing/2014/main" id="{FD7327C4-76D3-C5E3-471F-549A5B92025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545970" y="2567417"/>
            <a:ext cx="229573" cy="229541"/>
          </a:xfrm>
          <a:prstGeom prst="rect">
            <a:avLst/>
          </a:prstGeom>
        </p:spPr>
      </p:pic>
      <p:pic>
        <p:nvPicPr>
          <p:cNvPr id="68" name="Image 13">
            <a:extLst>
              <a:ext uri="{FF2B5EF4-FFF2-40B4-BE49-F238E27FC236}">
                <a16:creationId xmlns:a16="http://schemas.microsoft.com/office/drawing/2014/main" id="{99536046-59C7-E531-92B5-228CB17C033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03860" y="2548370"/>
            <a:ext cx="257961" cy="257929"/>
          </a:xfrm>
          <a:prstGeom prst="rect">
            <a:avLst/>
          </a:prstGeom>
        </p:spPr>
      </p:pic>
      <p:pic>
        <p:nvPicPr>
          <p:cNvPr id="69" name="Image 14">
            <a:extLst>
              <a:ext uri="{FF2B5EF4-FFF2-40B4-BE49-F238E27FC236}">
                <a16:creationId xmlns:a16="http://schemas.microsoft.com/office/drawing/2014/main" id="{90729298-E9B3-87AF-F97A-C259FAAE266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493246" y="2554719"/>
            <a:ext cx="253924" cy="255071"/>
          </a:xfrm>
          <a:prstGeom prst="rect">
            <a:avLst/>
          </a:prstGeom>
        </p:spPr>
      </p:pic>
      <p:pic>
        <p:nvPicPr>
          <p:cNvPr id="70" name="Image 15">
            <a:extLst>
              <a:ext uri="{FF2B5EF4-FFF2-40B4-BE49-F238E27FC236}">
                <a16:creationId xmlns:a16="http://schemas.microsoft.com/office/drawing/2014/main" id="{68D60EAF-A011-E01C-F13A-8E3A40FB4FC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461064" y="2561068"/>
            <a:ext cx="267834" cy="242260"/>
          </a:xfrm>
          <a:prstGeom prst="rect">
            <a:avLst/>
          </a:prstGeom>
        </p:spPr>
      </p:pic>
      <p:pic>
        <p:nvPicPr>
          <p:cNvPr id="71" name="Image 16">
            <a:extLst>
              <a:ext uri="{FF2B5EF4-FFF2-40B4-BE49-F238E27FC236}">
                <a16:creationId xmlns:a16="http://schemas.microsoft.com/office/drawing/2014/main" id="{C924FD9F-44D9-B64E-5354-B00446D2E26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477105" y="2561068"/>
            <a:ext cx="229641" cy="242316"/>
          </a:xfrm>
          <a:prstGeom prst="rect">
            <a:avLst/>
          </a:prstGeom>
        </p:spPr>
      </p:pic>
      <p:pic>
        <p:nvPicPr>
          <p:cNvPr id="72" name="Image 17">
            <a:extLst>
              <a:ext uri="{FF2B5EF4-FFF2-40B4-BE49-F238E27FC236}">
                <a16:creationId xmlns:a16="http://schemas.microsoft.com/office/drawing/2014/main" id="{13A178E7-9E4F-FE90-3173-58977277C33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445457" y="2567417"/>
            <a:ext cx="229573" cy="229541"/>
          </a:xfrm>
          <a:prstGeom prst="rect">
            <a:avLst/>
          </a:prstGeom>
        </p:spPr>
      </p:pic>
      <p:pic>
        <p:nvPicPr>
          <p:cNvPr id="73" name="Image 18">
            <a:extLst>
              <a:ext uri="{FF2B5EF4-FFF2-40B4-BE49-F238E27FC236}">
                <a16:creationId xmlns:a16="http://schemas.microsoft.com/office/drawing/2014/main" id="{513D8394-0913-BC66-BDC7-527D19FBA7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9422864" y="2567417"/>
            <a:ext cx="229573" cy="229541"/>
          </a:xfrm>
          <a:prstGeom prst="rect">
            <a:avLst/>
          </a:prstGeom>
        </p:spPr>
      </p:pic>
      <p:pic>
        <p:nvPicPr>
          <p:cNvPr id="74" name="Image 19">
            <a:extLst>
              <a:ext uri="{FF2B5EF4-FFF2-40B4-BE49-F238E27FC236}">
                <a16:creationId xmlns:a16="http://schemas.microsoft.com/office/drawing/2014/main" id="{63F9EFEE-BC15-3C18-5F6F-43389B98D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10382177" y="2554719"/>
            <a:ext cx="255115" cy="255009"/>
          </a:xfrm>
          <a:prstGeom prst="rect">
            <a:avLst/>
          </a:prstGeom>
        </p:spPr>
      </p:pic>
      <p:pic>
        <p:nvPicPr>
          <p:cNvPr id="75" name="Image 20">
            <a:extLst>
              <a:ext uri="{FF2B5EF4-FFF2-40B4-BE49-F238E27FC236}">
                <a16:creationId xmlns:a16="http://schemas.microsoft.com/office/drawing/2014/main" id="{146E694D-7DD4-3C22-1938-1E3653EC380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628143" y="3195986"/>
            <a:ext cx="98852" cy="255061"/>
          </a:xfrm>
          <a:prstGeom prst="rect">
            <a:avLst/>
          </a:prstGeom>
        </p:spPr>
      </p:pic>
      <p:pic>
        <p:nvPicPr>
          <p:cNvPr id="76" name="Image 21">
            <a:extLst>
              <a:ext uri="{FF2B5EF4-FFF2-40B4-BE49-F238E27FC236}">
                <a16:creationId xmlns:a16="http://schemas.microsoft.com/office/drawing/2014/main" id="{1A7A9AE5-C583-B1D3-CDEE-0A93FA12BDA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520360" y="3189636"/>
            <a:ext cx="267852" cy="267540"/>
          </a:xfrm>
          <a:prstGeom prst="rect">
            <a:avLst/>
          </a:prstGeom>
        </p:spPr>
      </p:pic>
      <p:pic>
        <p:nvPicPr>
          <p:cNvPr id="77" name="Image 22">
            <a:extLst>
              <a:ext uri="{FF2B5EF4-FFF2-40B4-BE49-F238E27FC236}">
                <a16:creationId xmlns:a16="http://schemas.microsoft.com/office/drawing/2014/main" id="{53C9F2BB-B886-FDB6-7532-9A810D6ED00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3533217" y="3202335"/>
            <a:ext cx="255078" cy="242295"/>
          </a:xfrm>
          <a:prstGeom prst="rect">
            <a:avLst/>
          </a:prstGeom>
        </p:spPr>
      </p:pic>
      <p:pic>
        <p:nvPicPr>
          <p:cNvPr id="78" name="Image 23">
            <a:extLst>
              <a:ext uri="{FF2B5EF4-FFF2-40B4-BE49-F238E27FC236}">
                <a16:creationId xmlns:a16="http://schemas.microsoft.com/office/drawing/2014/main" id="{7CBCBA05-ADC4-F4E7-8271-D1C32CA6A7C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4530826" y="3195986"/>
            <a:ext cx="204030" cy="255061"/>
          </a:xfrm>
          <a:prstGeom prst="rect">
            <a:avLst/>
          </a:prstGeom>
        </p:spPr>
      </p:pic>
      <p:pic>
        <p:nvPicPr>
          <p:cNvPr id="79" name="Image 24">
            <a:extLst>
              <a:ext uri="{FF2B5EF4-FFF2-40B4-BE49-F238E27FC236}">
                <a16:creationId xmlns:a16="http://schemas.microsoft.com/office/drawing/2014/main" id="{4ADD5815-6897-6192-C6E7-A86BFD72815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5510671" y="3202335"/>
            <a:ext cx="219074" cy="243386"/>
          </a:xfrm>
          <a:prstGeom prst="rect">
            <a:avLst/>
          </a:prstGeom>
        </p:spPr>
      </p:pic>
      <p:pic>
        <p:nvPicPr>
          <p:cNvPr id="80" name="Image 25">
            <a:extLst>
              <a:ext uri="{FF2B5EF4-FFF2-40B4-BE49-F238E27FC236}">
                <a16:creationId xmlns:a16="http://schemas.microsoft.com/office/drawing/2014/main" id="{133F9666-3C62-993E-A6D4-F98F3384107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461064" y="3195985"/>
            <a:ext cx="267834" cy="255046"/>
          </a:xfrm>
          <a:prstGeom prst="rect">
            <a:avLst/>
          </a:prstGeom>
        </p:spPr>
      </p:pic>
      <p:pic>
        <p:nvPicPr>
          <p:cNvPr id="81" name="Image 26">
            <a:extLst>
              <a:ext uri="{FF2B5EF4-FFF2-40B4-BE49-F238E27FC236}">
                <a16:creationId xmlns:a16="http://schemas.microsoft.com/office/drawing/2014/main" id="{2A7DAF7F-E094-28DD-DEAA-5B34D49907B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7489895" y="3195985"/>
            <a:ext cx="204061" cy="255105"/>
          </a:xfrm>
          <a:prstGeom prst="rect">
            <a:avLst/>
          </a:prstGeom>
        </p:spPr>
      </p:pic>
      <p:pic>
        <p:nvPicPr>
          <p:cNvPr id="82" name="Image 27">
            <a:extLst>
              <a:ext uri="{FF2B5EF4-FFF2-40B4-BE49-F238E27FC236}">
                <a16:creationId xmlns:a16="http://schemas.microsoft.com/office/drawing/2014/main" id="{9DB2CE22-ACD4-4477-EBDF-6A257118A7F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432704" y="3195985"/>
            <a:ext cx="255078" cy="255046"/>
          </a:xfrm>
          <a:prstGeom prst="rect">
            <a:avLst/>
          </a:prstGeom>
        </p:spPr>
      </p:pic>
      <p:pic>
        <p:nvPicPr>
          <p:cNvPr id="83" name="Image 28">
            <a:extLst>
              <a:ext uri="{FF2B5EF4-FFF2-40B4-BE49-F238E27FC236}">
                <a16:creationId xmlns:a16="http://schemas.microsoft.com/office/drawing/2014/main" id="{55B840A0-ED1F-26D5-2E4A-120EB17EC04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9413751" y="3202335"/>
            <a:ext cx="247798" cy="247763"/>
          </a:xfrm>
          <a:prstGeom prst="rect">
            <a:avLst/>
          </a:prstGeom>
        </p:spPr>
      </p:pic>
      <p:pic>
        <p:nvPicPr>
          <p:cNvPr id="84" name="Image 29">
            <a:extLst>
              <a:ext uri="{FF2B5EF4-FFF2-40B4-BE49-F238E27FC236}">
                <a16:creationId xmlns:a16="http://schemas.microsoft.com/office/drawing/2014/main" id="{F37218E1-9CEC-437B-877F-C7B1927FEAA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0382196" y="3195985"/>
            <a:ext cx="255078" cy="255046"/>
          </a:xfrm>
          <a:prstGeom prst="rect">
            <a:avLst/>
          </a:prstGeom>
        </p:spPr>
      </p:pic>
      <p:pic>
        <p:nvPicPr>
          <p:cNvPr id="85" name="Image 30">
            <a:extLst>
              <a:ext uri="{FF2B5EF4-FFF2-40B4-BE49-F238E27FC236}">
                <a16:creationId xmlns:a16="http://schemas.microsoft.com/office/drawing/2014/main" id="{7BD89529-8A6A-A6FC-12D7-55D008B8BC6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49392" y="3875347"/>
            <a:ext cx="256355" cy="255046"/>
          </a:xfrm>
          <a:prstGeom prst="rect">
            <a:avLst/>
          </a:prstGeom>
        </p:spPr>
      </p:pic>
      <p:pic>
        <p:nvPicPr>
          <p:cNvPr id="86" name="Image 31">
            <a:extLst>
              <a:ext uri="{FF2B5EF4-FFF2-40B4-BE49-F238E27FC236}">
                <a16:creationId xmlns:a16="http://schemas.microsoft.com/office/drawing/2014/main" id="{5897F6AE-06E0-B5F7-810B-74157AE7E45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520370" y="3868998"/>
            <a:ext cx="267834" cy="267800"/>
          </a:xfrm>
          <a:prstGeom prst="rect">
            <a:avLst/>
          </a:prstGeom>
        </p:spPr>
      </p:pic>
      <p:pic>
        <p:nvPicPr>
          <p:cNvPr id="87" name="Image 32">
            <a:extLst>
              <a:ext uri="{FF2B5EF4-FFF2-40B4-BE49-F238E27FC236}">
                <a16:creationId xmlns:a16="http://schemas.microsoft.com/office/drawing/2014/main" id="{E2C294AF-3CF9-339A-1F77-9536B3874D3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3539596" y="3875347"/>
            <a:ext cx="242322" cy="255046"/>
          </a:xfrm>
          <a:prstGeom prst="rect">
            <a:avLst/>
          </a:prstGeom>
        </p:spPr>
      </p:pic>
      <p:pic>
        <p:nvPicPr>
          <p:cNvPr id="88" name="Image 33">
            <a:extLst>
              <a:ext uri="{FF2B5EF4-FFF2-40B4-BE49-F238E27FC236}">
                <a16:creationId xmlns:a16="http://schemas.microsoft.com/office/drawing/2014/main" id="{A5B27616-A12D-1ABE-EB19-FC7B8FC1FA9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4505302" y="3875347"/>
            <a:ext cx="255078" cy="255046"/>
          </a:xfrm>
          <a:prstGeom prst="rect">
            <a:avLst/>
          </a:prstGeom>
        </p:spPr>
      </p:pic>
      <p:pic>
        <p:nvPicPr>
          <p:cNvPr id="89" name="Image 34">
            <a:extLst>
              <a:ext uri="{FF2B5EF4-FFF2-40B4-BE49-F238E27FC236}">
                <a16:creationId xmlns:a16="http://schemas.microsoft.com/office/drawing/2014/main" id="{4414BE65-28F8-42BD-B280-5635DC1B644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5505422" y="3875347"/>
            <a:ext cx="229573" cy="255046"/>
          </a:xfrm>
          <a:prstGeom prst="rect">
            <a:avLst/>
          </a:prstGeom>
        </p:spPr>
      </p:pic>
      <p:pic>
        <p:nvPicPr>
          <p:cNvPr id="90" name="Image 35">
            <a:extLst>
              <a:ext uri="{FF2B5EF4-FFF2-40B4-BE49-F238E27FC236}">
                <a16:creationId xmlns:a16="http://schemas.microsoft.com/office/drawing/2014/main" id="{AA1317D0-DA7A-863A-818B-FEB31123BD0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6485450" y="3894395"/>
            <a:ext cx="219061" cy="219074"/>
          </a:xfrm>
          <a:prstGeom prst="rect">
            <a:avLst/>
          </a:prstGeom>
        </p:spPr>
      </p:pic>
      <p:pic>
        <p:nvPicPr>
          <p:cNvPr id="91" name="Image 36">
            <a:extLst>
              <a:ext uri="{FF2B5EF4-FFF2-40B4-BE49-F238E27FC236}">
                <a16:creationId xmlns:a16="http://schemas.microsoft.com/office/drawing/2014/main" id="{FC3E2290-D251-C018-9330-04CB69E9E6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7464386" y="3875347"/>
            <a:ext cx="255078" cy="255061"/>
          </a:xfrm>
          <a:prstGeom prst="rect">
            <a:avLst/>
          </a:prstGeom>
        </p:spPr>
      </p:pic>
      <p:pic>
        <p:nvPicPr>
          <p:cNvPr id="92" name="Image 37">
            <a:extLst>
              <a:ext uri="{FF2B5EF4-FFF2-40B4-BE49-F238E27FC236}">
                <a16:creationId xmlns:a16="http://schemas.microsoft.com/office/drawing/2014/main" id="{D6E14F1C-0E53-D7D1-B809-B8E8FE56A0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8445457" y="3875347"/>
            <a:ext cx="229573" cy="255046"/>
          </a:xfrm>
          <a:prstGeom prst="rect">
            <a:avLst/>
          </a:prstGeom>
        </p:spPr>
      </p:pic>
      <p:pic>
        <p:nvPicPr>
          <p:cNvPr id="93" name="Image 38">
            <a:extLst>
              <a:ext uri="{FF2B5EF4-FFF2-40B4-BE49-F238E27FC236}">
                <a16:creationId xmlns:a16="http://schemas.microsoft.com/office/drawing/2014/main" id="{9CC4C276-0DE7-7BF4-D982-F799FCB865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9445186" y="3875347"/>
            <a:ext cx="184930" cy="255027"/>
          </a:xfrm>
          <a:prstGeom prst="rect">
            <a:avLst/>
          </a:prstGeom>
        </p:spPr>
      </p:pic>
      <p:pic>
        <p:nvPicPr>
          <p:cNvPr id="94" name="Image 39">
            <a:extLst>
              <a:ext uri="{FF2B5EF4-FFF2-40B4-BE49-F238E27FC236}">
                <a16:creationId xmlns:a16="http://schemas.microsoft.com/office/drawing/2014/main" id="{EBCA6809-53CC-73F8-7598-F80DBF6A98A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0407705" y="3881696"/>
            <a:ext cx="204061" cy="242295"/>
          </a:xfrm>
          <a:prstGeom prst="rect">
            <a:avLst/>
          </a:prstGeom>
        </p:spPr>
      </p:pic>
      <p:pic>
        <p:nvPicPr>
          <p:cNvPr id="95" name="Image 40">
            <a:extLst>
              <a:ext uri="{FF2B5EF4-FFF2-40B4-BE49-F238E27FC236}">
                <a16:creationId xmlns:a16="http://schemas.microsoft.com/office/drawing/2014/main" id="{15305DDB-8700-C1DC-FFC5-79B55E34B22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550030" y="4548359"/>
            <a:ext cx="255078" cy="255046"/>
          </a:xfrm>
          <a:prstGeom prst="rect">
            <a:avLst/>
          </a:prstGeom>
        </p:spPr>
      </p:pic>
      <p:pic>
        <p:nvPicPr>
          <p:cNvPr id="96" name="Image 41">
            <a:extLst>
              <a:ext uri="{FF2B5EF4-FFF2-40B4-BE49-F238E27FC236}">
                <a16:creationId xmlns:a16="http://schemas.microsoft.com/office/drawing/2014/main" id="{01B403C9-6A45-6E15-F12C-49A443BB996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533126" y="4542010"/>
            <a:ext cx="242322" cy="267800"/>
          </a:xfrm>
          <a:prstGeom prst="rect">
            <a:avLst/>
          </a:prstGeom>
        </p:spPr>
      </p:pic>
      <p:pic>
        <p:nvPicPr>
          <p:cNvPr id="97" name="Image 42">
            <a:extLst>
              <a:ext uri="{FF2B5EF4-FFF2-40B4-BE49-F238E27FC236}">
                <a16:creationId xmlns:a16="http://schemas.microsoft.com/office/drawing/2014/main" id="{8B632B5F-61EF-9DB4-5E28-5C0981FEA03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3533217" y="4548359"/>
            <a:ext cx="255078" cy="255046"/>
          </a:xfrm>
          <a:prstGeom prst="rect">
            <a:avLst/>
          </a:prstGeom>
        </p:spPr>
      </p:pic>
      <p:pic>
        <p:nvPicPr>
          <p:cNvPr id="98" name="Image 43">
            <a:extLst>
              <a:ext uri="{FF2B5EF4-FFF2-40B4-BE49-F238E27FC236}">
                <a16:creationId xmlns:a16="http://schemas.microsoft.com/office/drawing/2014/main" id="{C298BD10-29AA-294D-D58C-5A3E8897388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518055" y="4542010"/>
            <a:ext cx="229573" cy="267800"/>
          </a:xfrm>
          <a:prstGeom prst="rect">
            <a:avLst/>
          </a:prstGeom>
        </p:spPr>
      </p:pic>
      <p:pic>
        <p:nvPicPr>
          <p:cNvPr id="99" name="Image 44">
            <a:extLst>
              <a:ext uri="{FF2B5EF4-FFF2-40B4-BE49-F238E27FC236}">
                <a16:creationId xmlns:a16="http://schemas.microsoft.com/office/drawing/2014/main" id="{A11EC417-B9B9-0685-787A-E34153E8235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495857" y="4542010"/>
            <a:ext cx="248703" cy="264613"/>
          </a:xfrm>
          <a:prstGeom prst="rect">
            <a:avLst/>
          </a:prstGeom>
        </p:spPr>
      </p:pic>
      <p:pic>
        <p:nvPicPr>
          <p:cNvPr id="100" name="Image 45">
            <a:extLst>
              <a:ext uri="{FF2B5EF4-FFF2-40B4-BE49-F238E27FC236}">
                <a16:creationId xmlns:a16="http://schemas.microsoft.com/office/drawing/2014/main" id="{EEFDC4F3-46DD-6583-FAF3-97763AA35AC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6467441" y="4548359"/>
            <a:ext cx="255078" cy="255046"/>
          </a:xfrm>
          <a:prstGeom prst="rect">
            <a:avLst/>
          </a:prstGeom>
        </p:spPr>
      </p:pic>
      <p:pic>
        <p:nvPicPr>
          <p:cNvPr id="101" name="Image 46">
            <a:extLst>
              <a:ext uri="{FF2B5EF4-FFF2-40B4-BE49-F238E27FC236}">
                <a16:creationId xmlns:a16="http://schemas.microsoft.com/office/drawing/2014/main" id="{BAF0DFDD-DA7E-F6E3-45A9-D38802DBD7A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7521778" y="4548359"/>
            <a:ext cx="140295" cy="255046"/>
          </a:xfrm>
          <a:prstGeom prst="rect">
            <a:avLst/>
          </a:prstGeom>
        </p:spPr>
      </p:pic>
      <p:pic>
        <p:nvPicPr>
          <p:cNvPr id="102" name="Image 47">
            <a:extLst>
              <a:ext uri="{FF2B5EF4-FFF2-40B4-BE49-F238E27FC236}">
                <a16:creationId xmlns:a16="http://schemas.microsoft.com/office/drawing/2014/main" id="{903B3AC6-ADE6-9601-6E58-FD14E5D20C2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8438536" y="4548360"/>
            <a:ext cx="243413" cy="255554"/>
          </a:xfrm>
          <a:prstGeom prst="rect">
            <a:avLst/>
          </a:prstGeom>
        </p:spPr>
      </p:pic>
      <p:pic>
        <p:nvPicPr>
          <p:cNvPr id="103" name="Image 48">
            <a:extLst>
              <a:ext uri="{FF2B5EF4-FFF2-40B4-BE49-F238E27FC236}">
                <a16:creationId xmlns:a16="http://schemas.microsoft.com/office/drawing/2014/main" id="{EC0870FE-724E-0046-4BC1-1AB1E1F3F3C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9415944" y="4548360"/>
            <a:ext cx="243413" cy="255554"/>
          </a:xfrm>
          <a:prstGeom prst="rect">
            <a:avLst/>
          </a:prstGeom>
        </p:spPr>
      </p:pic>
      <p:pic>
        <p:nvPicPr>
          <p:cNvPr id="104" name="Image 49">
            <a:extLst>
              <a:ext uri="{FF2B5EF4-FFF2-40B4-BE49-F238E27FC236}">
                <a16:creationId xmlns:a16="http://schemas.microsoft.com/office/drawing/2014/main" id="{2CA682DF-DEE9-1EC1-CC42-FE8CBCF4F53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0382196" y="4611851"/>
            <a:ext cx="255078" cy="127523"/>
          </a:xfrm>
          <a:prstGeom prst="rect">
            <a:avLst/>
          </a:prstGeom>
        </p:spPr>
      </p:pic>
      <p:pic>
        <p:nvPicPr>
          <p:cNvPr id="105" name="Image 50">
            <a:extLst>
              <a:ext uri="{FF2B5EF4-FFF2-40B4-BE49-F238E27FC236}">
                <a16:creationId xmlns:a16="http://schemas.microsoft.com/office/drawing/2014/main" id="{8C5E9D41-3984-0D94-46DC-A45136004AC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1555844" y="5265816"/>
            <a:ext cx="243450" cy="226149"/>
          </a:xfrm>
          <a:prstGeom prst="rect">
            <a:avLst/>
          </a:prstGeom>
        </p:spPr>
      </p:pic>
      <p:pic>
        <p:nvPicPr>
          <p:cNvPr id="106" name="Image 51">
            <a:extLst>
              <a:ext uri="{FF2B5EF4-FFF2-40B4-BE49-F238E27FC236}">
                <a16:creationId xmlns:a16="http://schemas.microsoft.com/office/drawing/2014/main" id="{4D039C1A-7E9F-1355-8EA8-A292CF7E611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2511413" y="5265816"/>
            <a:ext cx="285748" cy="260316"/>
          </a:xfrm>
          <a:prstGeom prst="rect">
            <a:avLst/>
          </a:prstGeom>
        </p:spPr>
      </p:pic>
      <p:pic>
        <p:nvPicPr>
          <p:cNvPr id="107" name="Image 52">
            <a:extLst>
              <a:ext uri="{FF2B5EF4-FFF2-40B4-BE49-F238E27FC236}">
                <a16:creationId xmlns:a16="http://schemas.microsoft.com/office/drawing/2014/main" id="{1DF31495-869A-D20A-45EA-7FC8323C5BE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3527407" y="5265816"/>
            <a:ext cx="266699" cy="260316"/>
          </a:xfrm>
          <a:prstGeom prst="rect">
            <a:avLst/>
          </a:prstGeom>
        </p:spPr>
      </p:pic>
      <p:pic>
        <p:nvPicPr>
          <p:cNvPr id="108" name="Image 53">
            <a:extLst>
              <a:ext uri="{FF2B5EF4-FFF2-40B4-BE49-F238E27FC236}">
                <a16:creationId xmlns:a16="http://schemas.microsoft.com/office/drawing/2014/main" id="{9893CEF5-BA63-3D20-B061-412BC591AD3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4537591" y="5265816"/>
            <a:ext cx="190499" cy="238094"/>
          </a:xfrm>
          <a:prstGeom prst="rect">
            <a:avLst/>
          </a:prstGeom>
        </p:spPr>
      </p:pic>
      <p:pic>
        <p:nvPicPr>
          <p:cNvPr id="109" name="Image 54">
            <a:extLst>
              <a:ext uri="{FF2B5EF4-FFF2-40B4-BE49-F238E27FC236}">
                <a16:creationId xmlns:a16="http://schemas.microsoft.com/office/drawing/2014/main" id="{4E9E9102-3097-4488-2CD2-037231CFA9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5505909" y="5331292"/>
            <a:ext cx="228599" cy="148809"/>
          </a:xfrm>
          <a:prstGeom prst="rect">
            <a:avLst/>
          </a:prstGeom>
        </p:spPr>
      </p:pic>
      <p:pic>
        <p:nvPicPr>
          <p:cNvPr id="110" name="Image 55">
            <a:extLst>
              <a:ext uri="{FF2B5EF4-FFF2-40B4-BE49-F238E27FC236}">
                <a16:creationId xmlns:a16="http://schemas.microsoft.com/office/drawing/2014/main" id="{6FCE3138-9515-779D-53DF-10688D63EF0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5505909" y="5265816"/>
            <a:ext cx="228599" cy="47619"/>
          </a:xfrm>
          <a:prstGeom prst="rect">
            <a:avLst/>
          </a:prstGeom>
        </p:spPr>
      </p:pic>
      <p:pic>
        <p:nvPicPr>
          <p:cNvPr id="111" name="Image 56">
            <a:extLst>
              <a:ext uri="{FF2B5EF4-FFF2-40B4-BE49-F238E27FC236}">
                <a16:creationId xmlns:a16="http://schemas.microsoft.com/office/drawing/2014/main" id="{EFD36FF0-6430-7898-99E8-50141F3C091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5550359" y="5372958"/>
            <a:ext cx="139699" cy="130952"/>
          </a:xfrm>
          <a:prstGeom prst="rect">
            <a:avLst/>
          </a:prstGeom>
        </p:spPr>
      </p:pic>
      <p:pic>
        <p:nvPicPr>
          <p:cNvPr id="112" name="Image 57">
            <a:extLst>
              <a:ext uri="{FF2B5EF4-FFF2-40B4-BE49-F238E27FC236}">
                <a16:creationId xmlns:a16="http://schemas.microsoft.com/office/drawing/2014/main" id="{5C169D73-C647-56CF-F218-A38EAA32F80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6473268" y="5265816"/>
            <a:ext cx="243426" cy="226190"/>
          </a:xfrm>
          <a:prstGeom prst="rect">
            <a:avLst/>
          </a:prstGeom>
        </p:spPr>
      </p:pic>
      <p:pic>
        <p:nvPicPr>
          <p:cNvPr id="113" name="Image 58">
            <a:extLst>
              <a:ext uri="{FF2B5EF4-FFF2-40B4-BE49-F238E27FC236}">
                <a16:creationId xmlns:a16="http://schemas.microsoft.com/office/drawing/2014/main" id="{16F4DFE6-4119-779F-8FA5-D25048492E9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7471276" y="5259467"/>
            <a:ext cx="241299" cy="250002"/>
          </a:xfrm>
          <a:prstGeom prst="rect">
            <a:avLst/>
          </a:prstGeom>
        </p:spPr>
      </p:pic>
      <p:pic>
        <p:nvPicPr>
          <p:cNvPr id="114" name="Image 59">
            <a:extLst>
              <a:ext uri="{FF2B5EF4-FFF2-40B4-BE49-F238E27FC236}">
                <a16:creationId xmlns:a16="http://schemas.microsoft.com/office/drawing/2014/main" id="{81C757C3-E284-EB7A-9765-5A31997377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8441181" y="5284863"/>
            <a:ext cx="238124" cy="190534"/>
          </a:xfrm>
          <a:prstGeom prst="rect">
            <a:avLst/>
          </a:prstGeom>
        </p:spPr>
      </p:pic>
      <p:pic>
        <p:nvPicPr>
          <p:cNvPr id="115" name="Image 60">
            <a:extLst>
              <a:ext uri="{FF2B5EF4-FFF2-40B4-BE49-F238E27FC236}">
                <a16:creationId xmlns:a16="http://schemas.microsoft.com/office/drawing/2014/main" id="{47C289E1-AB48-116B-CB35-1B8A0C09082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9423351" y="5272165"/>
            <a:ext cx="228599" cy="214285"/>
          </a:xfrm>
          <a:prstGeom prst="rect">
            <a:avLst/>
          </a:prstGeom>
        </p:spPr>
      </p:pic>
      <p:pic>
        <p:nvPicPr>
          <p:cNvPr id="116" name="Image 61">
            <a:extLst>
              <a:ext uri="{FF2B5EF4-FFF2-40B4-BE49-F238E27FC236}">
                <a16:creationId xmlns:a16="http://schemas.microsoft.com/office/drawing/2014/main" id="{C7856D0C-15F1-654C-46B7-3B17955B822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10394111" y="5253117"/>
            <a:ext cx="231247" cy="253967"/>
          </a:xfrm>
          <a:prstGeom prst="rect">
            <a:avLst/>
          </a:prstGeom>
        </p:spPr>
      </p:pic>
      <p:pic>
        <p:nvPicPr>
          <p:cNvPr id="117" name="Image 62">
            <a:extLst>
              <a:ext uri="{FF2B5EF4-FFF2-40B4-BE49-F238E27FC236}">
                <a16:creationId xmlns:a16="http://schemas.microsoft.com/office/drawing/2014/main" id="{1B7BBBDD-33C2-2F76-13AA-99F5C607AA5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2528611" y="6008669"/>
            <a:ext cx="251351" cy="158732"/>
          </a:xfrm>
          <a:prstGeom prst="rect">
            <a:avLst/>
          </a:prstGeom>
        </p:spPr>
      </p:pic>
      <p:pic>
        <p:nvPicPr>
          <p:cNvPr id="118" name="Image 63">
            <a:extLst>
              <a:ext uri="{FF2B5EF4-FFF2-40B4-BE49-F238E27FC236}">
                <a16:creationId xmlns:a16="http://schemas.microsoft.com/office/drawing/2014/main" id="{D5FF8316-128C-0684-A0B3-60676293BDE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3581382" y="5957876"/>
            <a:ext cx="158749" cy="264548"/>
          </a:xfrm>
          <a:prstGeom prst="rect">
            <a:avLst/>
          </a:prstGeom>
        </p:spPr>
      </p:pic>
      <p:pic>
        <p:nvPicPr>
          <p:cNvPr id="119" name="Image 64">
            <a:extLst>
              <a:ext uri="{FF2B5EF4-FFF2-40B4-BE49-F238E27FC236}">
                <a16:creationId xmlns:a16="http://schemas.microsoft.com/office/drawing/2014/main" id="{6FD9D908-F2AA-5795-A696-EF5BFC1E1BC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4500549" y="5976923"/>
            <a:ext cx="264584" cy="224928"/>
          </a:xfrm>
          <a:prstGeom prst="rect">
            <a:avLst/>
          </a:prstGeom>
        </p:spPr>
      </p:pic>
      <p:pic>
        <p:nvPicPr>
          <p:cNvPr id="120" name="Image 65">
            <a:extLst>
              <a:ext uri="{FF2B5EF4-FFF2-40B4-BE49-F238E27FC236}">
                <a16:creationId xmlns:a16="http://schemas.microsoft.com/office/drawing/2014/main" id="{D7E69879-432A-3B75-E0BF-4318D1D9C2B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1563270" y="6002320"/>
            <a:ext cx="228599" cy="177777"/>
          </a:xfrm>
          <a:prstGeom prst="rect">
            <a:avLst/>
          </a:prstGeom>
        </p:spPr>
      </p:pic>
      <p:pic>
        <p:nvPicPr>
          <p:cNvPr id="121" name="Image 66">
            <a:extLst>
              <a:ext uri="{FF2B5EF4-FFF2-40B4-BE49-F238E27FC236}">
                <a16:creationId xmlns:a16="http://schemas.microsoft.com/office/drawing/2014/main" id="{A358E6DC-4C46-9FE2-C628-DB73AEE2C2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10404960" y="5976923"/>
            <a:ext cx="209549" cy="222221"/>
          </a:xfrm>
          <a:prstGeom prst="rect">
            <a:avLst/>
          </a:prstGeom>
        </p:spPr>
      </p:pic>
      <p:pic>
        <p:nvPicPr>
          <p:cNvPr id="122" name="Image 67">
            <a:extLst>
              <a:ext uri="{FF2B5EF4-FFF2-40B4-BE49-F238E27FC236}">
                <a16:creationId xmlns:a16="http://schemas.microsoft.com/office/drawing/2014/main" id="{15BBD5BE-8CC9-7F4A-E83C-413FE7DC38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7464927" y="5957876"/>
            <a:ext cx="253998" cy="266665"/>
          </a:xfrm>
          <a:prstGeom prst="rect">
            <a:avLst/>
          </a:prstGeom>
        </p:spPr>
      </p:pic>
      <p:pic>
        <p:nvPicPr>
          <p:cNvPr id="123" name="Image 68">
            <a:extLst>
              <a:ext uri="{FF2B5EF4-FFF2-40B4-BE49-F238E27FC236}">
                <a16:creationId xmlns:a16="http://schemas.microsoft.com/office/drawing/2014/main" id="{6CB094FD-E975-DEC1-B84A-139D76671EF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6464806" y="5951527"/>
            <a:ext cx="260349" cy="273014"/>
          </a:xfrm>
          <a:prstGeom prst="rect">
            <a:avLst/>
          </a:prstGeom>
        </p:spPr>
      </p:pic>
      <p:pic>
        <p:nvPicPr>
          <p:cNvPr id="124" name="Image 69">
            <a:extLst>
              <a:ext uri="{FF2B5EF4-FFF2-40B4-BE49-F238E27FC236}">
                <a16:creationId xmlns:a16="http://schemas.microsoft.com/office/drawing/2014/main" id="{945D19FD-5C06-9A90-42D1-A2782C9D1BE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5493209" y="5951527"/>
            <a:ext cx="253998" cy="273014"/>
          </a:xfrm>
          <a:prstGeom prst="rect">
            <a:avLst/>
          </a:prstGeom>
        </p:spPr>
      </p:pic>
      <p:pic>
        <p:nvPicPr>
          <p:cNvPr id="125" name="Image 70">
            <a:extLst>
              <a:ext uri="{FF2B5EF4-FFF2-40B4-BE49-F238E27FC236}">
                <a16:creationId xmlns:a16="http://schemas.microsoft.com/office/drawing/2014/main" id="{9CC6AE54-B97B-596C-C281-18C4F5284CC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9423351" y="5976923"/>
            <a:ext cx="228599" cy="228570"/>
          </a:xfrm>
          <a:prstGeom prst="rect">
            <a:avLst/>
          </a:prstGeom>
        </p:spPr>
      </p:pic>
      <p:pic>
        <p:nvPicPr>
          <p:cNvPr id="126" name="Image 71">
            <a:extLst>
              <a:ext uri="{FF2B5EF4-FFF2-40B4-BE49-F238E27FC236}">
                <a16:creationId xmlns:a16="http://schemas.microsoft.com/office/drawing/2014/main" id="{84724CE2-F6FB-55CE-03FD-FCAE7104D11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8449118" y="5976923"/>
            <a:ext cx="222249" cy="228570"/>
          </a:xfrm>
          <a:prstGeom prst="rect">
            <a:avLst/>
          </a:prstGeom>
        </p:spPr>
      </p:pic>
      <p:sp>
        <p:nvSpPr>
          <p:cNvPr id="127" name="Text Placeholder 3">
            <a:extLst>
              <a:ext uri="{FF2B5EF4-FFF2-40B4-BE49-F238E27FC236}">
                <a16:creationId xmlns:a16="http://schemas.microsoft.com/office/drawing/2014/main" id="{780BBCD6-FDFB-831E-05E6-A161D866FE18}"/>
              </a:ext>
            </a:extLst>
          </p:cNvPr>
          <p:cNvSpPr txBox="1">
            <a:spLocks/>
          </p:cNvSpPr>
          <p:nvPr/>
        </p:nvSpPr>
        <p:spPr>
          <a:xfrm>
            <a:off x="9509260" y="1259568"/>
            <a:ext cx="1203401" cy="21041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0" cap="none" spc="-24" normalizeH="0" baseline="0" noProof="0">
                <a:ln>
                  <a:noFill/>
                </a:ln>
                <a:solidFill>
                  <a:srgbClr val="A6A6A6"/>
                </a:solidFill>
                <a:effectLst/>
                <a:uLnTx/>
                <a:uFillTx/>
                <a:latin typeface="Aptos" panose="020B0004020202020204" pitchFamily="34" charset="0"/>
                <a:ea typeface="+mn-ea"/>
                <a:cs typeface="+mn-cs"/>
                <a:hlinkClick r:id="rId74">
                  <a:extLst>
                    <a:ext uri="{A12FA001-AC4F-418D-AE19-62706E023703}">
                      <ahyp:hlinkClr xmlns:ahyp="http://schemas.microsoft.com/office/drawing/2018/hyperlinkcolor" val="tx"/>
                    </a:ext>
                  </a:extLst>
                </a:hlinkClick>
              </a:rPr>
              <a:t>Get more icons</a:t>
            </a:r>
            <a:endParaRPr kumimoji="0" lang="en-US" sz="1600" b="0" i="0" u="none" strike="noStrike" kern="1200" cap="none" spc="0" normalizeH="0" baseline="0" noProof="0">
              <a:ln>
                <a:noFill/>
              </a:ln>
              <a:solidFill>
                <a:srgbClr val="A6A6A6"/>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804841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E1A3B-6E21-4875-99E7-2729B54DF061}"/>
            </a:ext>
          </a:extLst>
        </p:cNvPr>
        <p:cNvGrpSpPr/>
        <p:nvPr/>
      </p:nvGrpSpPr>
      <p:grpSpPr>
        <a:xfrm>
          <a:off x="0" y="0"/>
          <a:ext cx="0" cy="0"/>
          <a:chOff x="0" y="0"/>
          <a:chExt cx="0" cy="0"/>
        </a:xfrm>
      </p:grpSpPr>
      <p:sp>
        <p:nvSpPr>
          <p:cNvPr id="57" name="Text Placeholder 1">
            <a:extLst>
              <a:ext uri="{FF2B5EF4-FFF2-40B4-BE49-F238E27FC236}">
                <a16:creationId xmlns:a16="http://schemas.microsoft.com/office/drawing/2014/main" id="{D94B9E0A-707D-E282-DC61-BE10E5A5E851}"/>
              </a:ext>
            </a:extLst>
          </p:cNvPr>
          <p:cNvSpPr txBox="1">
            <a:spLocks noGrp="1"/>
          </p:cNvSpPr>
          <p:nvPr>
            <p:ph type="title" idx="4294967295"/>
          </p:nvPr>
        </p:nvSpPr>
        <p:spPr>
          <a:xfrm>
            <a:off x="529938" y="493988"/>
            <a:ext cx="4860301" cy="48306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999" b="1" i="0" u="none" strike="noStrike" kern="0" cap="none" spc="-60" normalizeH="0" baseline="0" noProof="0">
                <a:ln>
                  <a:noFill/>
                </a:ln>
                <a:solidFill>
                  <a:schemeClr val="bg1"/>
                </a:solidFill>
                <a:effectLst/>
                <a:uLnTx/>
                <a:uFillTx/>
                <a:latin typeface="+mj-lt"/>
                <a:ea typeface="+mn-ea"/>
                <a:cs typeface="+mn-cs"/>
              </a:rPr>
              <a:t>Your icon library</a:t>
            </a:r>
          </a:p>
        </p:txBody>
      </p:sp>
      <p:sp>
        <p:nvSpPr>
          <p:cNvPr id="59" name="Text Placeholder 3">
            <a:extLst>
              <a:ext uri="{FF2B5EF4-FFF2-40B4-BE49-F238E27FC236}">
                <a16:creationId xmlns:a16="http://schemas.microsoft.com/office/drawing/2014/main" id="{4914C479-320D-6099-10B1-80BCBE2D6C2B}"/>
              </a:ext>
            </a:extLst>
          </p:cNvPr>
          <p:cNvSpPr txBox="1">
            <a:spLocks/>
          </p:cNvSpPr>
          <p:nvPr/>
        </p:nvSpPr>
        <p:spPr>
          <a:xfrm>
            <a:off x="524871" y="1074984"/>
            <a:ext cx="4438368" cy="48306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0" cap="none" spc="-24" normalizeH="0" baseline="0" noProof="0">
                <a:ln>
                  <a:noFill/>
                </a:ln>
                <a:solidFill>
                  <a:srgbClr val="A6A6A6"/>
                </a:solidFill>
                <a:effectLst/>
                <a:uLnTx/>
                <a:uFillTx/>
                <a:latin typeface="Poppins"/>
                <a:ea typeface="+mn-ea"/>
                <a:cs typeface="+mn-cs"/>
              </a:rPr>
              <a:t>You can recolor these icons to match your theme.</a:t>
            </a:r>
            <a:br>
              <a:rPr kumimoji="0" lang="en-US" sz="1200" b="0" i="0" u="none" strike="noStrike" kern="0" cap="none" spc="-24" normalizeH="0" baseline="0" noProof="0">
                <a:ln>
                  <a:noFill/>
                </a:ln>
                <a:solidFill>
                  <a:srgbClr val="A6A6A6"/>
                </a:solidFill>
                <a:effectLst/>
                <a:uLnTx/>
                <a:uFillTx/>
                <a:latin typeface="Poppins"/>
                <a:ea typeface="+mn-ea"/>
                <a:cs typeface="+mn-cs"/>
              </a:rPr>
            </a:br>
            <a:r>
              <a:rPr kumimoji="0" lang="en-US" sz="1200" b="0" i="0" u="none" strike="noStrike" kern="0" cap="none" spc="-24" normalizeH="0" baseline="0" noProof="0">
                <a:ln>
                  <a:noFill/>
                </a:ln>
                <a:solidFill>
                  <a:srgbClr val="A6A6A6"/>
                </a:solidFill>
                <a:effectLst/>
                <a:uLnTx/>
                <a:uFillTx/>
                <a:latin typeface="Poppins"/>
                <a:ea typeface="+mn-ea"/>
                <a:cs typeface="+mn-cs"/>
              </a:rPr>
              <a:t>Avoid using the icons too large.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a:ln>
                <a:noFill/>
              </a:ln>
              <a:solidFill>
                <a:srgbClr val="DBD3F4">
                  <a:lumMod val="75000"/>
                </a:srgbClr>
              </a:solidFill>
              <a:effectLst/>
              <a:uLnTx/>
              <a:uFillTx/>
              <a:latin typeface="Poppins"/>
              <a:ea typeface="+mn-ea"/>
              <a:cs typeface="+mn-cs"/>
            </a:endParaRPr>
          </a:p>
        </p:txBody>
      </p:sp>
      <p:pic>
        <p:nvPicPr>
          <p:cNvPr id="2" name="Image 0">
            <a:extLst>
              <a:ext uri="{FF2B5EF4-FFF2-40B4-BE49-F238E27FC236}">
                <a16:creationId xmlns:a16="http://schemas.microsoft.com/office/drawing/2014/main" id="{CEA9E4BA-77FB-94ED-83D5-3D94EE57022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9057" y="5948352"/>
            <a:ext cx="286015" cy="237273"/>
          </a:xfrm>
          <a:prstGeom prst="rect">
            <a:avLst/>
          </a:prstGeom>
        </p:spPr>
      </p:pic>
      <p:pic>
        <p:nvPicPr>
          <p:cNvPr id="3" name="Image 1">
            <a:extLst>
              <a:ext uri="{FF2B5EF4-FFF2-40B4-BE49-F238E27FC236}">
                <a16:creationId xmlns:a16="http://schemas.microsoft.com/office/drawing/2014/main" id="{371A3688-0CFF-FD58-F5E8-52C6AA8CD64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4576" y="5942003"/>
            <a:ext cx="227817" cy="249469"/>
          </a:xfrm>
          <a:prstGeom prst="rect">
            <a:avLst/>
          </a:prstGeom>
        </p:spPr>
      </p:pic>
      <p:pic>
        <p:nvPicPr>
          <p:cNvPr id="4" name="Image 2">
            <a:extLst>
              <a:ext uri="{FF2B5EF4-FFF2-40B4-BE49-F238E27FC236}">
                <a16:creationId xmlns:a16="http://schemas.microsoft.com/office/drawing/2014/main" id="{C5297337-3B83-4D43-8ABE-9F5D079892E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48979" y="5980098"/>
            <a:ext cx="173359" cy="173331"/>
          </a:xfrm>
          <a:prstGeom prst="rect">
            <a:avLst/>
          </a:prstGeom>
        </p:spPr>
      </p:pic>
      <p:pic>
        <p:nvPicPr>
          <p:cNvPr id="5" name="Image 3">
            <a:extLst>
              <a:ext uri="{FF2B5EF4-FFF2-40B4-BE49-F238E27FC236}">
                <a16:creationId xmlns:a16="http://schemas.microsoft.com/office/drawing/2014/main" id="{E896BE37-5056-C039-C345-54FF8381617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34048" y="5948352"/>
            <a:ext cx="136785" cy="243386"/>
          </a:xfrm>
          <a:prstGeom prst="rect">
            <a:avLst/>
          </a:prstGeom>
        </p:spPr>
      </p:pic>
      <p:pic>
        <p:nvPicPr>
          <p:cNvPr id="6" name="Image 4">
            <a:extLst>
              <a:ext uri="{FF2B5EF4-FFF2-40B4-BE49-F238E27FC236}">
                <a16:creationId xmlns:a16="http://schemas.microsoft.com/office/drawing/2014/main" id="{93854E90-81B6-5DCD-2928-82AA27AB55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78736" y="5999145"/>
            <a:ext cx="243419" cy="133863"/>
          </a:xfrm>
          <a:prstGeom prst="rect">
            <a:avLst/>
          </a:prstGeom>
        </p:spPr>
      </p:pic>
      <p:pic>
        <p:nvPicPr>
          <p:cNvPr id="7" name="Image 5">
            <a:extLst>
              <a:ext uri="{FF2B5EF4-FFF2-40B4-BE49-F238E27FC236}">
                <a16:creationId xmlns:a16="http://schemas.microsoft.com/office/drawing/2014/main" id="{CD13C711-53EE-B1C8-B815-B4EE72CBF16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64488" y="5999145"/>
            <a:ext cx="248703" cy="133863"/>
          </a:xfrm>
          <a:prstGeom prst="rect">
            <a:avLst/>
          </a:prstGeom>
        </p:spPr>
      </p:pic>
      <p:pic>
        <p:nvPicPr>
          <p:cNvPr id="8" name="Image 6">
            <a:extLst>
              <a:ext uri="{FF2B5EF4-FFF2-40B4-BE49-F238E27FC236}">
                <a16:creationId xmlns:a16="http://schemas.microsoft.com/office/drawing/2014/main" id="{EBF623E0-A0BF-F8D1-3D14-DC06742AC57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12443" y="5948352"/>
            <a:ext cx="133883" cy="243386"/>
          </a:xfrm>
          <a:prstGeom prst="rect">
            <a:avLst/>
          </a:prstGeom>
        </p:spPr>
      </p:pic>
      <p:pic>
        <p:nvPicPr>
          <p:cNvPr id="9" name="Image 7">
            <a:extLst>
              <a:ext uri="{FF2B5EF4-FFF2-40B4-BE49-F238E27FC236}">
                <a16:creationId xmlns:a16="http://schemas.microsoft.com/office/drawing/2014/main" id="{89004525-BA51-E83F-4A98-3C919BC39E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72826" y="5980098"/>
            <a:ext cx="168907" cy="173331"/>
          </a:xfrm>
          <a:prstGeom prst="rect">
            <a:avLst/>
          </a:prstGeom>
        </p:spPr>
      </p:pic>
      <p:pic>
        <p:nvPicPr>
          <p:cNvPr id="10" name="Image 8">
            <a:extLst>
              <a:ext uri="{FF2B5EF4-FFF2-40B4-BE49-F238E27FC236}">
                <a16:creationId xmlns:a16="http://schemas.microsoft.com/office/drawing/2014/main" id="{41B7101E-5E37-CD18-FD72-ECD95049465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04442" y="5948352"/>
            <a:ext cx="259617" cy="241641"/>
          </a:xfrm>
          <a:prstGeom prst="rect">
            <a:avLst/>
          </a:prstGeom>
        </p:spPr>
      </p:pic>
      <p:pic>
        <p:nvPicPr>
          <p:cNvPr id="11" name="Image 9">
            <a:extLst>
              <a:ext uri="{FF2B5EF4-FFF2-40B4-BE49-F238E27FC236}">
                <a16:creationId xmlns:a16="http://schemas.microsoft.com/office/drawing/2014/main" id="{DF20D3A2-FEE8-B324-D11F-D5929EC02C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50358" y="5249943"/>
            <a:ext cx="243413" cy="223808"/>
          </a:xfrm>
          <a:prstGeom prst="rect">
            <a:avLst/>
          </a:prstGeom>
        </p:spPr>
      </p:pic>
      <p:pic>
        <p:nvPicPr>
          <p:cNvPr id="12" name="Image 10">
            <a:extLst>
              <a:ext uri="{FF2B5EF4-FFF2-40B4-BE49-F238E27FC236}">
                <a16:creationId xmlns:a16="http://schemas.microsoft.com/office/drawing/2014/main" id="{AB723B2C-2DF7-186C-519E-5374380B978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528785" y="5249943"/>
            <a:ext cx="279399" cy="223808"/>
          </a:xfrm>
          <a:prstGeom prst="rect">
            <a:avLst/>
          </a:prstGeom>
        </p:spPr>
      </p:pic>
      <p:pic>
        <p:nvPicPr>
          <p:cNvPr id="13" name="Image 11">
            <a:extLst>
              <a:ext uri="{FF2B5EF4-FFF2-40B4-BE49-F238E27FC236}">
                <a16:creationId xmlns:a16="http://schemas.microsoft.com/office/drawing/2014/main" id="{4B0243C4-22E5-2D94-451A-C8A1618DE2D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16596" y="5237245"/>
            <a:ext cx="238124" cy="248675"/>
          </a:xfrm>
          <a:prstGeom prst="rect">
            <a:avLst/>
          </a:prstGeom>
        </p:spPr>
      </p:pic>
      <p:pic>
        <p:nvPicPr>
          <p:cNvPr id="14" name="Image 12">
            <a:extLst>
              <a:ext uri="{FF2B5EF4-FFF2-40B4-BE49-F238E27FC236}">
                <a16:creationId xmlns:a16="http://schemas.microsoft.com/office/drawing/2014/main" id="{2BD781BC-8F8F-EA91-325B-245E2E63C9A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494491" y="5237245"/>
            <a:ext cx="215899" cy="248675"/>
          </a:xfrm>
          <a:prstGeom prst="rect">
            <a:avLst/>
          </a:prstGeom>
        </p:spPr>
      </p:pic>
      <p:pic>
        <p:nvPicPr>
          <p:cNvPr id="15" name="Image 13">
            <a:extLst>
              <a:ext uri="{FF2B5EF4-FFF2-40B4-BE49-F238E27FC236}">
                <a16:creationId xmlns:a16="http://schemas.microsoft.com/office/drawing/2014/main" id="{4A5EEAF0-2015-B89A-1806-08E8AF42D43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478736" y="5237245"/>
            <a:ext cx="243419" cy="248675"/>
          </a:xfrm>
          <a:prstGeom prst="rect">
            <a:avLst/>
          </a:prstGeom>
        </p:spPr>
      </p:pic>
      <p:pic>
        <p:nvPicPr>
          <p:cNvPr id="16" name="Image 14">
            <a:extLst>
              <a:ext uri="{FF2B5EF4-FFF2-40B4-BE49-F238E27FC236}">
                <a16:creationId xmlns:a16="http://schemas.microsoft.com/office/drawing/2014/main" id="{96A3E692-0A19-F0C4-46C8-140B7AFD4AD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480889" y="5237245"/>
            <a:ext cx="215899" cy="248675"/>
          </a:xfrm>
          <a:prstGeom prst="rect">
            <a:avLst/>
          </a:prstGeom>
        </p:spPr>
      </p:pic>
      <p:pic>
        <p:nvPicPr>
          <p:cNvPr id="17" name="Image 15">
            <a:extLst>
              <a:ext uri="{FF2B5EF4-FFF2-40B4-BE49-F238E27FC236}">
                <a16:creationId xmlns:a16="http://schemas.microsoft.com/office/drawing/2014/main" id="{301447A9-2739-4D97-7204-D913DB488B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478182" y="5237245"/>
            <a:ext cx="202405" cy="245262"/>
          </a:xfrm>
          <a:prstGeom prst="rect">
            <a:avLst/>
          </a:prstGeom>
        </p:spPr>
      </p:pic>
      <p:pic>
        <p:nvPicPr>
          <p:cNvPr id="18" name="Image 16">
            <a:extLst>
              <a:ext uri="{FF2B5EF4-FFF2-40B4-BE49-F238E27FC236}">
                <a16:creationId xmlns:a16="http://schemas.microsoft.com/office/drawing/2014/main" id="{9CC4F881-97A6-958A-93AE-E9B938C1C1D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423930" y="5230895"/>
            <a:ext cx="266699" cy="254950"/>
          </a:xfrm>
          <a:prstGeom prst="rect">
            <a:avLst/>
          </a:prstGeom>
        </p:spPr>
      </p:pic>
      <p:pic>
        <p:nvPicPr>
          <p:cNvPr id="19" name="Image 17">
            <a:extLst>
              <a:ext uri="{FF2B5EF4-FFF2-40B4-BE49-F238E27FC236}">
                <a16:creationId xmlns:a16="http://schemas.microsoft.com/office/drawing/2014/main" id="{B31D761B-BA6F-A700-6CFE-F1F9FF16B64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437730" y="5256292"/>
            <a:ext cx="193041" cy="208252"/>
          </a:xfrm>
          <a:prstGeom prst="rect">
            <a:avLst/>
          </a:prstGeom>
        </p:spPr>
      </p:pic>
      <p:pic>
        <p:nvPicPr>
          <p:cNvPr id="20" name="Image 18">
            <a:extLst>
              <a:ext uri="{FF2B5EF4-FFF2-40B4-BE49-F238E27FC236}">
                <a16:creationId xmlns:a16="http://schemas.microsoft.com/office/drawing/2014/main" id="{A26798C6-CC19-B18E-8726-4D74B1584E3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550358" y="1840437"/>
            <a:ext cx="243413" cy="248675"/>
          </a:xfrm>
          <a:prstGeom prst="rect">
            <a:avLst/>
          </a:prstGeom>
        </p:spPr>
      </p:pic>
      <p:pic>
        <p:nvPicPr>
          <p:cNvPr id="21" name="Image 19">
            <a:extLst>
              <a:ext uri="{FF2B5EF4-FFF2-40B4-BE49-F238E27FC236}">
                <a16:creationId xmlns:a16="http://schemas.microsoft.com/office/drawing/2014/main" id="{EB3228A1-E4A8-40E3-1AA0-C8A08672F2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450281" y="3903918"/>
            <a:ext cx="277116" cy="161904"/>
          </a:xfrm>
          <a:prstGeom prst="rect">
            <a:avLst/>
          </a:prstGeom>
        </p:spPr>
      </p:pic>
      <p:pic>
        <p:nvPicPr>
          <p:cNvPr id="22" name="Image 20">
            <a:extLst>
              <a:ext uri="{FF2B5EF4-FFF2-40B4-BE49-F238E27FC236}">
                <a16:creationId xmlns:a16="http://schemas.microsoft.com/office/drawing/2014/main" id="{0E7CF6A8-7282-C68A-A633-E29667EB20E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474042" y="3878521"/>
            <a:ext cx="252808" cy="209523"/>
          </a:xfrm>
          <a:prstGeom prst="rect">
            <a:avLst/>
          </a:prstGeom>
        </p:spPr>
      </p:pic>
      <p:pic>
        <p:nvPicPr>
          <p:cNvPr id="23" name="Image 21">
            <a:extLst>
              <a:ext uri="{FF2B5EF4-FFF2-40B4-BE49-F238E27FC236}">
                <a16:creationId xmlns:a16="http://schemas.microsoft.com/office/drawing/2014/main" id="{C21BC609-8019-8B40-AE93-DFFD58025E0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465262" y="4576930"/>
            <a:ext cx="247153" cy="161904"/>
          </a:xfrm>
          <a:prstGeom prst="rect">
            <a:avLst/>
          </a:prstGeom>
        </p:spPr>
      </p:pic>
      <p:pic>
        <p:nvPicPr>
          <p:cNvPr id="24" name="Image 22">
            <a:extLst>
              <a:ext uri="{FF2B5EF4-FFF2-40B4-BE49-F238E27FC236}">
                <a16:creationId xmlns:a16="http://schemas.microsoft.com/office/drawing/2014/main" id="{952D3D83-849F-3C65-30D3-03CDD359A6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458140" y="2551544"/>
            <a:ext cx="242489" cy="209523"/>
          </a:xfrm>
          <a:prstGeom prst="rect">
            <a:avLst/>
          </a:prstGeom>
        </p:spPr>
      </p:pic>
      <p:pic>
        <p:nvPicPr>
          <p:cNvPr id="25" name="Image 23">
            <a:extLst>
              <a:ext uri="{FF2B5EF4-FFF2-40B4-BE49-F238E27FC236}">
                <a16:creationId xmlns:a16="http://schemas.microsoft.com/office/drawing/2014/main" id="{5A083373-1226-4886-E982-2143C177EB9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8450006" y="3218208"/>
            <a:ext cx="214547" cy="162750"/>
          </a:xfrm>
          <a:prstGeom prst="rect">
            <a:avLst/>
          </a:prstGeom>
        </p:spPr>
      </p:pic>
      <p:pic>
        <p:nvPicPr>
          <p:cNvPr id="26" name="Image 24">
            <a:extLst>
              <a:ext uri="{FF2B5EF4-FFF2-40B4-BE49-F238E27FC236}">
                <a16:creationId xmlns:a16="http://schemas.microsoft.com/office/drawing/2014/main" id="{6CBE9CC2-2EF9-4968-5856-F3290143F13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7450401" y="3199160"/>
            <a:ext cx="257967" cy="209523"/>
          </a:xfrm>
          <a:prstGeom prst="rect">
            <a:avLst/>
          </a:prstGeom>
        </p:spPr>
      </p:pic>
      <p:pic>
        <p:nvPicPr>
          <p:cNvPr id="27" name="Image 25">
            <a:extLst>
              <a:ext uri="{FF2B5EF4-FFF2-40B4-BE49-F238E27FC236}">
                <a16:creationId xmlns:a16="http://schemas.microsoft.com/office/drawing/2014/main" id="{4AE1B3AC-AD58-875E-EFCD-545F894A890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8445367" y="4570582"/>
            <a:ext cx="223824" cy="161975"/>
          </a:xfrm>
          <a:prstGeom prst="rect">
            <a:avLst/>
          </a:prstGeom>
        </p:spPr>
      </p:pic>
      <p:pic>
        <p:nvPicPr>
          <p:cNvPr id="28" name="Image 26">
            <a:extLst>
              <a:ext uri="{FF2B5EF4-FFF2-40B4-BE49-F238E27FC236}">
                <a16:creationId xmlns:a16="http://schemas.microsoft.com/office/drawing/2014/main" id="{8E282A01-D8EA-09BF-C9F2-0A46AE5022A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428296" y="3878521"/>
            <a:ext cx="257967" cy="209523"/>
          </a:xfrm>
          <a:prstGeom prst="rect">
            <a:avLst/>
          </a:prstGeom>
        </p:spPr>
      </p:pic>
      <p:pic>
        <p:nvPicPr>
          <p:cNvPr id="29" name="Image 27">
            <a:extLst>
              <a:ext uri="{FF2B5EF4-FFF2-40B4-BE49-F238E27FC236}">
                <a16:creationId xmlns:a16="http://schemas.microsoft.com/office/drawing/2014/main" id="{DFC91C67-388E-D969-00AF-F75C280EC7E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485846" y="3897569"/>
            <a:ext cx="233188" cy="165295"/>
          </a:xfrm>
          <a:prstGeom prst="rect">
            <a:avLst/>
          </a:prstGeom>
        </p:spPr>
      </p:pic>
      <p:pic>
        <p:nvPicPr>
          <p:cNvPr id="30" name="Image 28">
            <a:extLst>
              <a:ext uri="{FF2B5EF4-FFF2-40B4-BE49-F238E27FC236}">
                <a16:creationId xmlns:a16="http://schemas.microsoft.com/office/drawing/2014/main" id="{284403AA-5DCD-14C2-02F3-8AB125ED8EA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4478616" y="3192811"/>
            <a:ext cx="247649" cy="213888"/>
          </a:xfrm>
          <a:prstGeom prst="rect">
            <a:avLst/>
          </a:prstGeom>
        </p:spPr>
      </p:pic>
      <p:pic>
        <p:nvPicPr>
          <p:cNvPr id="31" name="Image 29">
            <a:extLst>
              <a:ext uri="{FF2B5EF4-FFF2-40B4-BE49-F238E27FC236}">
                <a16:creationId xmlns:a16="http://schemas.microsoft.com/office/drawing/2014/main" id="{920FF366-9567-6871-AA80-AD6D0B65CAF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545066" y="4570582"/>
            <a:ext cx="253998" cy="163333"/>
          </a:xfrm>
          <a:prstGeom prst="rect">
            <a:avLst/>
          </a:prstGeom>
        </p:spPr>
      </p:pic>
      <p:pic>
        <p:nvPicPr>
          <p:cNvPr id="32" name="Image 30">
            <a:extLst>
              <a:ext uri="{FF2B5EF4-FFF2-40B4-BE49-F238E27FC236}">
                <a16:creationId xmlns:a16="http://schemas.microsoft.com/office/drawing/2014/main" id="{64331618-E2D9-377D-6FB3-23F9C130DBA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539812" y="3865823"/>
            <a:ext cx="264504" cy="225582"/>
          </a:xfrm>
          <a:prstGeom prst="rect">
            <a:avLst/>
          </a:prstGeom>
        </p:spPr>
      </p:pic>
      <p:pic>
        <p:nvPicPr>
          <p:cNvPr id="33" name="Image 31">
            <a:extLst>
              <a:ext uri="{FF2B5EF4-FFF2-40B4-BE49-F238E27FC236}">
                <a16:creationId xmlns:a16="http://schemas.microsoft.com/office/drawing/2014/main" id="{DB07502D-4FA4-58D7-FAC4-B597E906BDC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2560132" y="2545195"/>
            <a:ext cx="216705" cy="222209"/>
          </a:xfrm>
          <a:prstGeom prst="rect">
            <a:avLst/>
          </a:prstGeom>
        </p:spPr>
      </p:pic>
      <p:pic>
        <p:nvPicPr>
          <p:cNvPr id="34" name="Image 32">
            <a:extLst>
              <a:ext uri="{FF2B5EF4-FFF2-40B4-BE49-F238E27FC236}">
                <a16:creationId xmlns:a16="http://schemas.microsoft.com/office/drawing/2014/main" id="{CAD57B5E-BD2B-3AC0-75AB-850110C0AAB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8447681" y="2576941"/>
            <a:ext cx="219198" cy="165692"/>
          </a:xfrm>
          <a:prstGeom prst="rect">
            <a:avLst/>
          </a:prstGeom>
        </p:spPr>
      </p:pic>
      <p:pic>
        <p:nvPicPr>
          <p:cNvPr id="35" name="Image 33">
            <a:extLst>
              <a:ext uri="{FF2B5EF4-FFF2-40B4-BE49-F238E27FC236}">
                <a16:creationId xmlns:a16="http://schemas.microsoft.com/office/drawing/2014/main" id="{AD842A95-8D30-04ED-50DB-35EA3DA6AE4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7450401" y="3872172"/>
            <a:ext cx="257967" cy="213888"/>
          </a:xfrm>
          <a:prstGeom prst="rect">
            <a:avLst/>
          </a:prstGeom>
        </p:spPr>
      </p:pic>
      <p:pic>
        <p:nvPicPr>
          <p:cNvPr id="36" name="Image 34">
            <a:extLst>
              <a:ext uri="{FF2B5EF4-FFF2-40B4-BE49-F238E27FC236}">
                <a16:creationId xmlns:a16="http://schemas.microsoft.com/office/drawing/2014/main" id="{62812DF1-8DEA-BF25-A232-62F67003050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9415343" y="2576941"/>
            <a:ext cx="237814" cy="165277"/>
          </a:xfrm>
          <a:prstGeom prst="rect">
            <a:avLst/>
          </a:prstGeom>
        </p:spPr>
      </p:pic>
      <p:pic>
        <p:nvPicPr>
          <p:cNvPr id="37" name="Image 35">
            <a:extLst>
              <a:ext uri="{FF2B5EF4-FFF2-40B4-BE49-F238E27FC236}">
                <a16:creationId xmlns:a16="http://schemas.microsoft.com/office/drawing/2014/main" id="{5318D0EE-9D3F-75BC-F099-04F3741214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7450401" y="4545185"/>
            <a:ext cx="257967" cy="213888"/>
          </a:xfrm>
          <a:prstGeom prst="rect">
            <a:avLst/>
          </a:prstGeom>
        </p:spPr>
      </p:pic>
      <p:pic>
        <p:nvPicPr>
          <p:cNvPr id="38" name="Image 36">
            <a:extLst>
              <a:ext uri="{FF2B5EF4-FFF2-40B4-BE49-F238E27FC236}">
                <a16:creationId xmlns:a16="http://schemas.microsoft.com/office/drawing/2014/main" id="{FD273B42-3314-9CBB-7254-392FE53CB1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550358" y="2532497"/>
            <a:ext cx="243413" cy="253967"/>
          </a:xfrm>
          <a:prstGeom prst="rect">
            <a:avLst/>
          </a:prstGeom>
        </p:spPr>
      </p:pic>
      <p:pic>
        <p:nvPicPr>
          <p:cNvPr id="39" name="Image 37">
            <a:extLst>
              <a:ext uri="{FF2B5EF4-FFF2-40B4-BE49-F238E27FC236}">
                <a16:creationId xmlns:a16="http://schemas.microsoft.com/office/drawing/2014/main" id="{4AE157CC-15C9-03C2-C005-4F507ACA48D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545066" y="3173763"/>
            <a:ext cx="253998" cy="253967"/>
          </a:xfrm>
          <a:prstGeom prst="rect">
            <a:avLst/>
          </a:prstGeom>
        </p:spPr>
      </p:pic>
      <p:pic>
        <p:nvPicPr>
          <p:cNvPr id="40" name="Image 38">
            <a:extLst>
              <a:ext uri="{FF2B5EF4-FFF2-40B4-BE49-F238E27FC236}">
                <a16:creationId xmlns:a16="http://schemas.microsoft.com/office/drawing/2014/main" id="{AA94AC2D-52EF-A981-0A89-ADF70DB983D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6466918" y="2538846"/>
            <a:ext cx="243841" cy="243808"/>
          </a:xfrm>
          <a:prstGeom prst="rect">
            <a:avLst/>
          </a:prstGeom>
        </p:spPr>
      </p:pic>
      <p:pic>
        <p:nvPicPr>
          <p:cNvPr id="41" name="Image 39">
            <a:extLst>
              <a:ext uri="{FF2B5EF4-FFF2-40B4-BE49-F238E27FC236}">
                <a16:creationId xmlns:a16="http://schemas.microsoft.com/office/drawing/2014/main" id="{AEE654D6-A60F-1D2A-07BB-BB986A3272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5473608" y="4526137"/>
            <a:ext cx="253676" cy="259045"/>
          </a:xfrm>
          <a:prstGeom prst="rect">
            <a:avLst/>
          </a:prstGeom>
        </p:spPr>
      </p:pic>
      <p:pic>
        <p:nvPicPr>
          <p:cNvPr id="42" name="Image 40">
            <a:extLst>
              <a:ext uri="{FF2B5EF4-FFF2-40B4-BE49-F238E27FC236}">
                <a16:creationId xmlns:a16="http://schemas.microsoft.com/office/drawing/2014/main" id="{22202A8B-F7B2-901C-11D9-889CB7B7313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10361860" y="1827738"/>
            <a:ext cx="279399" cy="279364"/>
          </a:xfrm>
          <a:prstGeom prst="rect">
            <a:avLst/>
          </a:prstGeom>
        </p:spPr>
      </p:pic>
      <p:pic>
        <p:nvPicPr>
          <p:cNvPr id="43" name="Image 41">
            <a:extLst>
              <a:ext uri="{FF2B5EF4-FFF2-40B4-BE49-F238E27FC236}">
                <a16:creationId xmlns:a16="http://schemas.microsoft.com/office/drawing/2014/main" id="{21F5137E-DA94-D594-77FE-D1967FD568A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541461" y="3872172"/>
            <a:ext cx="254048" cy="219589"/>
          </a:xfrm>
          <a:prstGeom prst="rect">
            <a:avLst/>
          </a:prstGeom>
        </p:spPr>
      </p:pic>
      <p:pic>
        <p:nvPicPr>
          <p:cNvPr id="44" name="Image 42">
            <a:extLst>
              <a:ext uri="{FF2B5EF4-FFF2-40B4-BE49-F238E27FC236}">
                <a16:creationId xmlns:a16="http://schemas.microsoft.com/office/drawing/2014/main" id="{31E07228-9DF4-6556-BA82-805FCE2B1DF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7472229" y="1853135"/>
            <a:ext cx="214312" cy="228570"/>
          </a:xfrm>
          <a:prstGeom prst="rect">
            <a:avLst/>
          </a:prstGeom>
        </p:spPr>
      </p:pic>
      <p:pic>
        <p:nvPicPr>
          <p:cNvPr id="45" name="Image 43">
            <a:extLst>
              <a:ext uri="{FF2B5EF4-FFF2-40B4-BE49-F238E27FC236}">
                <a16:creationId xmlns:a16="http://schemas.microsoft.com/office/drawing/2014/main" id="{D0D497F4-DC93-6D3E-80FC-0EB47EE7273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4475473" y="2570592"/>
            <a:ext cx="253936" cy="177836"/>
          </a:xfrm>
          <a:prstGeom prst="rect">
            <a:avLst/>
          </a:prstGeom>
        </p:spPr>
      </p:pic>
      <p:pic>
        <p:nvPicPr>
          <p:cNvPr id="46" name="Image 44">
            <a:extLst>
              <a:ext uri="{FF2B5EF4-FFF2-40B4-BE49-F238E27FC236}">
                <a16:creationId xmlns:a16="http://schemas.microsoft.com/office/drawing/2014/main" id="{CA78B531-6752-3F59-D2B2-62AE0C48AAD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5477335" y="2576941"/>
            <a:ext cx="246222" cy="160636"/>
          </a:xfrm>
          <a:prstGeom prst="rect">
            <a:avLst/>
          </a:prstGeom>
        </p:spPr>
      </p:pic>
      <p:pic>
        <p:nvPicPr>
          <p:cNvPr id="47" name="Image 45">
            <a:extLst>
              <a:ext uri="{FF2B5EF4-FFF2-40B4-BE49-F238E27FC236}">
                <a16:creationId xmlns:a16="http://schemas.microsoft.com/office/drawing/2014/main" id="{1241EC61-D2B3-D79F-3CA8-62205EB44FC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4478300" y="4545185"/>
            <a:ext cx="248281" cy="219046"/>
          </a:xfrm>
          <a:prstGeom prst="rect">
            <a:avLst/>
          </a:prstGeom>
        </p:spPr>
      </p:pic>
      <p:pic>
        <p:nvPicPr>
          <p:cNvPr id="48" name="Image 46">
            <a:extLst>
              <a:ext uri="{FF2B5EF4-FFF2-40B4-BE49-F238E27FC236}">
                <a16:creationId xmlns:a16="http://schemas.microsoft.com/office/drawing/2014/main" id="{79860F48-7122-718D-AE8D-572BBDBEDEA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5470904" y="3192811"/>
            <a:ext cx="259084" cy="219046"/>
          </a:xfrm>
          <a:prstGeom prst="rect">
            <a:avLst/>
          </a:prstGeom>
        </p:spPr>
      </p:pic>
      <p:pic>
        <p:nvPicPr>
          <p:cNvPr id="49" name="Image 47">
            <a:extLst>
              <a:ext uri="{FF2B5EF4-FFF2-40B4-BE49-F238E27FC236}">
                <a16:creationId xmlns:a16="http://schemas.microsoft.com/office/drawing/2014/main" id="{0ECA1B8A-5D04-E210-5782-52BBA29030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6462001" y="3192811"/>
            <a:ext cx="253676" cy="219046"/>
          </a:xfrm>
          <a:prstGeom prst="rect">
            <a:avLst/>
          </a:prstGeom>
        </p:spPr>
      </p:pic>
      <p:pic>
        <p:nvPicPr>
          <p:cNvPr id="50" name="Image 48">
            <a:extLst>
              <a:ext uri="{FF2B5EF4-FFF2-40B4-BE49-F238E27FC236}">
                <a16:creationId xmlns:a16="http://schemas.microsoft.com/office/drawing/2014/main" id="{73EE70FF-8DDF-A10D-63B5-F0A5D798998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3523740" y="1859485"/>
            <a:ext cx="223836" cy="219046"/>
          </a:xfrm>
          <a:prstGeom prst="rect">
            <a:avLst/>
          </a:prstGeom>
        </p:spPr>
      </p:pic>
      <p:pic>
        <p:nvPicPr>
          <p:cNvPr id="51" name="Image 49">
            <a:extLst>
              <a:ext uri="{FF2B5EF4-FFF2-40B4-BE49-F238E27FC236}">
                <a16:creationId xmlns:a16="http://schemas.microsoft.com/office/drawing/2014/main" id="{F4AEEB76-A999-AA95-D291-0B0B836720F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4478089" y="1846786"/>
            <a:ext cx="248703" cy="243386"/>
          </a:xfrm>
          <a:prstGeom prst="rect">
            <a:avLst/>
          </a:prstGeom>
        </p:spPr>
      </p:pic>
      <p:pic>
        <p:nvPicPr>
          <p:cNvPr id="52" name="Image 50">
            <a:extLst>
              <a:ext uri="{FF2B5EF4-FFF2-40B4-BE49-F238E27FC236}">
                <a16:creationId xmlns:a16="http://schemas.microsoft.com/office/drawing/2014/main" id="{43772692-D7A6-3351-970B-C607DBE4BB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2550359" y="4545185"/>
            <a:ext cx="236251" cy="219065"/>
          </a:xfrm>
          <a:prstGeom prst="rect">
            <a:avLst/>
          </a:prstGeom>
        </p:spPr>
      </p:pic>
      <p:pic>
        <p:nvPicPr>
          <p:cNvPr id="127" name="Image 51">
            <a:extLst>
              <a:ext uri="{FF2B5EF4-FFF2-40B4-BE49-F238E27FC236}">
                <a16:creationId xmlns:a16="http://schemas.microsoft.com/office/drawing/2014/main" id="{35BAED98-B958-1047-9C61-74E967D1F55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5488528" y="1846786"/>
            <a:ext cx="223836" cy="243386"/>
          </a:xfrm>
          <a:prstGeom prst="rect">
            <a:avLst/>
          </a:prstGeom>
        </p:spPr>
      </p:pic>
      <p:pic>
        <p:nvPicPr>
          <p:cNvPr id="128" name="Image 52">
            <a:extLst>
              <a:ext uri="{FF2B5EF4-FFF2-40B4-BE49-F238E27FC236}">
                <a16:creationId xmlns:a16="http://schemas.microsoft.com/office/drawing/2014/main" id="{A34A1021-0446-CDC2-3291-8D891B6A03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6467129" y="1859485"/>
            <a:ext cx="243419" cy="219052"/>
          </a:xfrm>
          <a:prstGeom prst="rect">
            <a:avLst/>
          </a:prstGeom>
        </p:spPr>
      </p:pic>
      <p:pic>
        <p:nvPicPr>
          <p:cNvPr id="129" name="Image 53">
            <a:extLst>
              <a:ext uri="{FF2B5EF4-FFF2-40B4-BE49-F238E27FC236}">
                <a16:creationId xmlns:a16="http://schemas.microsoft.com/office/drawing/2014/main" id="{C17C4DAE-5E85-6042-743D-3967E6748F0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2546794" y="1846786"/>
            <a:ext cx="243382" cy="243178"/>
          </a:xfrm>
          <a:prstGeom prst="rect">
            <a:avLst/>
          </a:prstGeom>
        </p:spPr>
      </p:pic>
      <p:pic>
        <p:nvPicPr>
          <p:cNvPr id="130" name="Image 54">
            <a:extLst>
              <a:ext uri="{FF2B5EF4-FFF2-40B4-BE49-F238E27FC236}">
                <a16:creationId xmlns:a16="http://schemas.microsoft.com/office/drawing/2014/main" id="{284B108C-DE37-DADA-8671-51584ECAB14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3503890" y="3872172"/>
            <a:ext cx="263536" cy="222224"/>
          </a:xfrm>
          <a:prstGeom prst="rect">
            <a:avLst/>
          </a:prstGeom>
        </p:spPr>
      </p:pic>
      <p:pic>
        <p:nvPicPr>
          <p:cNvPr id="131" name="Image 55">
            <a:extLst>
              <a:ext uri="{FF2B5EF4-FFF2-40B4-BE49-F238E27FC236}">
                <a16:creationId xmlns:a16="http://schemas.microsoft.com/office/drawing/2014/main" id="{21DC0899-B24A-7892-CD5B-9548BDC5697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3533513" y="3180112"/>
            <a:ext cx="204290" cy="247618"/>
          </a:xfrm>
          <a:prstGeom prst="rect">
            <a:avLst/>
          </a:prstGeom>
        </p:spPr>
      </p:pic>
      <p:pic>
        <p:nvPicPr>
          <p:cNvPr id="132" name="Image 56">
            <a:extLst>
              <a:ext uri="{FF2B5EF4-FFF2-40B4-BE49-F238E27FC236}">
                <a16:creationId xmlns:a16="http://schemas.microsoft.com/office/drawing/2014/main" id="{9BE05E03-A6B3-E29B-530B-A7A6011F00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8430268" y="1878532"/>
            <a:ext cx="254023" cy="177777"/>
          </a:xfrm>
          <a:prstGeom prst="rect">
            <a:avLst/>
          </a:prstGeom>
        </p:spPr>
      </p:pic>
      <p:pic>
        <p:nvPicPr>
          <p:cNvPr id="133" name="Image 57">
            <a:extLst>
              <a:ext uri="{FF2B5EF4-FFF2-40B4-BE49-F238E27FC236}">
                <a16:creationId xmlns:a16="http://schemas.microsoft.com/office/drawing/2014/main" id="{56B55029-B157-282D-B366-14B322FBCC0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10379850" y="5230895"/>
            <a:ext cx="243419" cy="253967"/>
          </a:xfrm>
          <a:prstGeom prst="rect">
            <a:avLst/>
          </a:prstGeom>
        </p:spPr>
      </p:pic>
      <p:pic>
        <p:nvPicPr>
          <p:cNvPr id="134" name="Image 58">
            <a:extLst>
              <a:ext uri="{FF2B5EF4-FFF2-40B4-BE49-F238E27FC236}">
                <a16:creationId xmlns:a16="http://schemas.microsoft.com/office/drawing/2014/main" id="{B6285568-70DE-0EF1-A6F3-EE70829096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10374561" y="5942003"/>
            <a:ext cx="253998" cy="253967"/>
          </a:xfrm>
          <a:prstGeom prst="rect">
            <a:avLst/>
          </a:prstGeom>
        </p:spPr>
      </p:pic>
      <p:pic>
        <p:nvPicPr>
          <p:cNvPr id="135" name="Image 59">
            <a:extLst>
              <a:ext uri="{FF2B5EF4-FFF2-40B4-BE49-F238E27FC236}">
                <a16:creationId xmlns:a16="http://schemas.microsoft.com/office/drawing/2014/main" id="{3C8DCA8B-7C43-5F3D-AC25-3822447B7DA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3511747" y="4526137"/>
            <a:ext cx="247822" cy="261882"/>
          </a:xfrm>
          <a:prstGeom prst="rect">
            <a:avLst/>
          </a:prstGeom>
        </p:spPr>
      </p:pic>
      <p:pic>
        <p:nvPicPr>
          <p:cNvPr id="136" name="Image 60">
            <a:extLst>
              <a:ext uri="{FF2B5EF4-FFF2-40B4-BE49-F238E27FC236}">
                <a16:creationId xmlns:a16="http://schemas.microsoft.com/office/drawing/2014/main" id="{DEFB4A83-FEA0-EC4F-B44B-36E2B48C9FD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9432651" y="1840437"/>
            <a:ext cx="203199" cy="253967"/>
          </a:xfrm>
          <a:prstGeom prst="rect">
            <a:avLst/>
          </a:prstGeom>
        </p:spPr>
      </p:pic>
      <p:pic>
        <p:nvPicPr>
          <p:cNvPr id="137" name="Image 61">
            <a:extLst>
              <a:ext uri="{FF2B5EF4-FFF2-40B4-BE49-F238E27FC236}">
                <a16:creationId xmlns:a16="http://schemas.microsoft.com/office/drawing/2014/main" id="{A2848330-7816-3B66-4234-27B18438502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3523077" y="2538846"/>
            <a:ext cx="225163" cy="234919"/>
          </a:xfrm>
          <a:prstGeom prst="rect">
            <a:avLst/>
          </a:prstGeom>
        </p:spPr>
      </p:pic>
      <p:pic>
        <p:nvPicPr>
          <p:cNvPr id="138" name="Image 62">
            <a:extLst>
              <a:ext uri="{FF2B5EF4-FFF2-40B4-BE49-F238E27FC236}">
                <a16:creationId xmlns:a16="http://schemas.microsoft.com/office/drawing/2014/main" id="{C401FF87-651F-9710-7081-E05410C2A8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2555904" y="3192811"/>
            <a:ext cx="225163" cy="220237"/>
          </a:xfrm>
          <a:prstGeom prst="rect">
            <a:avLst/>
          </a:prstGeom>
        </p:spPr>
      </p:pic>
      <p:pic>
        <p:nvPicPr>
          <p:cNvPr id="139" name="Image 63">
            <a:extLst>
              <a:ext uri="{FF2B5EF4-FFF2-40B4-BE49-F238E27FC236}">
                <a16:creationId xmlns:a16="http://schemas.microsoft.com/office/drawing/2014/main" id="{4517C8D8-C717-6A2B-DB72-043B33A7F45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9412540" y="3205509"/>
            <a:ext cx="243419" cy="194707"/>
          </a:xfrm>
          <a:prstGeom prst="rect">
            <a:avLst/>
          </a:prstGeom>
        </p:spPr>
      </p:pic>
      <p:pic>
        <p:nvPicPr>
          <p:cNvPr id="140" name="Image 64">
            <a:extLst>
              <a:ext uri="{FF2B5EF4-FFF2-40B4-BE49-F238E27FC236}">
                <a16:creationId xmlns:a16="http://schemas.microsoft.com/office/drawing/2014/main" id="{C42D9D26-2A2A-F653-C502-3C487582933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10379850" y="3859474"/>
            <a:ext cx="243419" cy="243386"/>
          </a:xfrm>
          <a:prstGeom prst="rect">
            <a:avLst/>
          </a:prstGeom>
        </p:spPr>
      </p:pic>
      <p:pic>
        <p:nvPicPr>
          <p:cNvPr id="141" name="Image 65">
            <a:extLst>
              <a:ext uri="{FF2B5EF4-FFF2-40B4-BE49-F238E27FC236}">
                <a16:creationId xmlns:a16="http://schemas.microsoft.com/office/drawing/2014/main" id="{6D707071-71F9-6C6D-8F3E-00FDAB2D36A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9436886" y="3859474"/>
            <a:ext cx="194728" cy="243343"/>
          </a:xfrm>
          <a:prstGeom prst="rect">
            <a:avLst/>
          </a:prstGeom>
        </p:spPr>
      </p:pic>
      <p:pic>
        <p:nvPicPr>
          <p:cNvPr id="142" name="Image 66">
            <a:extLst>
              <a:ext uri="{FF2B5EF4-FFF2-40B4-BE49-F238E27FC236}">
                <a16:creationId xmlns:a16="http://schemas.microsoft.com/office/drawing/2014/main" id="{AC2FD7A5-D78C-6E25-3F7B-CC55078EC6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10440708" y="3199160"/>
            <a:ext cx="121704" cy="209920"/>
          </a:xfrm>
          <a:prstGeom prst="rect">
            <a:avLst/>
          </a:prstGeom>
        </p:spPr>
      </p:pic>
      <p:pic>
        <p:nvPicPr>
          <p:cNvPr id="143" name="Image 67">
            <a:extLst>
              <a:ext uri="{FF2B5EF4-FFF2-40B4-BE49-F238E27FC236}">
                <a16:creationId xmlns:a16="http://schemas.microsoft.com/office/drawing/2014/main" id="{BE67DC68-E337-5753-80BB-CDC5A85F1DB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9412559" y="4545185"/>
            <a:ext cx="243382" cy="225148"/>
          </a:xfrm>
          <a:prstGeom prst="rect">
            <a:avLst/>
          </a:prstGeom>
        </p:spPr>
      </p:pic>
      <p:pic>
        <p:nvPicPr>
          <p:cNvPr id="144" name="Image 68">
            <a:extLst>
              <a:ext uri="{FF2B5EF4-FFF2-40B4-BE49-F238E27FC236}">
                <a16:creationId xmlns:a16="http://schemas.microsoft.com/office/drawing/2014/main" id="{256A504F-1BD4-D96A-85F3-810C9BAE7A6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10390435" y="2513449"/>
            <a:ext cx="222249" cy="222221"/>
          </a:xfrm>
          <a:prstGeom prst="rect">
            <a:avLst/>
          </a:prstGeom>
        </p:spPr>
      </p:pic>
      <p:pic>
        <p:nvPicPr>
          <p:cNvPr id="145" name="Image 69">
            <a:extLst>
              <a:ext uri="{FF2B5EF4-FFF2-40B4-BE49-F238E27FC236}">
                <a16:creationId xmlns:a16="http://schemas.microsoft.com/office/drawing/2014/main" id="{C69F46A5-7477-5FF1-0AFE-F736C6CE1B0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10374561" y="4545185"/>
            <a:ext cx="253998" cy="215872"/>
          </a:xfrm>
          <a:prstGeom prst="rect">
            <a:avLst/>
          </a:prstGeom>
        </p:spPr>
      </p:pic>
      <p:sp>
        <p:nvSpPr>
          <p:cNvPr id="146" name="Text Placeholder 3">
            <a:extLst>
              <a:ext uri="{FF2B5EF4-FFF2-40B4-BE49-F238E27FC236}">
                <a16:creationId xmlns:a16="http://schemas.microsoft.com/office/drawing/2014/main" id="{1CB20851-85E8-0A8E-629F-D73F35D07569}"/>
              </a:ext>
            </a:extLst>
          </p:cNvPr>
          <p:cNvSpPr txBox="1">
            <a:spLocks/>
          </p:cNvSpPr>
          <p:nvPr/>
        </p:nvSpPr>
        <p:spPr>
          <a:xfrm>
            <a:off x="9509260" y="1259568"/>
            <a:ext cx="1203401" cy="21041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0" cap="none" spc="-24" normalizeH="0" baseline="0" noProof="0">
                <a:ln>
                  <a:noFill/>
                </a:ln>
                <a:solidFill>
                  <a:srgbClr val="A6A6A6"/>
                </a:solidFill>
                <a:effectLst/>
                <a:uLnTx/>
                <a:uFillTx/>
                <a:latin typeface="Aptos" panose="020B0004020202020204" pitchFamily="34" charset="0"/>
                <a:ea typeface="+mn-ea"/>
                <a:cs typeface="+mn-cs"/>
                <a:hlinkClick r:id="rId73">
                  <a:extLst>
                    <a:ext uri="{A12FA001-AC4F-418D-AE19-62706E023703}">
                      <ahyp:hlinkClr xmlns:ahyp="http://schemas.microsoft.com/office/drawing/2018/hyperlinkcolor" val="tx"/>
                    </a:ext>
                  </a:extLst>
                </a:hlinkClick>
              </a:rPr>
              <a:t>Get more icons</a:t>
            </a:r>
            <a:endParaRPr kumimoji="0" lang="en-US" sz="1600" b="0" i="0" u="none" strike="noStrike" kern="1200" cap="none" spc="0" normalizeH="0" baseline="0" noProof="0">
              <a:ln>
                <a:noFill/>
              </a:ln>
              <a:solidFill>
                <a:srgbClr val="A6A6A6"/>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072313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526C73-0206-2349-0E92-830459B47E9D}"/>
              </a:ext>
            </a:extLst>
          </p:cNvPr>
          <p:cNvSpPr>
            <a:spLocks noGrp="1"/>
          </p:cNvSpPr>
          <p:nvPr>
            <p:ph type="body" sz="quarter" idx="16"/>
          </p:nvPr>
        </p:nvSpPr>
        <p:spPr/>
        <p:txBody>
          <a:bodyPr/>
          <a:lstStyle/>
          <a:p>
            <a:r>
              <a:rPr lang="en-US" dirty="0"/>
              <a:t>Your icon library</a:t>
            </a:r>
          </a:p>
        </p:txBody>
      </p:sp>
    </p:spTree>
    <p:extLst>
      <p:ext uri="{BB962C8B-B14F-4D97-AF65-F5344CB8AC3E}">
        <p14:creationId xmlns:p14="http://schemas.microsoft.com/office/powerpoint/2010/main" val="2625491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 Placeholder 1">
            <a:extLst>
              <a:ext uri="{FF2B5EF4-FFF2-40B4-BE49-F238E27FC236}">
                <a16:creationId xmlns:a16="http://schemas.microsoft.com/office/drawing/2014/main" id="{9A321DA5-4506-1ACB-BD55-01C243441F29}"/>
              </a:ext>
            </a:extLst>
          </p:cNvPr>
          <p:cNvSpPr txBox="1">
            <a:spLocks/>
          </p:cNvSpPr>
          <p:nvPr/>
        </p:nvSpPr>
        <p:spPr>
          <a:xfrm>
            <a:off x="529938" y="493988"/>
            <a:ext cx="4860301" cy="48306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999" kern="0" spc="-60" dirty="0">
                <a:latin typeface="+mj-lt"/>
              </a:rPr>
              <a:t>Your icon library</a:t>
            </a:r>
          </a:p>
        </p:txBody>
      </p:sp>
      <p:sp>
        <p:nvSpPr>
          <p:cNvPr id="54" name="Text Placeholder 3">
            <a:extLst>
              <a:ext uri="{FF2B5EF4-FFF2-40B4-BE49-F238E27FC236}">
                <a16:creationId xmlns:a16="http://schemas.microsoft.com/office/drawing/2014/main" id="{C010CD98-0AB7-F3A5-B3E4-ACFA1544B3C6}"/>
              </a:ext>
            </a:extLst>
          </p:cNvPr>
          <p:cNvSpPr txBox="1">
            <a:spLocks/>
          </p:cNvSpPr>
          <p:nvPr/>
        </p:nvSpPr>
        <p:spPr>
          <a:xfrm>
            <a:off x="524871" y="1074984"/>
            <a:ext cx="4438368" cy="6153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kern="0" spc="-24" dirty="0">
                <a:solidFill>
                  <a:schemeClr val="tx2"/>
                </a:solidFill>
              </a:rPr>
              <a:t>You can recolor these icons to match your theme.</a:t>
            </a:r>
            <a:br>
              <a:rPr lang="en-US" sz="1200" kern="0" spc="-24" dirty="0">
                <a:solidFill>
                  <a:schemeClr val="tx2"/>
                </a:solidFill>
              </a:rPr>
            </a:br>
            <a:r>
              <a:rPr lang="en-US" sz="1200" kern="0" spc="-24" dirty="0">
                <a:solidFill>
                  <a:schemeClr val="tx2"/>
                </a:solidFill>
              </a:rPr>
              <a:t>Avoid using the icons too large.</a:t>
            </a:r>
          </a:p>
          <a:p>
            <a:pPr marL="0" indent="0">
              <a:buNone/>
            </a:pPr>
            <a:endParaRPr lang="en-US" sz="1600" dirty="0">
              <a:solidFill>
                <a:schemeClr val="tx2"/>
              </a:solidFill>
            </a:endParaRPr>
          </a:p>
        </p:txBody>
      </p:sp>
      <p:pic>
        <p:nvPicPr>
          <p:cNvPr id="55" name="Image 0" descr=" ">
            <a:extLst>
              <a:ext uri="{FF2B5EF4-FFF2-40B4-BE49-F238E27FC236}">
                <a16:creationId xmlns:a16="http://schemas.microsoft.com/office/drawing/2014/main" id="{57A896A0-A042-7F02-3EEF-E065F1F762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2783" y="1862659"/>
            <a:ext cx="229573" cy="255046"/>
          </a:xfrm>
          <a:prstGeom prst="rect">
            <a:avLst/>
          </a:prstGeom>
        </p:spPr>
      </p:pic>
      <p:pic>
        <p:nvPicPr>
          <p:cNvPr id="56" name="Image 1" descr=" ">
            <a:extLst>
              <a:ext uri="{FF2B5EF4-FFF2-40B4-BE49-F238E27FC236}">
                <a16:creationId xmlns:a16="http://schemas.microsoft.com/office/drawing/2014/main" id="{DAD817D7-9698-C796-50F2-5D6F4EF3B1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39500" y="1875357"/>
            <a:ext cx="229573" cy="229541"/>
          </a:xfrm>
          <a:prstGeom prst="rect">
            <a:avLst/>
          </a:prstGeom>
        </p:spPr>
      </p:pic>
      <p:pic>
        <p:nvPicPr>
          <p:cNvPr id="57" name="Image 2" descr=" ">
            <a:extLst>
              <a:ext uri="{FF2B5EF4-FFF2-40B4-BE49-F238E27FC236}">
                <a16:creationId xmlns:a16="http://schemas.microsoft.com/office/drawing/2014/main" id="{6A402EB7-667E-6548-BC89-6382C9D42B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45970" y="1875357"/>
            <a:ext cx="229573" cy="229541"/>
          </a:xfrm>
          <a:prstGeom prst="rect">
            <a:avLst/>
          </a:prstGeom>
        </p:spPr>
      </p:pic>
      <p:pic>
        <p:nvPicPr>
          <p:cNvPr id="58" name="Image 3" descr=" ">
            <a:extLst>
              <a:ext uri="{FF2B5EF4-FFF2-40B4-BE49-F238E27FC236}">
                <a16:creationId xmlns:a16="http://schemas.microsoft.com/office/drawing/2014/main" id="{2F504CAD-E1F6-539B-992B-BB8F9E1B76C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5302" y="1862659"/>
            <a:ext cx="255078" cy="255046"/>
          </a:xfrm>
          <a:prstGeom prst="rect">
            <a:avLst/>
          </a:prstGeom>
        </p:spPr>
      </p:pic>
      <p:pic>
        <p:nvPicPr>
          <p:cNvPr id="59" name="Image 4" descr=" ">
            <a:extLst>
              <a:ext uri="{FF2B5EF4-FFF2-40B4-BE49-F238E27FC236}">
                <a16:creationId xmlns:a16="http://schemas.microsoft.com/office/drawing/2014/main" id="{32F0F266-A8FE-7E94-4C76-665D7679B96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03031" y="1862659"/>
            <a:ext cx="234353" cy="255086"/>
          </a:xfrm>
          <a:prstGeom prst="rect">
            <a:avLst/>
          </a:prstGeom>
        </p:spPr>
      </p:pic>
      <p:pic>
        <p:nvPicPr>
          <p:cNvPr id="60" name="Image 5" descr=" ">
            <a:extLst>
              <a:ext uri="{FF2B5EF4-FFF2-40B4-BE49-F238E27FC236}">
                <a16:creationId xmlns:a16="http://schemas.microsoft.com/office/drawing/2014/main" id="{C87A94A4-5487-5AA7-8760-571F0B607EF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61064" y="1856310"/>
            <a:ext cx="267834" cy="267800"/>
          </a:xfrm>
          <a:prstGeom prst="rect">
            <a:avLst/>
          </a:prstGeom>
        </p:spPr>
      </p:pic>
      <p:pic>
        <p:nvPicPr>
          <p:cNvPr id="61" name="Image 6" descr=" ">
            <a:extLst>
              <a:ext uri="{FF2B5EF4-FFF2-40B4-BE49-F238E27FC236}">
                <a16:creationId xmlns:a16="http://schemas.microsoft.com/office/drawing/2014/main" id="{6B61CE57-884C-E1CA-0F3B-4381C3F7957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63748" y="1862659"/>
            <a:ext cx="256355" cy="255046"/>
          </a:xfrm>
          <a:prstGeom prst="rect">
            <a:avLst/>
          </a:prstGeom>
        </p:spPr>
      </p:pic>
      <p:pic>
        <p:nvPicPr>
          <p:cNvPr id="62" name="Image 7" descr=" ">
            <a:extLst>
              <a:ext uri="{FF2B5EF4-FFF2-40B4-BE49-F238E27FC236}">
                <a16:creationId xmlns:a16="http://schemas.microsoft.com/office/drawing/2014/main" id="{9C4F3653-5EBE-594B-892A-D10F8113DF8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45457" y="1875357"/>
            <a:ext cx="229573" cy="229541"/>
          </a:xfrm>
          <a:prstGeom prst="rect">
            <a:avLst/>
          </a:prstGeom>
        </p:spPr>
      </p:pic>
      <p:pic>
        <p:nvPicPr>
          <p:cNvPr id="63" name="Image 8" descr=" ">
            <a:extLst>
              <a:ext uri="{FF2B5EF4-FFF2-40B4-BE49-F238E27FC236}">
                <a16:creationId xmlns:a16="http://schemas.microsoft.com/office/drawing/2014/main" id="{4DCC6C0B-79CD-5CDA-520A-3E7EC77BA3E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13299" y="1881706"/>
            <a:ext cx="248703" cy="210413"/>
          </a:xfrm>
          <a:prstGeom prst="rect">
            <a:avLst/>
          </a:prstGeom>
        </p:spPr>
      </p:pic>
      <p:pic>
        <p:nvPicPr>
          <p:cNvPr id="64" name="Image 9" descr=" ">
            <a:extLst>
              <a:ext uri="{FF2B5EF4-FFF2-40B4-BE49-F238E27FC236}">
                <a16:creationId xmlns:a16="http://schemas.microsoft.com/office/drawing/2014/main" id="{B467F6CD-3FD9-7F18-07C5-31B0650FE8A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82196" y="1862659"/>
            <a:ext cx="255078" cy="255046"/>
          </a:xfrm>
          <a:prstGeom prst="rect">
            <a:avLst/>
          </a:prstGeom>
        </p:spPr>
      </p:pic>
      <p:pic>
        <p:nvPicPr>
          <p:cNvPr id="65" name="Image 10" descr=" ">
            <a:extLst>
              <a:ext uri="{FF2B5EF4-FFF2-40B4-BE49-F238E27FC236}">
                <a16:creationId xmlns:a16="http://schemas.microsoft.com/office/drawing/2014/main" id="{882B50AF-C000-129C-6B52-320A34C408C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575539" y="2554719"/>
            <a:ext cx="204061" cy="255052"/>
          </a:xfrm>
          <a:prstGeom prst="rect">
            <a:avLst/>
          </a:prstGeom>
        </p:spPr>
      </p:pic>
      <p:pic>
        <p:nvPicPr>
          <p:cNvPr id="66" name="Image 11" descr=" ">
            <a:extLst>
              <a:ext uri="{FF2B5EF4-FFF2-40B4-BE49-F238E27FC236}">
                <a16:creationId xmlns:a16="http://schemas.microsoft.com/office/drawing/2014/main" id="{FC7922ED-D1FF-477F-C803-554E58AA19D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545233" y="2554719"/>
            <a:ext cx="218107" cy="256097"/>
          </a:xfrm>
          <a:prstGeom prst="rect">
            <a:avLst/>
          </a:prstGeom>
        </p:spPr>
      </p:pic>
      <p:pic>
        <p:nvPicPr>
          <p:cNvPr id="67" name="Image 12" descr=" ">
            <a:extLst>
              <a:ext uri="{FF2B5EF4-FFF2-40B4-BE49-F238E27FC236}">
                <a16:creationId xmlns:a16="http://schemas.microsoft.com/office/drawing/2014/main" id="{6617B0D0-F452-FD6B-22E3-231DD9A37DD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545970" y="2567417"/>
            <a:ext cx="229573" cy="229541"/>
          </a:xfrm>
          <a:prstGeom prst="rect">
            <a:avLst/>
          </a:prstGeom>
        </p:spPr>
      </p:pic>
      <p:pic>
        <p:nvPicPr>
          <p:cNvPr id="68" name="Image 13" descr=" ">
            <a:extLst>
              <a:ext uri="{FF2B5EF4-FFF2-40B4-BE49-F238E27FC236}">
                <a16:creationId xmlns:a16="http://schemas.microsoft.com/office/drawing/2014/main" id="{551C8D8C-5F6E-F03F-E3F5-BC5179DF757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03860" y="2548370"/>
            <a:ext cx="257961" cy="257929"/>
          </a:xfrm>
          <a:prstGeom prst="rect">
            <a:avLst/>
          </a:prstGeom>
        </p:spPr>
      </p:pic>
      <p:pic>
        <p:nvPicPr>
          <p:cNvPr id="69" name="Image 14" descr=" ">
            <a:extLst>
              <a:ext uri="{FF2B5EF4-FFF2-40B4-BE49-F238E27FC236}">
                <a16:creationId xmlns:a16="http://schemas.microsoft.com/office/drawing/2014/main" id="{8F702935-76C7-A939-55F2-34C16E8A942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493246" y="2554719"/>
            <a:ext cx="253924" cy="255071"/>
          </a:xfrm>
          <a:prstGeom prst="rect">
            <a:avLst/>
          </a:prstGeom>
        </p:spPr>
      </p:pic>
      <p:pic>
        <p:nvPicPr>
          <p:cNvPr id="70" name="Image 15" descr=" ">
            <a:extLst>
              <a:ext uri="{FF2B5EF4-FFF2-40B4-BE49-F238E27FC236}">
                <a16:creationId xmlns:a16="http://schemas.microsoft.com/office/drawing/2014/main" id="{342E7FC8-B159-4B8F-3EBE-482D1698895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461064" y="2561068"/>
            <a:ext cx="267834" cy="242260"/>
          </a:xfrm>
          <a:prstGeom prst="rect">
            <a:avLst/>
          </a:prstGeom>
        </p:spPr>
      </p:pic>
      <p:pic>
        <p:nvPicPr>
          <p:cNvPr id="71" name="Image 16" descr=" ">
            <a:extLst>
              <a:ext uri="{FF2B5EF4-FFF2-40B4-BE49-F238E27FC236}">
                <a16:creationId xmlns:a16="http://schemas.microsoft.com/office/drawing/2014/main" id="{93F3D684-F988-4F30-85EE-E8583325CB6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477105" y="2561068"/>
            <a:ext cx="229641" cy="242316"/>
          </a:xfrm>
          <a:prstGeom prst="rect">
            <a:avLst/>
          </a:prstGeom>
        </p:spPr>
      </p:pic>
      <p:pic>
        <p:nvPicPr>
          <p:cNvPr id="72" name="Image 17" descr=" ">
            <a:extLst>
              <a:ext uri="{FF2B5EF4-FFF2-40B4-BE49-F238E27FC236}">
                <a16:creationId xmlns:a16="http://schemas.microsoft.com/office/drawing/2014/main" id="{85638287-40E1-9187-5013-0A1B70014EC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445457" y="2567417"/>
            <a:ext cx="229573" cy="229541"/>
          </a:xfrm>
          <a:prstGeom prst="rect">
            <a:avLst/>
          </a:prstGeom>
        </p:spPr>
      </p:pic>
      <p:pic>
        <p:nvPicPr>
          <p:cNvPr id="73" name="Image 18" descr=" ">
            <a:extLst>
              <a:ext uri="{FF2B5EF4-FFF2-40B4-BE49-F238E27FC236}">
                <a16:creationId xmlns:a16="http://schemas.microsoft.com/office/drawing/2014/main" id="{D79A8532-E4FF-F980-9CBB-2BF72841783A}"/>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9422864" y="2567417"/>
            <a:ext cx="229573" cy="229541"/>
          </a:xfrm>
          <a:prstGeom prst="rect">
            <a:avLst/>
          </a:prstGeom>
        </p:spPr>
      </p:pic>
      <p:pic>
        <p:nvPicPr>
          <p:cNvPr id="74" name="Image 19" descr=" ">
            <a:extLst>
              <a:ext uri="{FF2B5EF4-FFF2-40B4-BE49-F238E27FC236}">
                <a16:creationId xmlns:a16="http://schemas.microsoft.com/office/drawing/2014/main" id="{08EB6D01-5A41-5FDA-5BA0-E11EC1EB586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10382177" y="2554719"/>
            <a:ext cx="255115" cy="255009"/>
          </a:xfrm>
          <a:prstGeom prst="rect">
            <a:avLst/>
          </a:prstGeom>
        </p:spPr>
      </p:pic>
      <p:pic>
        <p:nvPicPr>
          <p:cNvPr id="75" name="Image 20" descr=" ">
            <a:extLst>
              <a:ext uri="{FF2B5EF4-FFF2-40B4-BE49-F238E27FC236}">
                <a16:creationId xmlns:a16="http://schemas.microsoft.com/office/drawing/2014/main" id="{83FDD830-AD15-0500-2ECA-1C99F1FCF894}"/>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628143" y="3195986"/>
            <a:ext cx="98852" cy="255061"/>
          </a:xfrm>
          <a:prstGeom prst="rect">
            <a:avLst/>
          </a:prstGeom>
        </p:spPr>
      </p:pic>
      <p:pic>
        <p:nvPicPr>
          <p:cNvPr id="76" name="Image 21" descr=" ">
            <a:extLst>
              <a:ext uri="{FF2B5EF4-FFF2-40B4-BE49-F238E27FC236}">
                <a16:creationId xmlns:a16="http://schemas.microsoft.com/office/drawing/2014/main" id="{E3860B6A-204D-7039-4DF9-8F03CD4F55E2}"/>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520360" y="3189636"/>
            <a:ext cx="267852" cy="267540"/>
          </a:xfrm>
          <a:prstGeom prst="rect">
            <a:avLst/>
          </a:prstGeom>
        </p:spPr>
      </p:pic>
      <p:pic>
        <p:nvPicPr>
          <p:cNvPr id="77" name="Image 22" descr=" ">
            <a:extLst>
              <a:ext uri="{FF2B5EF4-FFF2-40B4-BE49-F238E27FC236}">
                <a16:creationId xmlns:a16="http://schemas.microsoft.com/office/drawing/2014/main" id="{FB65BBD5-CADE-644B-E381-CCBC6B44E0B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3533217" y="3202335"/>
            <a:ext cx="255078" cy="242295"/>
          </a:xfrm>
          <a:prstGeom prst="rect">
            <a:avLst/>
          </a:prstGeom>
        </p:spPr>
      </p:pic>
      <p:pic>
        <p:nvPicPr>
          <p:cNvPr id="78" name="Image 23" descr=" ">
            <a:extLst>
              <a:ext uri="{FF2B5EF4-FFF2-40B4-BE49-F238E27FC236}">
                <a16:creationId xmlns:a16="http://schemas.microsoft.com/office/drawing/2014/main" id="{4398DDFB-F7F1-310E-D50C-5F507EF7D88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4530826" y="3195986"/>
            <a:ext cx="204030" cy="255061"/>
          </a:xfrm>
          <a:prstGeom prst="rect">
            <a:avLst/>
          </a:prstGeom>
        </p:spPr>
      </p:pic>
      <p:pic>
        <p:nvPicPr>
          <p:cNvPr id="79" name="Image 24" descr=" ">
            <a:extLst>
              <a:ext uri="{FF2B5EF4-FFF2-40B4-BE49-F238E27FC236}">
                <a16:creationId xmlns:a16="http://schemas.microsoft.com/office/drawing/2014/main" id="{7DE6719D-B67F-E0BF-F091-A258106A1F99}"/>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5510671" y="3202335"/>
            <a:ext cx="219074" cy="243386"/>
          </a:xfrm>
          <a:prstGeom prst="rect">
            <a:avLst/>
          </a:prstGeom>
        </p:spPr>
      </p:pic>
      <p:pic>
        <p:nvPicPr>
          <p:cNvPr id="80" name="Image 25" descr=" ">
            <a:extLst>
              <a:ext uri="{FF2B5EF4-FFF2-40B4-BE49-F238E27FC236}">
                <a16:creationId xmlns:a16="http://schemas.microsoft.com/office/drawing/2014/main" id="{B3C1FE4F-E524-743B-BA15-E4372CE8494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461064" y="3195985"/>
            <a:ext cx="267834" cy="255046"/>
          </a:xfrm>
          <a:prstGeom prst="rect">
            <a:avLst/>
          </a:prstGeom>
        </p:spPr>
      </p:pic>
      <p:pic>
        <p:nvPicPr>
          <p:cNvPr id="81" name="Image 26" descr=" ">
            <a:extLst>
              <a:ext uri="{FF2B5EF4-FFF2-40B4-BE49-F238E27FC236}">
                <a16:creationId xmlns:a16="http://schemas.microsoft.com/office/drawing/2014/main" id="{56DB7061-7D7D-5682-8538-72F8E09DB305}"/>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7489895" y="3195985"/>
            <a:ext cx="204061" cy="255105"/>
          </a:xfrm>
          <a:prstGeom prst="rect">
            <a:avLst/>
          </a:prstGeom>
        </p:spPr>
      </p:pic>
      <p:pic>
        <p:nvPicPr>
          <p:cNvPr id="82" name="Image 27" descr=" ">
            <a:extLst>
              <a:ext uri="{FF2B5EF4-FFF2-40B4-BE49-F238E27FC236}">
                <a16:creationId xmlns:a16="http://schemas.microsoft.com/office/drawing/2014/main" id="{B9C9D69A-4199-BF23-CFB4-3C0767AB41C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432704" y="3195985"/>
            <a:ext cx="255078" cy="255046"/>
          </a:xfrm>
          <a:prstGeom prst="rect">
            <a:avLst/>
          </a:prstGeom>
        </p:spPr>
      </p:pic>
      <p:pic>
        <p:nvPicPr>
          <p:cNvPr id="83" name="Image 28" descr=" ">
            <a:extLst>
              <a:ext uri="{FF2B5EF4-FFF2-40B4-BE49-F238E27FC236}">
                <a16:creationId xmlns:a16="http://schemas.microsoft.com/office/drawing/2014/main" id="{C39796B5-9A7D-BBF3-0E8E-0C5D4492605B}"/>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9413751" y="3202335"/>
            <a:ext cx="247798" cy="247763"/>
          </a:xfrm>
          <a:prstGeom prst="rect">
            <a:avLst/>
          </a:prstGeom>
        </p:spPr>
      </p:pic>
      <p:pic>
        <p:nvPicPr>
          <p:cNvPr id="84" name="Image 29" descr=" ">
            <a:extLst>
              <a:ext uri="{FF2B5EF4-FFF2-40B4-BE49-F238E27FC236}">
                <a16:creationId xmlns:a16="http://schemas.microsoft.com/office/drawing/2014/main" id="{758636B8-4C78-65BB-9C3C-ADB362940996}"/>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0382196" y="3195985"/>
            <a:ext cx="255078" cy="255046"/>
          </a:xfrm>
          <a:prstGeom prst="rect">
            <a:avLst/>
          </a:prstGeom>
        </p:spPr>
      </p:pic>
      <p:pic>
        <p:nvPicPr>
          <p:cNvPr id="85" name="Image 30" descr=" ">
            <a:extLst>
              <a:ext uri="{FF2B5EF4-FFF2-40B4-BE49-F238E27FC236}">
                <a16:creationId xmlns:a16="http://schemas.microsoft.com/office/drawing/2014/main" id="{CEC4D037-B02A-CDC2-104E-0145B689A18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49392" y="3875347"/>
            <a:ext cx="256355" cy="255046"/>
          </a:xfrm>
          <a:prstGeom prst="rect">
            <a:avLst/>
          </a:prstGeom>
        </p:spPr>
      </p:pic>
      <p:pic>
        <p:nvPicPr>
          <p:cNvPr id="86" name="Image 31" descr=" ">
            <a:extLst>
              <a:ext uri="{FF2B5EF4-FFF2-40B4-BE49-F238E27FC236}">
                <a16:creationId xmlns:a16="http://schemas.microsoft.com/office/drawing/2014/main" id="{D853A0F0-5BBE-3320-90B7-2B19F4F0BBCF}"/>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520370" y="3868998"/>
            <a:ext cx="267834" cy="267800"/>
          </a:xfrm>
          <a:prstGeom prst="rect">
            <a:avLst/>
          </a:prstGeom>
        </p:spPr>
      </p:pic>
      <p:pic>
        <p:nvPicPr>
          <p:cNvPr id="87" name="Image 32" descr=" ">
            <a:extLst>
              <a:ext uri="{FF2B5EF4-FFF2-40B4-BE49-F238E27FC236}">
                <a16:creationId xmlns:a16="http://schemas.microsoft.com/office/drawing/2014/main" id="{F54146EC-A9E7-2AC5-5D2E-2EBB14E040C3}"/>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3539596" y="3875347"/>
            <a:ext cx="242322" cy="255046"/>
          </a:xfrm>
          <a:prstGeom prst="rect">
            <a:avLst/>
          </a:prstGeom>
        </p:spPr>
      </p:pic>
      <p:pic>
        <p:nvPicPr>
          <p:cNvPr id="88" name="Image 33" descr=" ">
            <a:extLst>
              <a:ext uri="{FF2B5EF4-FFF2-40B4-BE49-F238E27FC236}">
                <a16:creationId xmlns:a16="http://schemas.microsoft.com/office/drawing/2014/main" id="{9B2A2A91-7447-F16A-8DE1-53E9FA116C66}"/>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4505302" y="3875347"/>
            <a:ext cx="255078" cy="255046"/>
          </a:xfrm>
          <a:prstGeom prst="rect">
            <a:avLst/>
          </a:prstGeom>
        </p:spPr>
      </p:pic>
      <p:pic>
        <p:nvPicPr>
          <p:cNvPr id="89" name="Image 34" descr=" ">
            <a:extLst>
              <a:ext uri="{FF2B5EF4-FFF2-40B4-BE49-F238E27FC236}">
                <a16:creationId xmlns:a16="http://schemas.microsoft.com/office/drawing/2014/main" id="{3D02043D-A054-80AB-794A-C26F1AEBC577}"/>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5505422" y="3875347"/>
            <a:ext cx="229573" cy="255046"/>
          </a:xfrm>
          <a:prstGeom prst="rect">
            <a:avLst/>
          </a:prstGeom>
        </p:spPr>
      </p:pic>
      <p:pic>
        <p:nvPicPr>
          <p:cNvPr id="90" name="Image 35" descr=" ">
            <a:extLst>
              <a:ext uri="{FF2B5EF4-FFF2-40B4-BE49-F238E27FC236}">
                <a16:creationId xmlns:a16="http://schemas.microsoft.com/office/drawing/2014/main" id="{7D986F06-8EA8-DC3E-AFBA-8D4BAE7BB69B}"/>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6485450" y="3894395"/>
            <a:ext cx="219061" cy="219074"/>
          </a:xfrm>
          <a:prstGeom prst="rect">
            <a:avLst/>
          </a:prstGeom>
        </p:spPr>
      </p:pic>
      <p:pic>
        <p:nvPicPr>
          <p:cNvPr id="91" name="Image 36" descr=" ">
            <a:extLst>
              <a:ext uri="{FF2B5EF4-FFF2-40B4-BE49-F238E27FC236}">
                <a16:creationId xmlns:a16="http://schemas.microsoft.com/office/drawing/2014/main" id="{6C24AFE8-2C11-B0F2-CC23-324F41DB04D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7464386" y="3875347"/>
            <a:ext cx="255078" cy="255061"/>
          </a:xfrm>
          <a:prstGeom prst="rect">
            <a:avLst/>
          </a:prstGeom>
        </p:spPr>
      </p:pic>
      <p:pic>
        <p:nvPicPr>
          <p:cNvPr id="92" name="Image 37" descr=" ">
            <a:extLst>
              <a:ext uri="{FF2B5EF4-FFF2-40B4-BE49-F238E27FC236}">
                <a16:creationId xmlns:a16="http://schemas.microsoft.com/office/drawing/2014/main" id="{21587BB5-844B-E1A3-D072-73603E45CF24}"/>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8445457" y="3875347"/>
            <a:ext cx="229573" cy="255046"/>
          </a:xfrm>
          <a:prstGeom prst="rect">
            <a:avLst/>
          </a:prstGeom>
        </p:spPr>
      </p:pic>
      <p:pic>
        <p:nvPicPr>
          <p:cNvPr id="93" name="Image 38" descr=" ">
            <a:extLst>
              <a:ext uri="{FF2B5EF4-FFF2-40B4-BE49-F238E27FC236}">
                <a16:creationId xmlns:a16="http://schemas.microsoft.com/office/drawing/2014/main" id="{EB245DFB-2025-3B21-7236-4B351E1A73A6}"/>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9445186" y="3875347"/>
            <a:ext cx="184930" cy="255027"/>
          </a:xfrm>
          <a:prstGeom prst="rect">
            <a:avLst/>
          </a:prstGeom>
        </p:spPr>
      </p:pic>
      <p:pic>
        <p:nvPicPr>
          <p:cNvPr id="94" name="Image 39" descr=" ">
            <a:extLst>
              <a:ext uri="{FF2B5EF4-FFF2-40B4-BE49-F238E27FC236}">
                <a16:creationId xmlns:a16="http://schemas.microsoft.com/office/drawing/2014/main" id="{23460362-A367-F16E-3D65-FFC388676184}"/>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0407705" y="3881696"/>
            <a:ext cx="204061" cy="242295"/>
          </a:xfrm>
          <a:prstGeom prst="rect">
            <a:avLst/>
          </a:prstGeom>
        </p:spPr>
      </p:pic>
      <p:pic>
        <p:nvPicPr>
          <p:cNvPr id="95" name="Image 40" descr=" ">
            <a:extLst>
              <a:ext uri="{FF2B5EF4-FFF2-40B4-BE49-F238E27FC236}">
                <a16:creationId xmlns:a16="http://schemas.microsoft.com/office/drawing/2014/main" id="{70717659-69C1-CAD0-788F-B31EBC166AA0}"/>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550030" y="4548359"/>
            <a:ext cx="255078" cy="255046"/>
          </a:xfrm>
          <a:prstGeom prst="rect">
            <a:avLst/>
          </a:prstGeom>
        </p:spPr>
      </p:pic>
      <p:pic>
        <p:nvPicPr>
          <p:cNvPr id="96" name="Image 41" descr=" ">
            <a:extLst>
              <a:ext uri="{FF2B5EF4-FFF2-40B4-BE49-F238E27FC236}">
                <a16:creationId xmlns:a16="http://schemas.microsoft.com/office/drawing/2014/main" id="{6AC398B6-B282-E27B-702E-CE36C08B1F24}"/>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533126" y="4542010"/>
            <a:ext cx="242322" cy="267800"/>
          </a:xfrm>
          <a:prstGeom prst="rect">
            <a:avLst/>
          </a:prstGeom>
        </p:spPr>
      </p:pic>
      <p:pic>
        <p:nvPicPr>
          <p:cNvPr id="97" name="Image 42" descr=" ">
            <a:extLst>
              <a:ext uri="{FF2B5EF4-FFF2-40B4-BE49-F238E27FC236}">
                <a16:creationId xmlns:a16="http://schemas.microsoft.com/office/drawing/2014/main" id="{340B8DAC-37E3-BD99-D446-17102C38DA27}"/>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3533217" y="4548359"/>
            <a:ext cx="255078" cy="255046"/>
          </a:xfrm>
          <a:prstGeom prst="rect">
            <a:avLst/>
          </a:prstGeom>
        </p:spPr>
      </p:pic>
      <p:pic>
        <p:nvPicPr>
          <p:cNvPr id="98" name="Image 43" descr=" ">
            <a:extLst>
              <a:ext uri="{FF2B5EF4-FFF2-40B4-BE49-F238E27FC236}">
                <a16:creationId xmlns:a16="http://schemas.microsoft.com/office/drawing/2014/main" id="{6E8228B6-4717-EAA9-DCCE-D6F5949B4221}"/>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518055" y="4542010"/>
            <a:ext cx="229573" cy="267800"/>
          </a:xfrm>
          <a:prstGeom prst="rect">
            <a:avLst/>
          </a:prstGeom>
        </p:spPr>
      </p:pic>
      <p:pic>
        <p:nvPicPr>
          <p:cNvPr id="99" name="Image 44" descr=" ">
            <a:extLst>
              <a:ext uri="{FF2B5EF4-FFF2-40B4-BE49-F238E27FC236}">
                <a16:creationId xmlns:a16="http://schemas.microsoft.com/office/drawing/2014/main" id="{2F987472-CAD2-BC04-F46D-FBF66F3289A4}"/>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495857" y="4542010"/>
            <a:ext cx="248703" cy="264613"/>
          </a:xfrm>
          <a:prstGeom prst="rect">
            <a:avLst/>
          </a:prstGeom>
        </p:spPr>
      </p:pic>
      <p:pic>
        <p:nvPicPr>
          <p:cNvPr id="100" name="Image 45" descr=" ">
            <a:extLst>
              <a:ext uri="{FF2B5EF4-FFF2-40B4-BE49-F238E27FC236}">
                <a16:creationId xmlns:a16="http://schemas.microsoft.com/office/drawing/2014/main" id="{F91D4872-3CED-9F8F-6456-A7E35300745D}"/>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6467441" y="4548359"/>
            <a:ext cx="255078" cy="255046"/>
          </a:xfrm>
          <a:prstGeom prst="rect">
            <a:avLst/>
          </a:prstGeom>
        </p:spPr>
      </p:pic>
      <p:pic>
        <p:nvPicPr>
          <p:cNvPr id="101" name="Image 46" descr=" ">
            <a:extLst>
              <a:ext uri="{FF2B5EF4-FFF2-40B4-BE49-F238E27FC236}">
                <a16:creationId xmlns:a16="http://schemas.microsoft.com/office/drawing/2014/main" id="{BDFD563E-8F96-80A5-21C6-CF7C8FFC171D}"/>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7521778" y="4548359"/>
            <a:ext cx="140295" cy="255046"/>
          </a:xfrm>
          <a:prstGeom prst="rect">
            <a:avLst/>
          </a:prstGeom>
        </p:spPr>
      </p:pic>
      <p:pic>
        <p:nvPicPr>
          <p:cNvPr id="102" name="Image 47" descr=" ">
            <a:extLst>
              <a:ext uri="{FF2B5EF4-FFF2-40B4-BE49-F238E27FC236}">
                <a16:creationId xmlns:a16="http://schemas.microsoft.com/office/drawing/2014/main" id="{CBF106FD-8B19-5D5E-21A5-2407AEAD5A75}"/>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8438536" y="4548360"/>
            <a:ext cx="243413" cy="255554"/>
          </a:xfrm>
          <a:prstGeom prst="rect">
            <a:avLst/>
          </a:prstGeom>
        </p:spPr>
      </p:pic>
      <p:pic>
        <p:nvPicPr>
          <p:cNvPr id="103" name="Image 48" descr=" ">
            <a:extLst>
              <a:ext uri="{FF2B5EF4-FFF2-40B4-BE49-F238E27FC236}">
                <a16:creationId xmlns:a16="http://schemas.microsoft.com/office/drawing/2014/main" id="{233F1CEC-4C08-2AA6-3B02-7AA70B91F217}"/>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9415944" y="4548360"/>
            <a:ext cx="243413" cy="255554"/>
          </a:xfrm>
          <a:prstGeom prst="rect">
            <a:avLst/>
          </a:prstGeom>
        </p:spPr>
      </p:pic>
      <p:pic>
        <p:nvPicPr>
          <p:cNvPr id="104" name="Image 49" descr=" ">
            <a:extLst>
              <a:ext uri="{FF2B5EF4-FFF2-40B4-BE49-F238E27FC236}">
                <a16:creationId xmlns:a16="http://schemas.microsoft.com/office/drawing/2014/main" id="{7844DC51-C2D5-B4D0-0ECD-D01107976F25}"/>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0382196" y="4611851"/>
            <a:ext cx="255078" cy="127523"/>
          </a:xfrm>
          <a:prstGeom prst="rect">
            <a:avLst/>
          </a:prstGeom>
        </p:spPr>
      </p:pic>
      <p:pic>
        <p:nvPicPr>
          <p:cNvPr id="105" name="Image 50" descr=" ">
            <a:extLst>
              <a:ext uri="{FF2B5EF4-FFF2-40B4-BE49-F238E27FC236}">
                <a16:creationId xmlns:a16="http://schemas.microsoft.com/office/drawing/2014/main" id="{16FC1E4F-1656-78C7-51F7-C130F75FF1BC}"/>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1555844" y="5265816"/>
            <a:ext cx="243450" cy="226149"/>
          </a:xfrm>
          <a:prstGeom prst="rect">
            <a:avLst/>
          </a:prstGeom>
        </p:spPr>
      </p:pic>
      <p:pic>
        <p:nvPicPr>
          <p:cNvPr id="106" name="Image 51" descr=" ">
            <a:extLst>
              <a:ext uri="{FF2B5EF4-FFF2-40B4-BE49-F238E27FC236}">
                <a16:creationId xmlns:a16="http://schemas.microsoft.com/office/drawing/2014/main" id="{318ECB04-89A7-7BF1-0024-243C85B59B01}"/>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2511413" y="5265816"/>
            <a:ext cx="285748" cy="260316"/>
          </a:xfrm>
          <a:prstGeom prst="rect">
            <a:avLst/>
          </a:prstGeom>
        </p:spPr>
      </p:pic>
      <p:pic>
        <p:nvPicPr>
          <p:cNvPr id="107" name="Image 52" descr=" ">
            <a:extLst>
              <a:ext uri="{FF2B5EF4-FFF2-40B4-BE49-F238E27FC236}">
                <a16:creationId xmlns:a16="http://schemas.microsoft.com/office/drawing/2014/main" id="{000CA8AC-0ADD-A26B-97A4-A736B79DBD00}"/>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3527407" y="5265816"/>
            <a:ext cx="266699" cy="260316"/>
          </a:xfrm>
          <a:prstGeom prst="rect">
            <a:avLst/>
          </a:prstGeom>
        </p:spPr>
      </p:pic>
      <p:pic>
        <p:nvPicPr>
          <p:cNvPr id="108" name="Image 53" descr=" ">
            <a:extLst>
              <a:ext uri="{FF2B5EF4-FFF2-40B4-BE49-F238E27FC236}">
                <a16:creationId xmlns:a16="http://schemas.microsoft.com/office/drawing/2014/main" id="{3E5F9754-36C4-7516-B366-C77693998815}"/>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4537591" y="5265816"/>
            <a:ext cx="190499" cy="238094"/>
          </a:xfrm>
          <a:prstGeom prst="rect">
            <a:avLst/>
          </a:prstGeom>
        </p:spPr>
      </p:pic>
      <p:pic>
        <p:nvPicPr>
          <p:cNvPr id="109" name="Image 54" descr=" ">
            <a:extLst>
              <a:ext uri="{FF2B5EF4-FFF2-40B4-BE49-F238E27FC236}">
                <a16:creationId xmlns:a16="http://schemas.microsoft.com/office/drawing/2014/main" id="{27BAC80B-245B-2126-3908-8346ED25D730}"/>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5505909" y="5331292"/>
            <a:ext cx="228599" cy="148809"/>
          </a:xfrm>
          <a:prstGeom prst="rect">
            <a:avLst/>
          </a:prstGeom>
        </p:spPr>
      </p:pic>
      <p:pic>
        <p:nvPicPr>
          <p:cNvPr id="110" name="Image 55" descr=" ">
            <a:extLst>
              <a:ext uri="{FF2B5EF4-FFF2-40B4-BE49-F238E27FC236}">
                <a16:creationId xmlns:a16="http://schemas.microsoft.com/office/drawing/2014/main" id="{AF1A0FBA-2D7C-36F3-2BD9-FC1AAB7AEED6}"/>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5505909" y="5265816"/>
            <a:ext cx="228599" cy="47619"/>
          </a:xfrm>
          <a:prstGeom prst="rect">
            <a:avLst/>
          </a:prstGeom>
        </p:spPr>
      </p:pic>
      <p:pic>
        <p:nvPicPr>
          <p:cNvPr id="111" name="Image 56" descr=" ">
            <a:extLst>
              <a:ext uri="{FF2B5EF4-FFF2-40B4-BE49-F238E27FC236}">
                <a16:creationId xmlns:a16="http://schemas.microsoft.com/office/drawing/2014/main" id="{2995FA26-4EE6-3C1E-96C1-90A7D9EF16A9}"/>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5550359" y="5372958"/>
            <a:ext cx="139699" cy="130952"/>
          </a:xfrm>
          <a:prstGeom prst="rect">
            <a:avLst/>
          </a:prstGeom>
        </p:spPr>
      </p:pic>
      <p:pic>
        <p:nvPicPr>
          <p:cNvPr id="112" name="Image 57" descr=" ">
            <a:extLst>
              <a:ext uri="{FF2B5EF4-FFF2-40B4-BE49-F238E27FC236}">
                <a16:creationId xmlns:a16="http://schemas.microsoft.com/office/drawing/2014/main" id="{8D99772D-8F3A-2FB9-521D-F0B053BA9332}"/>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6473268" y="5265816"/>
            <a:ext cx="243426" cy="226190"/>
          </a:xfrm>
          <a:prstGeom prst="rect">
            <a:avLst/>
          </a:prstGeom>
        </p:spPr>
      </p:pic>
      <p:pic>
        <p:nvPicPr>
          <p:cNvPr id="113" name="Image 58" descr=" ">
            <a:extLst>
              <a:ext uri="{FF2B5EF4-FFF2-40B4-BE49-F238E27FC236}">
                <a16:creationId xmlns:a16="http://schemas.microsoft.com/office/drawing/2014/main" id="{42C9F9EC-9CB4-7115-90AA-827A731FFC00}"/>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7471276" y="5259467"/>
            <a:ext cx="241299" cy="250002"/>
          </a:xfrm>
          <a:prstGeom prst="rect">
            <a:avLst/>
          </a:prstGeom>
        </p:spPr>
      </p:pic>
      <p:pic>
        <p:nvPicPr>
          <p:cNvPr id="114" name="Image 59" descr=" ">
            <a:extLst>
              <a:ext uri="{FF2B5EF4-FFF2-40B4-BE49-F238E27FC236}">
                <a16:creationId xmlns:a16="http://schemas.microsoft.com/office/drawing/2014/main" id="{8B318B33-D437-0D21-D805-76E56B0A61CC}"/>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8441181" y="5284863"/>
            <a:ext cx="238124" cy="190534"/>
          </a:xfrm>
          <a:prstGeom prst="rect">
            <a:avLst/>
          </a:prstGeom>
        </p:spPr>
      </p:pic>
      <p:pic>
        <p:nvPicPr>
          <p:cNvPr id="115" name="Image 60" descr=" ">
            <a:extLst>
              <a:ext uri="{FF2B5EF4-FFF2-40B4-BE49-F238E27FC236}">
                <a16:creationId xmlns:a16="http://schemas.microsoft.com/office/drawing/2014/main" id="{A20CB785-F393-67A3-0267-F1FB7B21C046}"/>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9423351" y="5272165"/>
            <a:ext cx="228599" cy="214285"/>
          </a:xfrm>
          <a:prstGeom prst="rect">
            <a:avLst/>
          </a:prstGeom>
        </p:spPr>
      </p:pic>
      <p:pic>
        <p:nvPicPr>
          <p:cNvPr id="116" name="Image 61" descr=" ">
            <a:extLst>
              <a:ext uri="{FF2B5EF4-FFF2-40B4-BE49-F238E27FC236}">
                <a16:creationId xmlns:a16="http://schemas.microsoft.com/office/drawing/2014/main" id="{8E8115C1-6CCF-0BEC-942E-B2DB68DAB7AD}"/>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10394111" y="5253117"/>
            <a:ext cx="231247" cy="253967"/>
          </a:xfrm>
          <a:prstGeom prst="rect">
            <a:avLst/>
          </a:prstGeom>
        </p:spPr>
      </p:pic>
      <p:pic>
        <p:nvPicPr>
          <p:cNvPr id="117" name="Image 62" descr=" ">
            <a:extLst>
              <a:ext uri="{FF2B5EF4-FFF2-40B4-BE49-F238E27FC236}">
                <a16:creationId xmlns:a16="http://schemas.microsoft.com/office/drawing/2014/main" id="{63046763-A731-3CA0-D9D0-AB7442C25427}"/>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2528611" y="6008669"/>
            <a:ext cx="251351" cy="158732"/>
          </a:xfrm>
          <a:prstGeom prst="rect">
            <a:avLst/>
          </a:prstGeom>
        </p:spPr>
      </p:pic>
      <p:pic>
        <p:nvPicPr>
          <p:cNvPr id="118" name="Image 63" descr=" ">
            <a:extLst>
              <a:ext uri="{FF2B5EF4-FFF2-40B4-BE49-F238E27FC236}">
                <a16:creationId xmlns:a16="http://schemas.microsoft.com/office/drawing/2014/main" id="{B92ADD0F-C049-4F2D-0A93-2F9F6538D277}"/>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3581382" y="5957876"/>
            <a:ext cx="158749" cy="264548"/>
          </a:xfrm>
          <a:prstGeom prst="rect">
            <a:avLst/>
          </a:prstGeom>
        </p:spPr>
      </p:pic>
      <p:pic>
        <p:nvPicPr>
          <p:cNvPr id="119" name="Image 64" descr=" ">
            <a:extLst>
              <a:ext uri="{FF2B5EF4-FFF2-40B4-BE49-F238E27FC236}">
                <a16:creationId xmlns:a16="http://schemas.microsoft.com/office/drawing/2014/main" id="{7D91868F-DBB9-8397-F882-52F7B962236A}"/>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4500549" y="5976923"/>
            <a:ext cx="264584" cy="224928"/>
          </a:xfrm>
          <a:prstGeom prst="rect">
            <a:avLst/>
          </a:prstGeom>
        </p:spPr>
      </p:pic>
      <p:pic>
        <p:nvPicPr>
          <p:cNvPr id="120" name="Image 65" descr=" ">
            <a:extLst>
              <a:ext uri="{FF2B5EF4-FFF2-40B4-BE49-F238E27FC236}">
                <a16:creationId xmlns:a16="http://schemas.microsoft.com/office/drawing/2014/main" id="{9E620915-229B-F5C0-461F-9EB763A01626}"/>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1563270" y="6002320"/>
            <a:ext cx="228599" cy="177777"/>
          </a:xfrm>
          <a:prstGeom prst="rect">
            <a:avLst/>
          </a:prstGeom>
        </p:spPr>
      </p:pic>
      <p:pic>
        <p:nvPicPr>
          <p:cNvPr id="121" name="Image 66" descr=" ">
            <a:extLst>
              <a:ext uri="{FF2B5EF4-FFF2-40B4-BE49-F238E27FC236}">
                <a16:creationId xmlns:a16="http://schemas.microsoft.com/office/drawing/2014/main" id="{B5E237F8-40F1-F6CA-76CF-B18309CB5C0A}"/>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10404960" y="5976923"/>
            <a:ext cx="209549" cy="222221"/>
          </a:xfrm>
          <a:prstGeom prst="rect">
            <a:avLst/>
          </a:prstGeom>
        </p:spPr>
      </p:pic>
      <p:pic>
        <p:nvPicPr>
          <p:cNvPr id="122" name="Image 67" descr=" ">
            <a:extLst>
              <a:ext uri="{FF2B5EF4-FFF2-40B4-BE49-F238E27FC236}">
                <a16:creationId xmlns:a16="http://schemas.microsoft.com/office/drawing/2014/main" id="{6833E63E-0D92-B42E-6810-95C479D3DB19}"/>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7464927" y="5957876"/>
            <a:ext cx="253998" cy="266665"/>
          </a:xfrm>
          <a:prstGeom prst="rect">
            <a:avLst/>
          </a:prstGeom>
        </p:spPr>
      </p:pic>
      <p:pic>
        <p:nvPicPr>
          <p:cNvPr id="123" name="Image 68" descr=" ">
            <a:extLst>
              <a:ext uri="{FF2B5EF4-FFF2-40B4-BE49-F238E27FC236}">
                <a16:creationId xmlns:a16="http://schemas.microsoft.com/office/drawing/2014/main" id="{B086ADDE-523F-7C64-55DB-1AA68913FD93}"/>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6464806" y="5951527"/>
            <a:ext cx="260349" cy="273014"/>
          </a:xfrm>
          <a:prstGeom prst="rect">
            <a:avLst/>
          </a:prstGeom>
        </p:spPr>
      </p:pic>
      <p:pic>
        <p:nvPicPr>
          <p:cNvPr id="124" name="Image 69" descr=" ">
            <a:extLst>
              <a:ext uri="{FF2B5EF4-FFF2-40B4-BE49-F238E27FC236}">
                <a16:creationId xmlns:a16="http://schemas.microsoft.com/office/drawing/2014/main" id="{B56C70F6-6794-E2C1-A539-6F40372F93AF}"/>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5493209" y="5951527"/>
            <a:ext cx="253998" cy="273014"/>
          </a:xfrm>
          <a:prstGeom prst="rect">
            <a:avLst/>
          </a:prstGeom>
        </p:spPr>
      </p:pic>
      <p:pic>
        <p:nvPicPr>
          <p:cNvPr id="125" name="Image 70" descr=" ">
            <a:extLst>
              <a:ext uri="{FF2B5EF4-FFF2-40B4-BE49-F238E27FC236}">
                <a16:creationId xmlns:a16="http://schemas.microsoft.com/office/drawing/2014/main" id="{2DDD3A19-889C-34D4-DC0D-298C62705D41}"/>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9423351" y="5976923"/>
            <a:ext cx="228599" cy="228570"/>
          </a:xfrm>
          <a:prstGeom prst="rect">
            <a:avLst/>
          </a:prstGeom>
        </p:spPr>
      </p:pic>
      <p:pic>
        <p:nvPicPr>
          <p:cNvPr id="126" name="Image 71" descr=" ">
            <a:extLst>
              <a:ext uri="{FF2B5EF4-FFF2-40B4-BE49-F238E27FC236}">
                <a16:creationId xmlns:a16="http://schemas.microsoft.com/office/drawing/2014/main" id="{DFCE554A-C7D4-FA49-5551-6855AD1ADD8D}"/>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8449118" y="5976923"/>
            <a:ext cx="222249" cy="228570"/>
          </a:xfrm>
          <a:prstGeom prst="rect">
            <a:avLst/>
          </a:prstGeom>
        </p:spPr>
      </p:pic>
      <p:sp>
        <p:nvSpPr>
          <p:cNvPr id="127" name="Text Placeholder 3">
            <a:extLst>
              <a:ext uri="{FF2B5EF4-FFF2-40B4-BE49-F238E27FC236}">
                <a16:creationId xmlns:a16="http://schemas.microsoft.com/office/drawing/2014/main" id="{D6D9E1DA-8B74-2395-6E59-34D6DE0A382F}"/>
              </a:ext>
            </a:extLst>
          </p:cNvPr>
          <p:cNvSpPr txBox="1">
            <a:spLocks/>
          </p:cNvSpPr>
          <p:nvPr/>
        </p:nvSpPr>
        <p:spPr>
          <a:xfrm>
            <a:off x="9509260" y="1259568"/>
            <a:ext cx="1203401" cy="21041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sz="1200" kern="0" spc="-24">
                <a:solidFill>
                  <a:schemeClr val="tx2"/>
                </a:solidFill>
                <a:latin typeface="Aptos" panose="020B0004020202020204" pitchFamily="34" charset="0"/>
                <a:hlinkClick r:id="rId74">
                  <a:extLst>
                    <a:ext uri="{A12FA001-AC4F-418D-AE19-62706E023703}">
                      <ahyp:hlinkClr xmlns:ahyp="http://schemas.microsoft.com/office/drawing/2018/hyperlinkcolor" val="tx"/>
                    </a:ext>
                  </a:extLst>
                </a:hlinkClick>
              </a:rPr>
              <a:t>Get more icons</a:t>
            </a:r>
            <a:endParaRPr lang="en-US" sz="1600">
              <a:solidFill>
                <a:schemeClr val="tx2"/>
              </a:solidFill>
              <a:latin typeface="Aptos" panose="020B0004020202020204" pitchFamily="34" charset="0"/>
            </a:endParaRPr>
          </a:p>
        </p:txBody>
      </p:sp>
    </p:spTree>
    <p:extLst>
      <p:ext uri="{BB962C8B-B14F-4D97-AF65-F5344CB8AC3E}">
        <p14:creationId xmlns:p14="http://schemas.microsoft.com/office/powerpoint/2010/main" val="3612147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C5CFE-D2D0-28A3-B8BE-4E815B3B4432}"/>
            </a:ext>
          </a:extLst>
        </p:cNvPr>
        <p:cNvGrpSpPr/>
        <p:nvPr/>
      </p:nvGrpSpPr>
      <p:grpSpPr>
        <a:xfrm>
          <a:off x="0" y="0"/>
          <a:ext cx="0" cy="0"/>
          <a:chOff x="0" y="0"/>
          <a:chExt cx="0" cy="0"/>
        </a:xfrm>
      </p:grpSpPr>
      <p:sp>
        <p:nvSpPr>
          <p:cNvPr id="53" name="Text Placeholder 1">
            <a:extLst>
              <a:ext uri="{FF2B5EF4-FFF2-40B4-BE49-F238E27FC236}">
                <a16:creationId xmlns:a16="http://schemas.microsoft.com/office/drawing/2014/main" id="{5FDF1871-52B2-1A9C-7C8E-C106D4F33C85}"/>
              </a:ext>
            </a:extLst>
          </p:cNvPr>
          <p:cNvSpPr txBox="1">
            <a:spLocks/>
          </p:cNvSpPr>
          <p:nvPr/>
        </p:nvSpPr>
        <p:spPr>
          <a:xfrm>
            <a:off x="529938" y="493988"/>
            <a:ext cx="4860301" cy="48306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999" kern="0" spc="-60" dirty="0">
                <a:latin typeface="+mj-lt"/>
              </a:rPr>
              <a:t>Your icon library</a:t>
            </a:r>
          </a:p>
        </p:txBody>
      </p:sp>
      <p:sp>
        <p:nvSpPr>
          <p:cNvPr id="54" name="Text Placeholder 3">
            <a:extLst>
              <a:ext uri="{FF2B5EF4-FFF2-40B4-BE49-F238E27FC236}">
                <a16:creationId xmlns:a16="http://schemas.microsoft.com/office/drawing/2014/main" id="{0CB525A2-3309-9507-30FA-002270AF2A6D}"/>
              </a:ext>
            </a:extLst>
          </p:cNvPr>
          <p:cNvSpPr txBox="1">
            <a:spLocks/>
          </p:cNvSpPr>
          <p:nvPr/>
        </p:nvSpPr>
        <p:spPr>
          <a:xfrm>
            <a:off x="524871" y="1074984"/>
            <a:ext cx="4438368" cy="6153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kern="0" spc="-24" dirty="0">
                <a:solidFill>
                  <a:schemeClr val="tx2"/>
                </a:solidFill>
              </a:rPr>
              <a:t>You can recolor these icons to match your theme.</a:t>
            </a:r>
            <a:br>
              <a:rPr lang="en-US" sz="1200" kern="0" spc="-24" dirty="0">
                <a:solidFill>
                  <a:schemeClr val="tx2"/>
                </a:solidFill>
              </a:rPr>
            </a:br>
            <a:r>
              <a:rPr lang="en-US" sz="1200" kern="0" spc="-24" dirty="0">
                <a:solidFill>
                  <a:schemeClr val="tx2"/>
                </a:solidFill>
              </a:rPr>
              <a:t>Avoid using the icons too large.</a:t>
            </a:r>
          </a:p>
          <a:p>
            <a:pPr marL="0" indent="0">
              <a:buNone/>
            </a:pPr>
            <a:endParaRPr lang="en-US" sz="1600" dirty="0">
              <a:solidFill>
                <a:schemeClr val="tx2"/>
              </a:solidFill>
            </a:endParaRPr>
          </a:p>
        </p:txBody>
      </p:sp>
      <p:pic>
        <p:nvPicPr>
          <p:cNvPr id="2" name="Image 0" descr=" ">
            <a:extLst>
              <a:ext uri="{FF2B5EF4-FFF2-40B4-BE49-F238E27FC236}">
                <a16:creationId xmlns:a16="http://schemas.microsoft.com/office/drawing/2014/main" id="{20CD21AB-A1AB-1537-B925-921BDD0A74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9057" y="5948352"/>
            <a:ext cx="286015" cy="237273"/>
          </a:xfrm>
          <a:prstGeom prst="rect">
            <a:avLst/>
          </a:prstGeom>
        </p:spPr>
      </p:pic>
      <p:pic>
        <p:nvPicPr>
          <p:cNvPr id="3" name="Image 1" descr=" ">
            <a:extLst>
              <a:ext uri="{FF2B5EF4-FFF2-40B4-BE49-F238E27FC236}">
                <a16:creationId xmlns:a16="http://schemas.microsoft.com/office/drawing/2014/main" id="{D567B5DA-FE2E-AB08-0CB6-B8728D768D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54576" y="5942003"/>
            <a:ext cx="227817" cy="249469"/>
          </a:xfrm>
          <a:prstGeom prst="rect">
            <a:avLst/>
          </a:prstGeom>
        </p:spPr>
      </p:pic>
      <p:pic>
        <p:nvPicPr>
          <p:cNvPr id="4" name="Image 2" descr=" ">
            <a:extLst>
              <a:ext uri="{FF2B5EF4-FFF2-40B4-BE49-F238E27FC236}">
                <a16:creationId xmlns:a16="http://schemas.microsoft.com/office/drawing/2014/main" id="{C89B115D-7B05-C0B1-6CA5-F046853369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48979" y="5980098"/>
            <a:ext cx="173359" cy="173331"/>
          </a:xfrm>
          <a:prstGeom prst="rect">
            <a:avLst/>
          </a:prstGeom>
        </p:spPr>
      </p:pic>
      <p:pic>
        <p:nvPicPr>
          <p:cNvPr id="5" name="Image 3" descr=" ">
            <a:extLst>
              <a:ext uri="{FF2B5EF4-FFF2-40B4-BE49-F238E27FC236}">
                <a16:creationId xmlns:a16="http://schemas.microsoft.com/office/drawing/2014/main" id="{87A3FE6C-E02D-67EE-6B1E-E9428B8C938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34048" y="5948352"/>
            <a:ext cx="136785" cy="243386"/>
          </a:xfrm>
          <a:prstGeom prst="rect">
            <a:avLst/>
          </a:prstGeom>
        </p:spPr>
      </p:pic>
      <p:pic>
        <p:nvPicPr>
          <p:cNvPr id="6" name="Image 4" descr=" ">
            <a:extLst>
              <a:ext uri="{FF2B5EF4-FFF2-40B4-BE49-F238E27FC236}">
                <a16:creationId xmlns:a16="http://schemas.microsoft.com/office/drawing/2014/main" id="{F1406293-2AD3-54BA-98F7-59AF24D69B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78736" y="5999145"/>
            <a:ext cx="243419" cy="133863"/>
          </a:xfrm>
          <a:prstGeom prst="rect">
            <a:avLst/>
          </a:prstGeom>
        </p:spPr>
      </p:pic>
      <p:pic>
        <p:nvPicPr>
          <p:cNvPr id="7" name="Image 5" descr=" ">
            <a:extLst>
              <a:ext uri="{FF2B5EF4-FFF2-40B4-BE49-F238E27FC236}">
                <a16:creationId xmlns:a16="http://schemas.microsoft.com/office/drawing/2014/main" id="{602E0323-B4B2-CFAA-3ECD-92880633AA4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64488" y="5999145"/>
            <a:ext cx="248703" cy="133863"/>
          </a:xfrm>
          <a:prstGeom prst="rect">
            <a:avLst/>
          </a:prstGeom>
        </p:spPr>
      </p:pic>
      <p:pic>
        <p:nvPicPr>
          <p:cNvPr id="8" name="Image 6" descr=" ">
            <a:extLst>
              <a:ext uri="{FF2B5EF4-FFF2-40B4-BE49-F238E27FC236}">
                <a16:creationId xmlns:a16="http://schemas.microsoft.com/office/drawing/2014/main" id="{AB3AC9FA-95DB-AF01-3DB2-F7DC4DAC98C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12443" y="5948352"/>
            <a:ext cx="133883" cy="243386"/>
          </a:xfrm>
          <a:prstGeom prst="rect">
            <a:avLst/>
          </a:prstGeom>
        </p:spPr>
      </p:pic>
      <p:pic>
        <p:nvPicPr>
          <p:cNvPr id="9" name="Image 7" descr=" ">
            <a:extLst>
              <a:ext uri="{FF2B5EF4-FFF2-40B4-BE49-F238E27FC236}">
                <a16:creationId xmlns:a16="http://schemas.microsoft.com/office/drawing/2014/main" id="{9EE8CF41-6D0F-E4F0-9DFE-EA69BA04B89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72826" y="5980098"/>
            <a:ext cx="168907" cy="173331"/>
          </a:xfrm>
          <a:prstGeom prst="rect">
            <a:avLst/>
          </a:prstGeom>
        </p:spPr>
      </p:pic>
      <p:pic>
        <p:nvPicPr>
          <p:cNvPr id="10" name="Image 8" descr=" ">
            <a:extLst>
              <a:ext uri="{FF2B5EF4-FFF2-40B4-BE49-F238E27FC236}">
                <a16:creationId xmlns:a16="http://schemas.microsoft.com/office/drawing/2014/main" id="{9CBD2659-519E-1F1C-70FF-8B086BB0015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04442" y="5948352"/>
            <a:ext cx="259617" cy="241641"/>
          </a:xfrm>
          <a:prstGeom prst="rect">
            <a:avLst/>
          </a:prstGeom>
        </p:spPr>
      </p:pic>
      <p:pic>
        <p:nvPicPr>
          <p:cNvPr id="11" name="Image 9" descr=" ">
            <a:extLst>
              <a:ext uri="{FF2B5EF4-FFF2-40B4-BE49-F238E27FC236}">
                <a16:creationId xmlns:a16="http://schemas.microsoft.com/office/drawing/2014/main" id="{A8305612-A432-F5D2-0617-26D43E65613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50358" y="5249943"/>
            <a:ext cx="243413" cy="223808"/>
          </a:xfrm>
          <a:prstGeom prst="rect">
            <a:avLst/>
          </a:prstGeom>
        </p:spPr>
      </p:pic>
      <p:pic>
        <p:nvPicPr>
          <p:cNvPr id="12" name="Image 10" descr=" ">
            <a:extLst>
              <a:ext uri="{FF2B5EF4-FFF2-40B4-BE49-F238E27FC236}">
                <a16:creationId xmlns:a16="http://schemas.microsoft.com/office/drawing/2014/main" id="{0D9DB58E-86B6-08A2-6C34-FDA072F9F8B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528785" y="5249943"/>
            <a:ext cx="279399" cy="223808"/>
          </a:xfrm>
          <a:prstGeom prst="rect">
            <a:avLst/>
          </a:prstGeom>
        </p:spPr>
      </p:pic>
      <p:pic>
        <p:nvPicPr>
          <p:cNvPr id="13" name="Image 11" descr=" ">
            <a:extLst>
              <a:ext uri="{FF2B5EF4-FFF2-40B4-BE49-F238E27FC236}">
                <a16:creationId xmlns:a16="http://schemas.microsoft.com/office/drawing/2014/main" id="{894D2455-5ECE-BD40-9EA7-664771BCA43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16596" y="5237245"/>
            <a:ext cx="238124" cy="248675"/>
          </a:xfrm>
          <a:prstGeom prst="rect">
            <a:avLst/>
          </a:prstGeom>
        </p:spPr>
      </p:pic>
      <p:pic>
        <p:nvPicPr>
          <p:cNvPr id="14" name="Image 12" descr=" ">
            <a:extLst>
              <a:ext uri="{FF2B5EF4-FFF2-40B4-BE49-F238E27FC236}">
                <a16:creationId xmlns:a16="http://schemas.microsoft.com/office/drawing/2014/main" id="{D42E9927-7378-2A6C-9C8B-9721E37ED77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494491" y="5237245"/>
            <a:ext cx="215899" cy="248675"/>
          </a:xfrm>
          <a:prstGeom prst="rect">
            <a:avLst/>
          </a:prstGeom>
        </p:spPr>
      </p:pic>
      <p:pic>
        <p:nvPicPr>
          <p:cNvPr id="15" name="Image 13" descr=" ">
            <a:extLst>
              <a:ext uri="{FF2B5EF4-FFF2-40B4-BE49-F238E27FC236}">
                <a16:creationId xmlns:a16="http://schemas.microsoft.com/office/drawing/2014/main" id="{247C1835-CAEB-5D7A-E1E3-A779A81030F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478736" y="5237245"/>
            <a:ext cx="243419" cy="248675"/>
          </a:xfrm>
          <a:prstGeom prst="rect">
            <a:avLst/>
          </a:prstGeom>
        </p:spPr>
      </p:pic>
      <p:pic>
        <p:nvPicPr>
          <p:cNvPr id="16" name="Image 14" descr=" ">
            <a:extLst>
              <a:ext uri="{FF2B5EF4-FFF2-40B4-BE49-F238E27FC236}">
                <a16:creationId xmlns:a16="http://schemas.microsoft.com/office/drawing/2014/main" id="{3D8A9718-CC6C-1BF6-46FF-9476DF8342C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480889" y="5237245"/>
            <a:ext cx="215899" cy="248675"/>
          </a:xfrm>
          <a:prstGeom prst="rect">
            <a:avLst/>
          </a:prstGeom>
        </p:spPr>
      </p:pic>
      <p:pic>
        <p:nvPicPr>
          <p:cNvPr id="17" name="Image 15" descr=" ">
            <a:extLst>
              <a:ext uri="{FF2B5EF4-FFF2-40B4-BE49-F238E27FC236}">
                <a16:creationId xmlns:a16="http://schemas.microsoft.com/office/drawing/2014/main" id="{49CFA1E6-061D-1237-4E6F-2987DD2A809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478182" y="5237245"/>
            <a:ext cx="202405" cy="245262"/>
          </a:xfrm>
          <a:prstGeom prst="rect">
            <a:avLst/>
          </a:prstGeom>
        </p:spPr>
      </p:pic>
      <p:pic>
        <p:nvPicPr>
          <p:cNvPr id="18" name="Image 16" descr=" ">
            <a:extLst>
              <a:ext uri="{FF2B5EF4-FFF2-40B4-BE49-F238E27FC236}">
                <a16:creationId xmlns:a16="http://schemas.microsoft.com/office/drawing/2014/main" id="{ACB6BE5E-64B5-E30B-579F-12429D822DF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423930" y="5230895"/>
            <a:ext cx="266699" cy="254950"/>
          </a:xfrm>
          <a:prstGeom prst="rect">
            <a:avLst/>
          </a:prstGeom>
        </p:spPr>
      </p:pic>
      <p:pic>
        <p:nvPicPr>
          <p:cNvPr id="19" name="Image 17" descr=" ">
            <a:extLst>
              <a:ext uri="{FF2B5EF4-FFF2-40B4-BE49-F238E27FC236}">
                <a16:creationId xmlns:a16="http://schemas.microsoft.com/office/drawing/2014/main" id="{C2FE8EB1-9693-C589-E8AD-0001D335EAC9}"/>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437730" y="5256292"/>
            <a:ext cx="193041" cy="208252"/>
          </a:xfrm>
          <a:prstGeom prst="rect">
            <a:avLst/>
          </a:prstGeom>
        </p:spPr>
      </p:pic>
      <p:pic>
        <p:nvPicPr>
          <p:cNvPr id="20" name="Image 18" descr=" ">
            <a:extLst>
              <a:ext uri="{FF2B5EF4-FFF2-40B4-BE49-F238E27FC236}">
                <a16:creationId xmlns:a16="http://schemas.microsoft.com/office/drawing/2014/main" id="{5941C46A-292A-DF16-82E6-511F532AD04E}"/>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550358" y="1840437"/>
            <a:ext cx="243413" cy="248675"/>
          </a:xfrm>
          <a:prstGeom prst="rect">
            <a:avLst/>
          </a:prstGeom>
        </p:spPr>
      </p:pic>
      <p:pic>
        <p:nvPicPr>
          <p:cNvPr id="21" name="Image 19" descr=" ">
            <a:extLst>
              <a:ext uri="{FF2B5EF4-FFF2-40B4-BE49-F238E27FC236}">
                <a16:creationId xmlns:a16="http://schemas.microsoft.com/office/drawing/2014/main" id="{F025F30A-DCFB-0B80-58C6-1985219F22D4}"/>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450281" y="3903918"/>
            <a:ext cx="277116" cy="161904"/>
          </a:xfrm>
          <a:prstGeom prst="rect">
            <a:avLst/>
          </a:prstGeom>
        </p:spPr>
      </p:pic>
      <p:pic>
        <p:nvPicPr>
          <p:cNvPr id="22" name="Image 20" descr=" ">
            <a:extLst>
              <a:ext uri="{FF2B5EF4-FFF2-40B4-BE49-F238E27FC236}">
                <a16:creationId xmlns:a16="http://schemas.microsoft.com/office/drawing/2014/main" id="{7A3AB6B2-6F64-2A23-6138-BF1F85195EA3}"/>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474042" y="3878521"/>
            <a:ext cx="252808" cy="209523"/>
          </a:xfrm>
          <a:prstGeom prst="rect">
            <a:avLst/>
          </a:prstGeom>
        </p:spPr>
      </p:pic>
      <p:pic>
        <p:nvPicPr>
          <p:cNvPr id="23" name="Image 21" descr=" ">
            <a:extLst>
              <a:ext uri="{FF2B5EF4-FFF2-40B4-BE49-F238E27FC236}">
                <a16:creationId xmlns:a16="http://schemas.microsoft.com/office/drawing/2014/main" id="{A694DD5D-5BD9-4FC5-15E8-63E1CF2DD2A7}"/>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465262" y="4576930"/>
            <a:ext cx="247153" cy="161904"/>
          </a:xfrm>
          <a:prstGeom prst="rect">
            <a:avLst/>
          </a:prstGeom>
        </p:spPr>
      </p:pic>
      <p:pic>
        <p:nvPicPr>
          <p:cNvPr id="24" name="Image 22" descr=" ">
            <a:extLst>
              <a:ext uri="{FF2B5EF4-FFF2-40B4-BE49-F238E27FC236}">
                <a16:creationId xmlns:a16="http://schemas.microsoft.com/office/drawing/2014/main" id="{F2E108FF-D47B-400B-37F3-3D48D868F4F6}"/>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458140" y="2551544"/>
            <a:ext cx="242489" cy="209523"/>
          </a:xfrm>
          <a:prstGeom prst="rect">
            <a:avLst/>
          </a:prstGeom>
        </p:spPr>
      </p:pic>
      <p:pic>
        <p:nvPicPr>
          <p:cNvPr id="25" name="Image 23" descr=" ">
            <a:extLst>
              <a:ext uri="{FF2B5EF4-FFF2-40B4-BE49-F238E27FC236}">
                <a16:creationId xmlns:a16="http://schemas.microsoft.com/office/drawing/2014/main" id="{BD0ECC94-4B43-9E84-4FDC-CB256662942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8450006" y="3218208"/>
            <a:ext cx="214547" cy="162750"/>
          </a:xfrm>
          <a:prstGeom prst="rect">
            <a:avLst/>
          </a:prstGeom>
        </p:spPr>
      </p:pic>
      <p:pic>
        <p:nvPicPr>
          <p:cNvPr id="26" name="Image 24" descr=" ">
            <a:extLst>
              <a:ext uri="{FF2B5EF4-FFF2-40B4-BE49-F238E27FC236}">
                <a16:creationId xmlns:a16="http://schemas.microsoft.com/office/drawing/2014/main" id="{EE3C74D7-20CF-2C00-1D80-A42DF2D2DFE0}"/>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7450401" y="3199160"/>
            <a:ext cx="257967" cy="209523"/>
          </a:xfrm>
          <a:prstGeom prst="rect">
            <a:avLst/>
          </a:prstGeom>
        </p:spPr>
      </p:pic>
      <p:pic>
        <p:nvPicPr>
          <p:cNvPr id="27" name="Image 25" descr=" ">
            <a:extLst>
              <a:ext uri="{FF2B5EF4-FFF2-40B4-BE49-F238E27FC236}">
                <a16:creationId xmlns:a16="http://schemas.microsoft.com/office/drawing/2014/main" id="{C870FB3E-F6D1-CFAE-A6A8-67F402FBB5D9}"/>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8445367" y="4570582"/>
            <a:ext cx="223824" cy="161975"/>
          </a:xfrm>
          <a:prstGeom prst="rect">
            <a:avLst/>
          </a:prstGeom>
        </p:spPr>
      </p:pic>
      <p:pic>
        <p:nvPicPr>
          <p:cNvPr id="28" name="Image 26" descr=" ">
            <a:extLst>
              <a:ext uri="{FF2B5EF4-FFF2-40B4-BE49-F238E27FC236}">
                <a16:creationId xmlns:a16="http://schemas.microsoft.com/office/drawing/2014/main" id="{36C5AC47-BABA-7CEF-C3D0-16874AAA5521}"/>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428296" y="3878521"/>
            <a:ext cx="257967" cy="209523"/>
          </a:xfrm>
          <a:prstGeom prst="rect">
            <a:avLst/>
          </a:prstGeom>
        </p:spPr>
      </p:pic>
      <p:pic>
        <p:nvPicPr>
          <p:cNvPr id="29" name="Image 27" descr=" ">
            <a:extLst>
              <a:ext uri="{FF2B5EF4-FFF2-40B4-BE49-F238E27FC236}">
                <a16:creationId xmlns:a16="http://schemas.microsoft.com/office/drawing/2014/main" id="{2E5536EB-9EF0-8F0D-FAE0-CB864BB70E17}"/>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485846" y="3897569"/>
            <a:ext cx="233188" cy="165295"/>
          </a:xfrm>
          <a:prstGeom prst="rect">
            <a:avLst/>
          </a:prstGeom>
        </p:spPr>
      </p:pic>
      <p:pic>
        <p:nvPicPr>
          <p:cNvPr id="30" name="Image 28" descr=" ">
            <a:extLst>
              <a:ext uri="{FF2B5EF4-FFF2-40B4-BE49-F238E27FC236}">
                <a16:creationId xmlns:a16="http://schemas.microsoft.com/office/drawing/2014/main" id="{AA381CA5-01DD-1C11-C36E-187E502EFC5C}"/>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4478616" y="3192811"/>
            <a:ext cx="247649" cy="213888"/>
          </a:xfrm>
          <a:prstGeom prst="rect">
            <a:avLst/>
          </a:prstGeom>
        </p:spPr>
      </p:pic>
      <p:pic>
        <p:nvPicPr>
          <p:cNvPr id="31" name="Image 29" descr=" ">
            <a:extLst>
              <a:ext uri="{FF2B5EF4-FFF2-40B4-BE49-F238E27FC236}">
                <a16:creationId xmlns:a16="http://schemas.microsoft.com/office/drawing/2014/main" id="{15DF6B36-CE3B-AC87-BCC5-47BA0CA0AFCF}"/>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545066" y="4570582"/>
            <a:ext cx="253998" cy="163333"/>
          </a:xfrm>
          <a:prstGeom prst="rect">
            <a:avLst/>
          </a:prstGeom>
        </p:spPr>
      </p:pic>
      <p:pic>
        <p:nvPicPr>
          <p:cNvPr id="32" name="Image 30" descr=" ">
            <a:extLst>
              <a:ext uri="{FF2B5EF4-FFF2-40B4-BE49-F238E27FC236}">
                <a16:creationId xmlns:a16="http://schemas.microsoft.com/office/drawing/2014/main" id="{FD5D1182-6290-EBAD-3BD1-8DE33745E49C}"/>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539812" y="3865823"/>
            <a:ext cx="264504" cy="225582"/>
          </a:xfrm>
          <a:prstGeom prst="rect">
            <a:avLst/>
          </a:prstGeom>
        </p:spPr>
      </p:pic>
      <p:pic>
        <p:nvPicPr>
          <p:cNvPr id="33" name="Image 31" descr=" ">
            <a:extLst>
              <a:ext uri="{FF2B5EF4-FFF2-40B4-BE49-F238E27FC236}">
                <a16:creationId xmlns:a16="http://schemas.microsoft.com/office/drawing/2014/main" id="{4C46D977-817E-FE49-6833-AC697ADC7064}"/>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2560132" y="2545195"/>
            <a:ext cx="216705" cy="222209"/>
          </a:xfrm>
          <a:prstGeom prst="rect">
            <a:avLst/>
          </a:prstGeom>
        </p:spPr>
      </p:pic>
      <p:pic>
        <p:nvPicPr>
          <p:cNvPr id="34" name="Image 32" descr=" ">
            <a:extLst>
              <a:ext uri="{FF2B5EF4-FFF2-40B4-BE49-F238E27FC236}">
                <a16:creationId xmlns:a16="http://schemas.microsoft.com/office/drawing/2014/main" id="{9DD58E1F-F643-2F9F-E92A-D567F5B631DA}"/>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8447681" y="2576941"/>
            <a:ext cx="219198" cy="165692"/>
          </a:xfrm>
          <a:prstGeom prst="rect">
            <a:avLst/>
          </a:prstGeom>
        </p:spPr>
      </p:pic>
      <p:pic>
        <p:nvPicPr>
          <p:cNvPr id="35" name="Image 33" descr=" ">
            <a:extLst>
              <a:ext uri="{FF2B5EF4-FFF2-40B4-BE49-F238E27FC236}">
                <a16:creationId xmlns:a16="http://schemas.microsoft.com/office/drawing/2014/main" id="{35562B9D-AF8B-FB7D-7CB0-B022774393BE}"/>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7450401" y="3872172"/>
            <a:ext cx="257967" cy="213888"/>
          </a:xfrm>
          <a:prstGeom prst="rect">
            <a:avLst/>
          </a:prstGeom>
        </p:spPr>
      </p:pic>
      <p:pic>
        <p:nvPicPr>
          <p:cNvPr id="36" name="Image 34" descr=" ">
            <a:extLst>
              <a:ext uri="{FF2B5EF4-FFF2-40B4-BE49-F238E27FC236}">
                <a16:creationId xmlns:a16="http://schemas.microsoft.com/office/drawing/2014/main" id="{23EA500C-F36A-60DC-5F4D-6871C9A79394}"/>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9415343" y="2576941"/>
            <a:ext cx="237814" cy="165277"/>
          </a:xfrm>
          <a:prstGeom prst="rect">
            <a:avLst/>
          </a:prstGeom>
        </p:spPr>
      </p:pic>
      <p:pic>
        <p:nvPicPr>
          <p:cNvPr id="37" name="Image 35" descr=" ">
            <a:extLst>
              <a:ext uri="{FF2B5EF4-FFF2-40B4-BE49-F238E27FC236}">
                <a16:creationId xmlns:a16="http://schemas.microsoft.com/office/drawing/2014/main" id="{D80CE58E-15E0-E24B-CBCB-32E053BBB22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7450401" y="4545185"/>
            <a:ext cx="257967" cy="213888"/>
          </a:xfrm>
          <a:prstGeom prst="rect">
            <a:avLst/>
          </a:prstGeom>
        </p:spPr>
      </p:pic>
      <p:pic>
        <p:nvPicPr>
          <p:cNvPr id="38" name="Image 36" descr=" ">
            <a:extLst>
              <a:ext uri="{FF2B5EF4-FFF2-40B4-BE49-F238E27FC236}">
                <a16:creationId xmlns:a16="http://schemas.microsoft.com/office/drawing/2014/main" id="{3E52AE39-6C47-D3BE-80F1-ABE2DB70B515}"/>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550358" y="2532497"/>
            <a:ext cx="243413" cy="253967"/>
          </a:xfrm>
          <a:prstGeom prst="rect">
            <a:avLst/>
          </a:prstGeom>
        </p:spPr>
      </p:pic>
      <p:pic>
        <p:nvPicPr>
          <p:cNvPr id="39" name="Image 37" descr=" ">
            <a:extLst>
              <a:ext uri="{FF2B5EF4-FFF2-40B4-BE49-F238E27FC236}">
                <a16:creationId xmlns:a16="http://schemas.microsoft.com/office/drawing/2014/main" id="{02F7BC30-DAD8-D400-7363-42D07671BAAE}"/>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545066" y="3173763"/>
            <a:ext cx="253998" cy="253967"/>
          </a:xfrm>
          <a:prstGeom prst="rect">
            <a:avLst/>
          </a:prstGeom>
        </p:spPr>
      </p:pic>
      <p:pic>
        <p:nvPicPr>
          <p:cNvPr id="40" name="Image 38" descr=" ">
            <a:extLst>
              <a:ext uri="{FF2B5EF4-FFF2-40B4-BE49-F238E27FC236}">
                <a16:creationId xmlns:a16="http://schemas.microsoft.com/office/drawing/2014/main" id="{C2EB700F-C540-8254-F6C8-B2ABDA8AF6E2}"/>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6466918" y="2538846"/>
            <a:ext cx="243841" cy="243808"/>
          </a:xfrm>
          <a:prstGeom prst="rect">
            <a:avLst/>
          </a:prstGeom>
        </p:spPr>
      </p:pic>
      <p:pic>
        <p:nvPicPr>
          <p:cNvPr id="41" name="Image 39" descr=" ">
            <a:extLst>
              <a:ext uri="{FF2B5EF4-FFF2-40B4-BE49-F238E27FC236}">
                <a16:creationId xmlns:a16="http://schemas.microsoft.com/office/drawing/2014/main" id="{25197B50-596A-82CE-DA14-068EB93AFE88}"/>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5473608" y="4526137"/>
            <a:ext cx="253676" cy="259045"/>
          </a:xfrm>
          <a:prstGeom prst="rect">
            <a:avLst/>
          </a:prstGeom>
        </p:spPr>
      </p:pic>
      <p:pic>
        <p:nvPicPr>
          <p:cNvPr id="42" name="Image 40" descr=" ">
            <a:extLst>
              <a:ext uri="{FF2B5EF4-FFF2-40B4-BE49-F238E27FC236}">
                <a16:creationId xmlns:a16="http://schemas.microsoft.com/office/drawing/2014/main" id="{7BB81A88-D85A-B424-F274-22977D782B7E}"/>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10361860" y="1827738"/>
            <a:ext cx="279399" cy="279364"/>
          </a:xfrm>
          <a:prstGeom prst="rect">
            <a:avLst/>
          </a:prstGeom>
        </p:spPr>
      </p:pic>
      <p:pic>
        <p:nvPicPr>
          <p:cNvPr id="43" name="Image 41" descr=" ">
            <a:extLst>
              <a:ext uri="{FF2B5EF4-FFF2-40B4-BE49-F238E27FC236}">
                <a16:creationId xmlns:a16="http://schemas.microsoft.com/office/drawing/2014/main" id="{9BD25834-D7FB-FC88-3B8D-AB75E3C4F83B}"/>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541461" y="3872172"/>
            <a:ext cx="254048" cy="219589"/>
          </a:xfrm>
          <a:prstGeom prst="rect">
            <a:avLst/>
          </a:prstGeom>
        </p:spPr>
      </p:pic>
      <p:pic>
        <p:nvPicPr>
          <p:cNvPr id="44" name="Image 42" descr=" ">
            <a:extLst>
              <a:ext uri="{FF2B5EF4-FFF2-40B4-BE49-F238E27FC236}">
                <a16:creationId xmlns:a16="http://schemas.microsoft.com/office/drawing/2014/main" id="{9DD07866-2E2A-016C-61A7-4D0999B85614}"/>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7472229" y="1853135"/>
            <a:ext cx="214312" cy="228570"/>
          </a:xfrm>
          <a:prstGeom prst="rect">
            <a:avLst/>
          </a:prstGeom>
        </p:spPr>
      </p:pic>
      <p:pic>
        <p:nvPicPr>
          <p:cNvPr id="45" name="Image 43" descr=" ">
            <a:extLst>
              <a:ext uri="{FF2B5EF4-FFF2-40B4-BE49-F238E27FC236}">
                <a16:creationId xmlns:a16="http://schemas.microsoft.com/office/drawing/2014/main" id="{4165652C-47F3-2BF8-5ED3-2A874082B22D}"/>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4475473" y="2570592"/>
            <a:ext cx="253936" cy="177836"/>
          </a:xfrm>
          <a:prstGeom prst="rect">
            <a:avLst/>
          </a:prstGeom>
        </p:spPr>
      </p:pic>
      <p:pic>
        <p:nvPicPr>
          <p:cNvPr id="46" name="Image 44" descr=" ">
            <a:extLst>
              <a:ext uri="{FF2B5EF4-FFF2-40B4-BE49-F238E27FC236}">
                <a16:creationId xmlns:a16="http://schemas.microsoft.com/office/drawing/2014/main" id="{2D4EE92E-918A-E51B-3156-E7DC0CA327C0}"/>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5477335" y="2576941"/>
            <a:ext cx="246222" cy="160636"/>
          </a:xfrm>
          <a:prstGeom prst="rect">
            <a:avLst/>
          </a:prstGeom>
        </p:spPr>
      </p:pic>
      <p:pic>
        <p:nvPicPr>
          <p:cNvPr id="47" name="Image 45" descr=" ">
            <a:extLst>
              <a:ext uri="{FF2B5EF4-FFF2-40B4-BE49-F238E27FC236}">
                <a16:creationId xmlns:a16="http://schemas.microsoft.com/office/drawing/2014/main" id="{9A190BE2-1A9E-EAE8-5751-A90111C03F92}"/>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4478300" y="4545185"/>
            <a:ext cx="248281" cy="219046"/>
          </a:xfrm>
          <a:prstGeom prst="rect">
            <a:avLst/>
          </a:prstGeom>
        </p:spPr>
      </p:pic>
      <p:pic>
        <p:nvPicPr>
          <p:cNvPr id="48" name="Image 46" descr=" ">
            <a:extLst>
              <a:ext uri="{FF2B5EF4-FFF2-40B4-BE49-F238E27FC236}">
                <a16:creationId xmlns:a16="http://schemas.microsoft.com/office/drawing/2014/main" id="{8DA2A57F-A9CE-C7A9-75E9-45C3F565B365}"/>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5470904" y="3192811"/>
            <a:ext cx="259084" cy="219046"/>
          </a:xfrm>
          <a:prstGeom prst="rect">
            <a:avLst/>
          </a:prstGeom>
        </p:spPr>
      </p:pic>
      <p:pic>
        <p:nvPicPr>
          <p:cNvPr id="49" name="Image 47" descr=" ">
            <a:extLst>
              <a:ext uri="{FF2B5EF4-FFF2-40B4-BE49-F238E27FC236}">
                <a16:creationId xmlns:a16="http://schemas.microsoft.com/office/drawing/2014/main" id="{64619624-E203-3A9A-C9F1-E2EBA6E6B0AB}"/>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6462001" y="3192811"/>
            <a:ext cx="253676" cy="219046"/>
          </a:xfrm>
          <a:prstGeom prst="rect">
            <a:avLst/>
          </a:prstGeom>
        </p:spPr>
      </p:pic>
      <p:pic>
        <p:nvPicPr>
          <p:cNvPr id="50" name="Image 48" descr=" ">
            <a:extLst>
              <a:ext uri="{FF2B5EF4-FFF2-40B4-BE49-F238E27FC236}">
                <a16:creationId xmlns:a16="http://schemas.microsoft.com/office/drawing/2014/main" id="{BCDDE143-AF7D-A6B8-6B1E-0C0680BDC5F6}"/>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3523740" y="1859485"/>
            <a:ext cx="223836" cy="219046"/>
          </a:xfrm>
          <a:prstGeom prst="rect">
            <a:avLst/>
          </a:prstGeom>
        </p:spPr>
      </p:pic>
      <p:pic>
        <p:nvPicPr>
          <p:cNvPr id="51" name="Image 49" descr=" ">
            <a:extLst>
              <a:ext uri="{FF2B5EF4-FFF2-40B4-BE49-F238E27FC236}">
                <a16:creationId xmlns:a16="http://schemas.microsoft.com/office/drawing/2014/main" id="{7B31B98C-1A6C-54A5-F2D4-FA5A5F068A41}"/>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4478089" y="1846786"/>
            <a:ext cx="248703" cy="243386"/>
          </a:xfrm>
          <a:prstGeom prst="rect">
            <a:avLst/>
          </a:prstGeom>
        </p:spPr>
      </p:pic>
      <p:pic>
        <p:nvPicPr>
          <p:cNvPr id="52" name="Image 50" descr=" ">
            <a:extLst>
              <a:ext uri="{FF2B5EF4-FFF2-40B4-BE49-F238E27FC236}">
                <a16:creationId xmlns:a16="http://schemas.microsoft.com/office/drawing/2014/main" id="{2E53C0A3-9CA5-C0BA-24E1-C3DD0FDB9483}"/>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2550359" y="4545185"/>
            <a:ext cx="236251" cy="219065"/>
          </a:xfrm>
          <a:prstGeom prst="rect">
            <a:avLst/>
          </a:prstGeom>
        </p:spPr>
      </p:pic>
      <p:pic>
        <p:nvPicPr>
          <p:cNvPr id="127" name="Image 51" descr=" ">
            <a:extLst>
              <a:ext uri="{FF2B5EF4-FFF2-40B4-BE49-F238E27FC236}">
                <a16:creationId xmlns:a16="http://schemas.microsoft.com/office/drawing/2014/main" id="{5AA618EE-0C0C-10ED-21C2-AF9C862BBE3F}"/>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5488528" y="1846786"/>
            <a:ext cx="223836" cy="243386"/>
          </a:xfrm>
          <a:prstGeom prst="rect">
            <a:avLst/>
          </a:prstGeom>
        </p:spPr>
      </p:pic>
      <p:pic>
        <p:nvPicPr>
          <p:cNvPr id="128" name="Image 52" descr=" ">
            <a:extLst>
              <a:ext uri="{FF2B5EF4-FFF2-40B4-BE49-F238E27FC236}">
                <a16:creationId xmlns:a16="http://schemas.microsoft.com/office/drawing/2014/main" id="{932AAF9C-B84C-86A5-8F85-D22F2EBC57FB}"/>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6467129" y="1859485"/>
            <a:ext cx="243419" cy="219052"/>
          </a:xfrm>
          <a:prstGeom prst="rect">
            <a:avLst/>
          </a:prstGeom>
        </p:spPr>
      </p:pic>
      <p:pic>
        <p:nvPicPr>
          <p:cNvPr id="129" name="Image 53" descr=" ">
            <a:extLst>
              <a:ext uri="{FF2B5EF4-FFF2-40B4-BE49-F238E27FC236}">
                <a16:creationId xmlns:a16="http://schemas.microsoft.com/office/drawing/2014/main" id="{C1D7E1F9-6096-3EBC-9B3D-E178BC4B8E67}"/>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2546794" y="1846786"/>
            <a:ext cx="243382" cy="243178"/>
          </a:xfrm>
          <a:prstGeom prst="rect">
            <a:avLst/>
          </a:prstGeom>
        </p:spPr>
      </p:pic>
      <p:pic>
        <p:nvPicPr>
          <p:cNvPr id="130" name="Image 54" descr=" ">
            <a:extLst>
              <a:ext uri="{FF2B5EF4-FFF2-40B4-BE49-F238E27FC236}">
                <a16:creationId xmlns:a16="http://schemas.microsoft.com/office/drawing/2014/main" id="{F3FBC8C8-0F22-F67E-34B2-AF47D48A0A43}"/>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3503890" y="3872172"/>
            <a:ext cx="263536" cy="222224"/>
          </a:xfrm>
          <a:prstGeom prst="rect">
            <a:avLst/>
          </a:prstGeom>
        </p:spPr>
      </p:pic>
      <p:pic>
        <p:nvPicPr>
          <p:cNvPr id="131" name="Image 55" descr=" ">
            <a:extLst>
              <a:ext uri="{FF2B5EF4-FFF2-40B4-BE49-F238E27FC236}">
                <a16:creationId xmlns:a16="http://schemas.microsoft.com/office/drawing/2014/main" id="{AA54C8C2-4FA3-942F-FB6B-3658E4FB1A57}"/>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3533513" y="3180112"/>
            <a:ext cx="204290" cy="247618"/>
          </a:xfrm>
          <a:prstGeom prst="rect">
            <a:avLst/>
          </a:prstGeom>
        </p:spPr>
      </p:pic>
      <p:pic>
        <p:nvPicPr>
          <p:cNvPr id="132" name="Image 56" descr=" ">
            <a:extLst>
              <a:ext uri="{FF2B5EF4-FFF2-40B4-BE49-F238E27FC236}">
                <a16:creationId xmlns:a16="http://schemas.microsoft.com/office/drawing/2014/main" id="{E562ED5D-FFE6-7E40-23D3-3AD491224179}"/>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8430268" y="1878532"/>
            <a:ext cx="254023" cy="177777"/>
          </a:xfrm>
          <a:prstGeom prst="rect">
            <a:avLst/>
          </a:prstGeom>
        </p:spPr>
      </p:pic>
      <p:pic>
        <p:nvPicPr>
          <p:cNvPr id="133" name="Image 57" descr=" ">
            <a:extLst>
              <a:ext uri="{FF2B5EF4-FFF2-40B4-BE49-F238E27FC236}">
                <a16:creationId xmlns:a16="http://schemas.microsoft.com/office/drawing/2014/main" id="{F126DE2C-54CE-AD97-6731-BDE6C4A28C89}"/>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10379850" y="5230895"/>
            <a:ext cx="243419" cy="253967"/>
          </a:xfrm>
          <a:prstGeom prst="rect">
            <a:avLst/>
          </a:prstGeom>
        </p:spPr>
      </p:pic>
      <p:pic>
        <p:nvPicPr>
          <p:cNvPr id="134" name="Image 58" descr=" ">
            <a:extLst>
              <a:ext uri="{FF2B5EF4-FFF2-40B4-BE49-F238E27FC236}">
                <a16:creationId xmlns:a16="http://schemas.microsoft.com/office/drawing/2014/main" id="{2FF1BDFF-8476-A738-1B8C-EA4957238EE1}"/>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10374561" y="5942003"/>
            <a:ext cx="253998" cy="253967"/>
          </a:xfrm>
          <a:prstGeom prst="rect">
            <a:avLst/>
          </a:prstGeom>
        </p:spPr>
      </p:pic>
      <p:pic>
        <p:nvPicPr>
          <p:cNvPr id="135" name="Image 59" descr=" ">
            <a:extLst>
              <a:ext uri="{FF2B5EF4-FFF2-40B4-BE49-F238E27FC236}">
                <a16:creationId xmlns:a16="http://schemas.microsoft.com/office/drawing/2014/main" id="{103A36D9-C33B-B390-C672-7186C67CA3C5}"/>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3511747" y="4526137"/>
            <a:ext cx="247822" cy="261882"/>
          </a:xfrm>
          <a:prstGeom prst="rect">
            <a:avLst/>
          </a:prstGeom>
        </p:spPr>
      </p:pic>
      <p:pic>
        <p:nvPicPr>
          <p:cNvPr id="136" name="Image 60" descr=" ">
            <a:extLst>
              <a:ext uri="{FF2B5EF4-FFF2-40B4-BE49-F238E27FC236}">
                <a16:creationId xmlns:a16="http://schemas.microsoft.com/office/drawing/2014/main" id="{3934AB54-B28B-04B2-FB03-E44AEA23791E}"/>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9432651" y="1840437"/>
            <a:ext cx="203199" cy="253967"/>
          </a:xfrm>
          <a:prstGeom prst="rect">
            <a:avLst/>
          </a:prstGeom>
        </p:spPr>
      </p:pic>
      <p:pic>
        <p:nvPicPr>
          <p:cNvPr id="137" name="Image 61" descr=" ">
            <a:extLst>
              <a:ext uri="{FF2B5EF4-FFF2-40B4-BE49-F238E27FC236}">
                <a16:creationId xmlns:a16="http://schemas.microsoft.com/office/drawing/2014/main" id="{D3C58388-FA73-A768-E205-0672FF92926A}"/>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3523077" y="2538846"/>
            <a:ext cx="225163" cy="234919"/>
          </a:xfrm>
          <a:prstGeom prst="rect">
            <a:avLst/>
          </a:prstGeom>
        </p:spPr>
      </p:pic>
      <p:pic>
        <p:nvPicPr>
          <p:cNvPr id="138" name="Image 62" descr=" ">
            <a:extLst>
              <a:ext uri="{FF2B5EF4-FFF2-40B4-BE49-F238E27FC236}">
                <a16:creationId xmlns:a16="http://schemas.microsoft.com/office/drawing/2014/main" id="{1812FB8A-2BE3-06BB-7568-9B245579C04F}"/>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2555904" y="3192811"/>
            <a:ext cx="225163" cy="220237"/>
          </a:xfrm>
          <a:prstGeom prst="rect">
            <a:avLst/>
          </a:prstGeom>
        </p:spPr>
      </p:pic>
      <p:pic>
        <p:nvPicPr>
          <p:cNvPr id="139" name="Image 63" descr=" ">
            <a:extLst>
              <a:ext uri="{FF2B5EF4-FFF2-40B4-BE49-F238E27FC236}">
                <a16:creationId xmlns:a16="http://schemas.microsoft.com/office/drawing/2014/main" id="{716ADF27-FFD5-8581-689D-F4AE17ED4774}"/>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9412540" y="3205509"/>
            <a:ext cx="243419" cy="194707"/>
          </a:xfrm>
          <a:prstGeom prst="rect">
            <a:avLst/>
          </a:prstGeom>
        </p:spPr>
      </p:pic>
      <p:pic>
        <p:nvPicPr>
          <p:cNvPr id="140" name="Image 64" descr=" ">
            <a:extLst>
              <a:ext uri="{FF2B5EF4-FFF2-40B4-BE49-F238E27FC236}">
                <a16:creationId xmlns:a16="http://schemas.microsoft.com/office/drawing/2014/main" id="{D314B188-8C51-FF42-1D61-73CC11B1582E}"/>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10379850" y="3859474"/>
            <a:ext cx="243419" cy="243386"/>
          </a:xfrm>
          <a:prstGeom prst="rect">
            <a:avLst/>
          </a:prstGeom>
        </p:spPr>
      </p:pic>
      <p:pic>
        <p:nvPicPr>
          <p:cNvPr id="141" name="Image 65" descr=" ">
            <a:extLst>
              <a:ext uri="{FF2B5EF4-FFF2-40B4-BE49-F238E27FC236}">
                <a16:creationId xmlns:a16="http://schemas.microsoft.com/office/drawing/2014/main" id="{C2030BF2-6F89-DFF1-E510-5BB6B6AAA143}"/>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9436886" y="3859474"/>
            <a:ext cx="194728" cy="243343"/>
          </a:xfrm>
          <a:prstGeom prst="rect">
            <a:avLst/>
          </a:prstGeom>
        </p:spPr>
      </p:pic>
      <p:pic>
        <p:nvPicPr>
          <p:cNvPr id="142" name="Image 66" descr=" ">
            <a:extLst>
              <a:ext uri="{FF2B5EF4-FFF2-40B4-BE49-F238E27FC236}">
                <a16:creationId xmlns:a16="http://schemas.microsoft.com/office/drawing/2014/main" id="{CD1609FD-1280-60C6-EBD0-027115242F94}"/>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10440708" y="3199160"/>
            <a:ext cx="121704" cy="209920"/>
          </a:xfrm>
          <a:prstGeom prst="rect">
            <a:avLst/>
          </a:prstGeom>
        </p:spPr>
      </p:pic>
      <p:pic>
        <p:nvPicPr>
          <p:cNvPr id="143" name="Image 67" descr=" ">
            <a:extLst>
              <a:ext uri="{FF2B5EF4-FFF2-40B4-BE49-F238E27FC236}">
                <a16:creationId xmlns:a16="http://schemas.microsoft.com/office/drawing/2014/main" id="{871DB092-A79E-A9C3-C2DF-7756A28472C0}"/>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9412559" y="4545185"/>
            <a:ext cx="243382" cy="225148"/>
          </a:xfrm>
          <a:prstGeom prst="rect">
            <a:avLst/>
          </a:prstGeom>
        </p:spPr>
      </p:pic>
      <p:pic>
        <p:nvPicPr>
          <p:cNvPr id="144" name="Image 68" descr=" ">
            <a:extLst>
              <a:ext uri="{FF2B5EF4-FFF2-40B4-BE49-F238E27FC236}">
                <a16:creationId xmlns:a16="http://schemas.microsoft.com/office/drawing/2014/main" id="{829FAFDE-CF22-CE9B-F809-E0FE9EFDD2B7}"/>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10390435" y="2513449"/>
            <a:ext cx="222249" cy="222221"/>
          </a:xfrm>
          <a:prstGeom prst="rect">
            <a:avLst/>
          </a:prstGeom>
        </p:spPr>
      </p:pic>
      <p:pic>
        <p:nvPicPr>
          <p:cNvPr id="145" name="Image 69" descr=" ">
            <a:extLst>
              <a:ext uri="{FF2B5EF4-FFF2-40B4-BE49-F238E27FC236}">
                <a16:creationId xmlns:a16="http://schemas.microsoft.com/office/drawing/2014/main" id="{2A6760C2-778B-82E2-C823-DAF7520477A5}"/>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10374561" y="4545185"/>
            <a:ext cx="253998" cy="215872"/>
          </a:xfrm>
          <a:prstGeom prst="rect">
            <a:avLst/>
          </a:prstGeom>
        </p:spPr>
      </p:pic>
      <p:sp>
        <p:nvSpPr>
          <p:cNvPr id="146" name="Text Placeholder 3">
            <a:extLst>
              <a:ext uri="{FF2B5EF4-FFF2-40B4-BE49-F238E27FC236}">
                <a16:creationId xmlns:a16="http://schemas.microsoft.com/office/drawing/2014/main" id="{F5BE204C-3ED2-E9ED-A6FD-AB75C8FB094E}"/>
              </a:ext>
            </a:extLst>
          </p:cNvPr>
          <p:cNvSpPr txBox="1">
            <a:spLocks/>
          </p:cNvSpPr>
          <p:nvPr/>
        </p:nvSpPr>
        <p:spPr>
          <a:xfrm>
            <a:off x="9509260" y="1259568"/>
            <a:ext cx="1203401" cy="21041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sz="1200" kern="0" spc="-24">
                <a:solidFill>
                  <a:schemeClr val="tx2"/>
                </a:solidFill>
                <a:latin typeface="Aptos" panose="020B0004020202020204" pitchFamily="34" charset="0"/>
                <a:hlinkClick r:id="rId73">
                  <a:extLst>
                    <a:ext uri="{A12FA001-AC4F-418D-AE19-62706E023703}">
                      <ahyp:hlinkClr xmlns:ahyp="http://schemas.microsoft.com/office/drawing/2018/hyperlinkcolor" val="tx"/>
                    </a:ext>
                  </a:extLst>
                </a:hlinkClick>
              </a:rPr>
              <a:t>Get more icons</a:t>
            </a:r>
            <a:endParaRPr lang="en-US" sz="1600">
              <a:solidFill>
                <a:schemeClr val="tx2"/>
              </a:solidFill>
              <a:latin typeface="Aptos" panose="020B0004020202020204" pitchFamily="34" charset="0"/>
            </a:endParaRPr>
          </a:p>
        </p:txBody>
      </p:sp>
    </p:spTree>
    <p:extLst>
      <p:ext uri="{BB962C8B-B14F-4D97-AF65-F5344CB8AC3E}">
        <p14:creationId xmlns:p14="http://schemas.microsoft.com/office/powerpoint/2010/main" val="2413370867"/>
      </p:ext>
    </p:extLst>
  </p:cSld>
  <p:clrMapOvr>
    <a:masterClrMapping/>
  </p:clrMapOvr>
</p:sld>
</file>

<file path=ppt/theme/theme1.xml><?xml version="1.0" encoding="utf-8"?>
<a:theme xmlns:a="http://schemas.openxmlformats.org/drawingml/2006/main" name="AspireTheme">
  <a:themeElements>
    <a:clrScheme name="Aspire Theme">
      <a:dk1>
        <a:srgbClr val="000000"/>
      </a:dk1>
      <a:lt1>
        <a:srgbClr val="FEFFFE"/>
      </a:lt1>
      <a:dk2>
        <a:srgbClr val="1F1E31"/>
      </a:dk2>
      <a:lt2>
        <a:srgbClr val="A6A6A6"/>
      </a:lt2>
      <a:accent1>
        <a:srgbClr val="7455DD"/>
      </a:accent1>
      <a:accent2>
        <a:srgbClr val="864DF5"/>
      </a:accent2>
      <a:accent3>
        <a:srgbClr val="DBD3F4"/>
      </a:accent3>
      <a:accent4>
        <a:srgbClr val="DCDFE6"/>
      </a:accent4>
      <a:accent5>
        <a:srgbClr val="B9AAED"/>
      </a:accent5>
      <a:accent6>
        <a:srgbClr val="9D72F8"/>
      </a:accent6>
      <a:hlink>
        <a:srgbClr val="B793FA"/>
      </a:hlink>
      <a:folHlink>
        <a:srgbClr val="8B5BD2"/>
      </a:folHlink>
    </a:clrScheme>
    <a:fontScheme name="Aspire">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pireTheme" id="{396A56AA-16E8-4CBD-9221-2A71F17F1CA2}" vid="{3FFCF79B-18E6-459A-ABAB-425EF34479B2}"/>
    </a:ext>
  </a:extLst>
</a:theme>
</file>

<file path=ppt/theme/theme2.xml><?xml version="1.0" encoding="utf-8"?>
<a:theme xmlns:a="http://schemas.openxmlformats.org/drawingml/2006/main" name="1_AspireTheme-Dark">
  <a:themeElements>
    <a:clrScheme name="Aspire Dark">
      <a:dk1>
        <a:srgbClr val="000000"/>
      </a:dk1>
      <a:lt1>
        <a:srgbClr val="FEFFFE"/>
      </a:lt1>
      <a:dk2>
        <a:srgbClr val="1F1E31"/>
      </a:dk2>
      <a:lt2>
        <a:srgbClr val="A6A6A6"/>
      </a:lt2>
      <a:accent1>
        <a:srgbClr val="7455DD"/>
      </a:accent1>
      <a:accent2>
        <a:srgbClr val="864DF5"/>
      </a:accent2>
      <a:accent3>
        <a:srgbClr val="DBD3F4"/>
      </a:accent3>
      <a:accent4>
        <a:srgbClr val="DCDFE6"/>
      </a:accent4>
      <a:accent5>
        <a:srgbClr val="B9AAED"/>
      </a:accent5>
      <a:accent6>
        <a:srgbClr val="9D72F8"/>
      </a:accent6>
      <a:hlink>
        <a:srgbClr val="B793FA"/>
      </a:hlink>
      <a:folHlink>
        <a:srgbClr val="8B5BD2"/>
      </a:folHlink>
    </a:clrScheme>
    <a:fontScheme name="Aspire">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pireTheme" id="{396A56AA-16E8-4CBD-9221-2A71F17F1CA2}" vid="{3FFCF79B-18E6-459A-ABAB-425EF34479B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e9c0a18c-a662-4e85-9121-9eb8b77019be">
      <Terms xmlns="http://schemas.microsoft.com/office/infopath/2007/PartnerControls"/>
    </lcf76f155ced4ddcb4097134ff3c332f>
    <_ip_UnifiedCompliancePolicyProperties xmlns="http://schemas.microsoft.com/sharepoint/v3" xsi:nil="true"/>
    <TaxCatchAll xmlns="92557385-f1f8-4285-a5a4-dfd707e074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60CD09ACF9444798D3C9BB1AAD5D77" ma:contentTypeVersion="16" ma:contentTypeDescription="Create a new document." ma:contentTypeScope="" ma:versionID="7c7769c25a4d915beade66380ff6fd6d">
  <xsd:schema xmlns:xsd="http://www.w3.org/2001/XMLSchema" xmlns:xs="http://www.w3.org/2001/XMLSchema" xmlns:p="http://schemas.microsoft.com/office/2006/metadata/properties" xmlns:ns1="http://schemas.microsoft.com/sharepoint/v3" xmlns:ns2="e9c0a18c-a662-4e85-9121-9eb8b77019be" xmlns:ns3="92557385-f1f8-4285-a5a4-dfd707e0742c" targetNamespace="http://schemas.microsoft.com/office/2006/metadata/properties" ma:root="true" ma:fieldsID="22531d2ac112e543fb79ac159c44dcf7" ns1:_="" ns2:_="" ns3:_="">
    <xsd:import namespace="http://schemas.microsoft.com/sharepoint/v3"/>
    <xsd:import namespace="e9c0a18c-a662-4e85-9121-9eb8b77019be"/>
    <xsd:import namespace="92557385-f1f8-4285-a5a4-dfd707e0742c"/>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c0a18c-a662-4e85-9121-9eb8b77019be"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557385-f1f8-4285-a5a4-dfd707e0742c"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1b198aeb-0543-4aac-83fb-2fe15b4428e1}" ma:internalName="TaxCatchAll" ma:showField="CatchAllData" ma:web="92557385-f1f8-4285-a5a4-dfd707e074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A9E561-9735-466C-A5F9-A6B488CECFDB}">
  <ds:schemaRefs>
    <ds:schemaRef ds:uri="http://schemas.microsoft.com/sharepoint/v3/contenttype/forms"/>
  </ds:schemaRefs>
</ds:datastoreItem>
</file>

<file path=customXml/itemProps2.xml><?xml version="1.0" encoding="utf-8"?>
<ds:datastoreItem xmlns:ds="http://schemas.openxmlformats.org/officeDocument/2006/customXml" ds:itemID="{87B5A7FD-DB3C-49BE-9190-36922B3BC14E}">
  <ds:schemaRefs>
    <ds:schemaRef ds:uri="92557385-f1f8-4285-a5a4-dfd707e0742c"/>
    <ds:schemaRef ds:uri="http://schemas.microsoft.com/office/2006/documentManagement/types"/>
    <ds:schemaRef ds:uri="http://purl.org/dc/elements/1.1/"/>
    <ds:schemaRef ds:uri="http://www.w3.org/XML/1998/namespace"/>
    <ds:schemaRef ds:uri="http://schemas.microsoft.com/sharepoint/v3"/>
    <ds:schemaRef ds:uri="http://purl.org/dc/term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e9c0a18c-a662-4e85-9121-9eb8b77019be"/>
  </ds:schemaRefs>
</ds:datastoreItem>
</file>

<file path=customXml/itemProps3.xml><?xml version="1.0" encoding="utf-8"?>
<ds:datastoreItem xmlns:ds="http://schemas.openxmlformats.org/officeDocument/2006/customXml" ds:itemID="{94718840-C141-4524-8290-624752C2DADA}">
  <ds:schemaRefs>
    <ds:schemaRef ds:uri="92557385-f1f8-4285-a5a4-dfd707e0742c"/>
    <ds:schemaRef ds:uri="e9c0a18c-a662-4e85-9121-9eb8b77019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AspireTheme</Template>
  <TotalTime>19</TotalTime>
  <Words>2439</Words>
  <Application>Microsoft Office PowerPoint</Application>
  <PresentationFormat>Widescreen</PresentationFormat>
  <Paragraphs>303</Paragraphs>
  <Slides>32</Slides>
  <Notes>12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32</vt:i4>
      </vt:variant>
    </vt:vector>
  </HeadingPairs>
  <TitlesOfParts>
    <vt:vector size="43" baseType="lpstr">
      <vt:lpstr>Aptos</vt:lpstr>
      <vt:lpstr>Arial</vt:lpstr>
      <vt:lpstr>Cascadia Code</vt:lpstr>
      <vt:lpstr>Consolas</vt:lpstr>
      <vt:lpstr>Poppins</vt:lpstr>
      <vt:lpstr>Poppins ExtraBold</vt:lpstr>
      <vt:lpstr>Poppins Light</vt:lpstr>
      <vt:lpstr>Poppins Semibold</vt:lpstr>
      <vt:lpstr>Segoe Sans Small Regular</vt:lpstr>
      <vt:lpstr>AspireTheme</vt:lpstr>
      <vt:lpstr>1_AspireTheme-Dark</vt:lpstr>
      <vt:lpstr>Intro to Aspire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Intro to Aspire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Your icon library</vt:lpstr>
      <vt:lpstr>Your icon library</vt:lpstr>
      <vt:lpstr>Your icon library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Beth Massi</dc:creator>
  <cp:lastModifiedBy>Beth Massi</cp:lastModifiedBy>
  <cp:revision>2</cp:revision>
  <dcterms:created xsi:type="dcterms:W3CDTF">2026-03-13T17:28:44Z</dcterms:created>
  <dcterms:modified xsi:type="dcterms:W3CDTF">2026-05-13T23:03:16Z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0x010100F060CD09ACF9444798D3C9BB1AAD5D77</vt:lpwstr>
  </property>
</Properties>
</file>